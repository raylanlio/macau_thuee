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9" r:id="rId1"/>
  </p:sldMasterIdLst>
  <p:notesMasterIdLst>
    <p:notesMasterId r:id="rId58"/>
  </p:notesMasterIdLst>
  <p:sldIdLst>
    <p:sldId id="526" r:id="rId2"/>
    <p:sldId id="412" r:id="rId3"/>
    <p:sldId id="413" r:id="rId4"/>
    <p:sldId id="414" r:id="rId5"/>
    <p:sldId id="415" r:id="rId6"/>
    <p:sldId id="416" r:id="rId7"/>
    <p:sldId id="452" r:id="rId8"/>
    <p:sldId id="525" r:id="rId9"/>
    <p:sldId id="455" r:id="rId10"/>
    <p:sldId id="464" r:id="rId11"/>
    <p:sldId id="465" r:id="rId12"/>
    <p:sldId id="466" r:id="rId13"/>
    <p:sldId id="467" r:id="rId14"/>
    <p:sldId id="469" r:id="rId15"/>
    <p:sldId id="471" r:id="rId16"/>
    <p:sldId id="472" r:id="rId17"/>
    <p:sldId id="473" r:id="rId18"/>
    <p:sldId id="474" r:id="rId19"/>
    <p:sldId id="475" r:id="rId20"/>
    <p:sldId id="477" r:id="rId21"/>
    <p:sldId id="478" r:id="rId22"/>
    <p:sldId id="479" r:id="rId23"/>
    <p:sldId id="480" r:id="rId24"/>
    <p:sldId id="481" r:id="rId25"/>
    <p:sldId id="482" r:id="rId26"/>
    <p:sldId id="483" r:id="rId27"/>
    <p:sldId id="484" r:id="rId28"/>
    <p:sldId id="485" r:id="rId29"/>
    <p:sldId id="487" r:id="rId30"/>
    <p:sldId id="488" r:id="rId31"/>
    <p:sldId id="490" r:id="rId32"/>
    <p:sldId id="491" r:id="rId33"/>
    <p:sldId id="492" r:id="rId34"/>
    <p:sldId id="493" r:id="rId35"/>
    <p:sldId id="495" r:id="rId36"/>
    <p:sldId id="496" r:id="rId37"/>
    <p:sldId id="497" r:id="rId38"/>
    <p:sldId id="499" r:id="rId39"/>
    <p:sldId id="500" r:id="rId40"/>
    <p:sldId id="501" r:id="rId41"/>
    <p:sldId id="502" r:id="rId42"/>
    <p:sldId id="505" r:id="rId43"/>
    <p:sldId id="513" r:id="rId44"/>
    <p:sldId id="514" r:id="rId45"/>
    <p:sldId id="515" r:id="rId46"/>
    <p:sldId id="506" r:id="rId47"/>
    <p:sldId id="507" r:id="rId48"/>
    <p:sldId id="508" r:id="rId49"/>
    <p:sldId id="509" r:id="rId50"/>
    <p:sldId id="510" r:id="rId51"/>
    <p:sldId id="511" r:id="rId52"/>
    <p:sldId id="516" r:id="rId53"/>
    <p:sldId id="518" r:id="rId54"/>
    <p:sldId id="519" r:id="rId55"/>
    <p:sldId id="521" r:id="rId56"/>
    <p:sldId id="522" r:id="rId57"/>
  </p:sldIdLst>
  <p:sldSz cx="9144000" cy="6858000" type="screen4x3"/>
  <p:notesSz cx="7102475" cy="10234613"/>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99"/>
    <a:srgbClr val="FF6600"/>
    <a:srgbClr val="0000FF"/>
    <a:srgbClr val="FF9900"/>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8" autoAdjust="0"/>
    <p:restoredTop sz="94585" autoAdjust="0"/>
  </p:normalViewPr>
  <p:slideViewPr>
    <p:cSldViewPr>
      <p:cViewPr varScale="1">
        <p:scale>
          <a:sx n="86" d="100"/>
          <a:sy n="86" d="100"/>
        </p:scale>
        <p:origin x="936" y="90"/>
      </p:cViewPr>
      <p:guideLst>
        <p:guide orient="horz" pos="2160"/>
        <p:guide pos="2880"/>
      </p:guideLst>
    </p:cSldViewPr>
  </p:slideViewPr>
  <p:outlineViewPr>
    <p:cViewPr>
      <p:scale>
        <a:sx n="33" d="100"/>
        <a:sy n="33" d="100"/>
      </p:scale>
      <p:origin x="0" y="0"/>
    </p:cViewPr>
    <p:sldLst>
      <p:sld r:id="rId1" collapse="1"/>
      <p:sld r:id="rId2" collapse="1"/>
    </p:sldLst>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_rels/viewProps.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0178" name="Rectangle 2"/>
          <p:cNvSpPr>
            <a:spLocks noGrp="1" noChangeArrowheads="1"/>
          </p:cNvSpPr>
          <p:nvPr>
            <p:ph type="hdr" sz="quarter"/>
          </p:nvPr>
        </p:nvSpPr>
        <p:spPr bwMode="auto">
          <a:xfrm>
            <a:off x="0" y="0"/>
            <a:ext cx="3077739" cy="511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66" tIns="49533" rIns="99066" bIns="49533" numCol="1" anchor="t" anchorCtr="0" compatLnSpc="1">
            <a:prstTxWarp prst="textNoShape">
              <a:avLst/>
            </a:prstTxWarp>
          </a:bodyPr>
          <a:lstStyle>
            <a:lvl1pPr eaLnBrk="1" hangingPunct="1">
              <a:defRPr kumimoji="1" sz="1300">
                <a:latin typeface="Times New Roman" pitchFamily="18" charset="0"/>
              </a:defRPr>
            </a:lvl1pPr>
          </a:lstStyle>
          <a:p>
            <a:pPr>
              <a:defRPr/>
            </a:pPr>
            <a:endParaRPr lang="en-US" altLang="zh-CN"/>
          </a:p>
        </p:txBody>
      </p:sp>
      <p:sp>
        <p:nvSpPr>
          <p:cNvPr id="50179" name="Rectangle 3"/>
          <p:cNvSpPr>
            <a:spLocks noGrp="1" noChangeArrowheads="1"/>
          </p:cNvSpPr>
          <p:nvPr>
            <p:ph type="dt" idx="1"/>
          </p:nvPr>
        </p:nvSpPr>
        <p:spPr bwMode="auto">
          <a:xfrm>
            <a:off x="4024736" y="0"/>
            <a:ext cx="3077739" cy="511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66" tIns="49533" rIns="99066" bIns="49533" numCol="1" anchor="t" anchorCtr="0" compatLnSpc="1">
            <a:prstTxWarp prst="textNoShape">
              <a:avLst/>
            </a:prstTxWarp>
          </a:bodyPr>
          <a:lstStyle>
            <a:lvl1pPr algn="r" eaLnBrk="1" hangingPunct="1">
              <a:defRPr kumimoji="1" sz="1300">
                <a:latin typeface="Times New Roman" pitchFamily="18" charset="0"/>
              </a:defRPr>
            </a:lvl1pPr>
          </a:lstStyle>
          <a:p>
            <a:pPr>
              <a:defRPr/>
            </a:pPr>
            <a:endParaRPr lang="en-US" altLang="zh-CN"/>
          </a:p>
        </p:txBody>
      </p:sp>
      <p:sp>
        <p:nvSpPr>
          <p:cNvPr id="13316" name="Rectangle 4"/>
          <p:cNvSpPr>
            <a:spLocks noGrp="1" noRot="1" noChangeAspect="1" noChangeArrowheads="1" noTextEdit="1"/>
          </p:cNvSpPr>
          <p:nvPr>
            <p:ph type="sldImg" idx="2"/>
          </p:nvPr>
        </p:nvSpPr>
        <p:spPr bwMode="auto">
          <a:xfrm>
            <a:off x="993775" y="768350"/>
            <a:ext cx="5114925" cy="3836988"/>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50181" name="Rectangle 5"/>
          <p:cNvSpPr>
            <a:spLocks noGrp="1" noChangeArrowheads="1"/>
          </p:cNvSpPr>
          <p:nvPr>
            <p:ph type="body" sz="quarter" idx="3"/>
          </p:nvPr>
        </p:nvSpPr>
        <p:spPr bwMode="auto">
          <a:xfrm>
            <a:off x="946997" y="4861441"/>
            <a:ext cx="5208482" cy="4605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66" tIns="49533" rIns="99066" bIns="49533"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50182" name="Rectangle 6"/>
          <p:cNvSpPr>
            <a:spLocks noGrp="1" noChangeArrowheads="1"/>
          </p:cNvSpPr>
          <p:nvPr>
            <p:ph type="ftr" sz="quarter" idx="4"/>
          </p:nvPr>
        </p:nvSpPr>
        <p:spPr bwMode="auto">
          <a:xfrm>
            <a:off x="0" y="9722882"/>
            <a:ext cx="3077739" cy="511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66" tIns="49533" rIns="99066" bIns="49533" numCol="1" anchor="b" anchorCtr="0" compatLnSpc="1">
            <a:prstTxWarp prst="textNoShape">
              <a:avLst/>
            </a:prstTxWarp>
          </a:bodyPr>
          <a:lstStyle>
            <a:lvl1pPr eaLnBrk="1" hangingPunct="1">
              <a:defRPr kumimoji="1" sz="1300">
                <a:latin typeface="Times New Roman" pitchFamily="18" charset="0"/>
              </a:defRPr>
            </a:lvl1pPr>
          </a:lstStyle>
          <a:p>
            <a:pPr>
              <a:defRPr/>
            </a:pPr>
            <a:endParaRPr lang="en-US" altLang="zh-CN"/>
          </a:p>
        </p:txBody>
      </p:sp>
      <p:sp>
        <p:nvSpPr>
          <p:cNvPr id="50183" name="Rectangle 7"/>
          <p:cNvSpPr>
            <a:spLocks noGrp="1" noChangeArrowheads="1"/>
          </p:cNvSpPr>
          <p:nvPr>
            <p:ph type="sldNum" sz="quarter" idx="5"/>
          </p:nvPr>
        </p:nvSpPr>
        <p:spPr bwMode="auto">
          <a:xfrm>
            <a:off x="4024736" y="9722882"/>
            <a:ext cx="3077739" cy="5117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9066" tIns="49533" rIns="99066" bIns="49533" numCol="1" anchor="b" anchorCtr="0" compatLnSpc="1">
            <a:prstTxWarp prst="textNoShape">
              <a:avLst/>
            </a:prstTxWarp>
          </a:bodyPr>
          <a:lstStyle>
            <a:lvl1pPr algn="r" eaLnBrk="1" hangingPunct="1">
              <a:defRPr kumimoji="1" sz="1300">
                <a:latin typeface="Times New Roman" panose="02020603050405020304" pitchFamily="18" charset="0"/>
              </a:defRPr>
            </a:lvl1pPr>
          </a:lstStyle>
          <a:p>
            <a:pPr>
              <a:defRPr/>
            </a:pPr>
            <a:fld id="{77DF0B3F-10D0-467C-BDB0-12C6A9E3C339}" type="slidenum">
              <a:rPr lang="en-US" altLang="zh-CN"/>
              <a:pPr>
                <a:defRPr/>
              </a:pPr>
              <a:t>‹#›</a:t>
            </a:fld>
            <a:endParaRPr lang="en-US" altLang="zh-CN"/>
          </a:p>
        </p:txBody>
      </p:sp>
    </p:spTree>
    <p:extLst>
      <p:ext uri="{BB962C8B-B14F-4D97-AF65-F5344CB8AC3E}">
        <p14:creationId xmlns:p14="http://schemas.microsoft.com/office/powerpoint/2010/main" val="257747205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p:spPr>
        <p:txBody>
          <a:bodyPr/>
          <a:lstStyle>
            <a:lvl1pPr>
              <a:spcBef>
                <a:spcPct val="30000"/>
              </a:spcBef>
              <a:defRPr sz="1300">
                <a:solidFill>
                  <a:schemeClr val="tx1"/>
                </a:solidFill>
                <a:latin typeface="Times New Roman" panose="02020603050405020304" pitchFamily="18" charset="0"/>
                <a:ea typeface="宋体" panose="02010600030101010101" pitchFamily="2" charset="-122"/>
              </a:defRPr>
            </a:lvl1pPr>
            <a:lvl2pPr marL="804912" indent="-309582">
              <a:spcBef>
                <a:spcPct val="30000"/>
              </a:spcBef>
              <a:defRPr sz="1300">
                <a:solidFill>
                  <a:schemeClr val="tx1"/>
                </a:solidFill>
                <a:latin typeface="Times New Roman" panose="02020603050405020304" pitchFamily="18" charset="0"/>
                <a:ea typeface="宋体" panose="02010600030101010101" pitchFamily="2" charset="-122"/>
              </a:defRPr>
            </a:lvl2pPr>
            <a:lvl3pPr marL="1238326" indent="-247665">
              <a:spcBef>
                <a:spcPct val="30000"/>
              </a:spcBef>
              <a:defRPr sz="1300">
                <a:solidFill>
                  <a:schemeClr val="tx1"/>
                </a:solidFill>
                <a:latin typeface="Times New Roman" panose="02020603050405020304" pitchFamily="18" charset="0"/>
                <a:ea typeface="宋体" panose="02010600030101010101" pitchFamily="2" charset="-122"/>
              </a:defRPr>
            </a:lvl3pPr>
            <a:lvl4pPr marL="1733657" indent="-247665">
              <a:spcBef>
                <a:spcPct val="30000"/>
              </a:spcBef>
              <a:defRPr sz="1300">
                <a:solidFill>
                  <a:schemeClr val="tx1"/>
                </a:solidFill>
                <a:latin typeface="Times New Roman" panose="02020603050405020304" pitchFamily="18" charset="0"/>
                <a:ea typeface="宋体" panose="02010600030101010101" pitchFamily="2" charset="-122"/>
              </a:defRPr>
            </a:lvl4pPr>
            <a:lvl5pPr marL="2228987" indent="-247665">
              <a:spcBef>
                <a:spcPct val="30000"/>
              </a:spcBef>
              <a:defRPr sz="1300">
                <a:solidFill>
                  <a:schemeClr val="tx1"/>
                </a:solidFill>
                <a:latin typeface="Times New Roman" panose="02020603050405020304" pitchFamily="18" charset="0"/>
                <a:ea typeface="宋体" panose="02010600030101010101" pitchFamily="2" charset="-122"/>
              </a:defRPr>
            </a:lvl5pPr>
            <a:lvl6pPr marL="2724318" indent="-247665" eaLnBrk="0" fontAlgn="base" hangingPunct="0">
              <a:spcBef>
                <a:spcPct val="30000"/>
              </a:spcBef>
              <a:spcAft>
                <a:spcPct val="0"/>
              </a:spcAft>
              <a:defRPr sz="1300">
                <a:solidFill>
                  <a:schemeClr val="tx1"/>
                </a:solidFill>
                <a:latin typeface="Times New Roman" panose="02020603050405020304" pitchFamily="18" charset="0"/>
                <a:ea typeface="宋体" panose="02010600030101010101" pitchFamily="2" charset="-122"/>
              </a:defRPr>
            </a:lvl6pPr>
            <a:lvl7pPr marL="3219648" indent="-247665" eaLnBrk="0" fontAlgn="base" hangingPunct="0">
              <a:spcBef>
                <a:spcPct val="30000"/>
              </a:spcBef>
              <a:spcAft>
                <a:spcPct val="0"/>
              </a:spcAft>
              <a:defRPr sz="1300">
                <a:solidFill>
                  <a:schemeClr val="tx1"/>
                </a:solidFill>
                <a:latin typeface="Times New Roman" panose="02020603050405020304" pitchFamily="18" charset="0"/>
                <a:ea typeface="宋体" panose="02010600030101010101" pitchFamily="2" charset="-122"/>
              </a:defRPr>
            </a:lvl7pPr>
            <a:lvl8pPr marL="3714979" indent="-247665" eaLnBrk="0" fontAlgn="base" hangingPunct="0">
              <a:spcBef>
                <a:spcPct val="30000"/>
              </a:spcBef>
              <a:spcAft>
                <a:spcPct val="0"/>
              </a:spcAft>
              <a:defRPr sz="1300">
                <a:solidFill>
                  <a:schemeClr val="tx1"/>
                </a:solidFill>
                <a:latin typeface="Times New Roman" panose="02020603050405020304" pitchFamily="18" charset="0"/>
                <a:ea typeface="宋体" panose="02010600030101010101" pitchFamily="2" charset="-122"/>
              </a:defRPr>
            </a:lvl8pPr>
            <a:lvl9pPr marL="4210309" indent="-247665" eaLnBrk="0" fontAlgn="base" hangingPunct="0">
              <a:spcBef>
                <a:spcPct val="30000"/>
              </a:spcBef>
              <a:spcAft>
                <a:spcPct val="0"/>
              </a:spcAft>
              <a:defRPr sz="1300">
                <a:solidFill>
                  <a:schemeClr val="tx1"/>
                </a:solidFill>
                <a:latin typeface="Times New Roman" panose="02020603050405020304" pitchFamily="18" charset="0"/>
                <a:ea typeface="宋体" panose="02010600030101010101" pitchFamily="2" charset="-122"/>
              </a:defRPr>
            </a:lvl9pPr>
          </a:lstStyle>
          <a:p>
            <a:pPr>
              <a:spcBef>
                <a:spcPct val="0"/>
              </a:spcBef>
            </a:pPr>
            <a:fld id="{CBD76003-98A9-44B8-AF5A-DC0403D644AB}" type="slidenum">
              <a:rPr lang="en-US" altLang="zh-CN" smtClean="0"/>
              <a:pPr>
                <a:spcBef>
                  <a:spcPct val="0"/>
                </a:spcBef>
              </a:pPr>
              <a:t>16</a:t>
            </a:fld>
            <a:endParaRPr lang="en-US" altLang="zh-CN" smtClean="0"/>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p:spPr>
        <p:txBody>
          <a:bodyPr/>
          <a:lstStyle/>
          <a:p>
            <a:pPr eaLnBrk="1" hangingPunct="1"/>
            <a:r>
              <a:rPr lang="en-US" altLang="zh-CN" smtClean="0"/>
              <a:t>joing</a:t>
            </a:r>
          </a:p>
        </p:txBody>
      </p:sp>
    </p:spTree>
    <p:extLst>
      <p:ext uri="{BB962C8B-B14F-4D97-AF65-F5344CB8AC3E}">
        <p14:creationId xmlns:p14="http://schemas.microsoft.com/office/powerpoint/2010/main" val="308387332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04482" name="Rectangle 2"/>
          <p:cNvSpPr>
            <a:spLocks noGrp="1" noRot="1" noChangeArrowheads="1"/>
          </p:cNvSpPr>
          <p:nvPr>
            <p:ph type="ctrTitle"/>
          </p:nvPr>
        </p:nvSpPr>
        <p:spPr>
          <a:xfrm>
            <a:off x="685800" y="2286000"/>
            <a:ext cx="7772400" cy="1143000"/>
          </a:xfrm>
        </p:spPr>
        <p:txBody>
          <a:bodyPr/>
          <a:lstStyle>
            <a:lvl1pPr>
              <a:defRPr/>
            </a:lvl1pPr>
          </a:lstStyle>
          <a:p>
            <a:pPr lvl="0"/>
            <a:r>
              <a:rPr lang="zh-CN" altLang="en-US" noProof="0" smtClean="0"/>
              <a:t>单击此处编辑母版标题样式</a:t>
            </a:r>
          </a:p>
        </p:txBody>
      </p:sp>
      <p:sp>
        <p:nvSpPr>
          <p:cNvPr id="404483" name="Rectangle 3"/>
          <p:cNvSpPr>
            <a:spLocks noGrp="1" noRot="1" noChangeArrowheads="1"/>
          </p:cNvSpPr>
          <p:nvPr>
            <p:ph type="subTitle" idx="1"/>
          </p:nvPr>
        </p:nvSpPr>
        <p:spPr>
          <a:xfrm>
            <a:off x="1371600" y="3886200"/>
            <a:ext cx="6400800" cy="1752600"/>
          </a:xfrm>
        </p:spPr>
        <p:txBody>
          <a:bodyPr/>
          <a:lstStyle>
            <a:lvl1pPr marL="0" indent="0" algn="ctr">
              <a:buFont typeface="Wingdings" pitchFamily="2" charset="2"/>
              <a:buNone/>
              <a:defRPr/>
            </a:lvl1pPr>
          </a:lstStyle>
          <a:p>
            <a:pPr lvl="0"/>
            <a:r>
              <a:rPr lang="zh-CN" altLang="en-US" noProof="0" smtClean="0"/>
              <a:t>单击此处编辑母版副标题样式</a:t>
            </a:r>
          </a:p>
        </p:txBody>
      </p:sp>
      <p:sp>
        <p:nvSpPr>
          <p:cNvPr id="4" name="Rectangle 4"/>
          <p:cNvSpPr>
            <a:spLocks noGrp="1" noChangeArrowheads="1"/>
          </p:cNvSpPr>
          <p:nvPr>
            <p:ph type="dt" sz="half" idx="10"/>
          </p:nvPr>
        </p:nvSpPr>
        <p:spPr>
          <a:xfrm>
            <a:off x="301625" y="6245225"/>
            <a:ext cx="2289175" cy="476250"/>
          </a:xfrm>
        </p:spPr>
        <p:txBody>
          <a:bodyPr/>
          <a:lstStyle>
            <a:lvl1pPr>
              <a:defRPr/>
            </a:lvl1pPr>
          </a:lstStyle>
          <a:p>
            <a:pPr>
              <a:defRPr/>
            </a:pPr>
            <a:fld id="{C90294D1-6D87-44D5-837B-5C49A88B7108}" type="datetime8">
              <a:rPr lang="zh-CN" altLang="en-US"/>
              <a:pPr>
                <a:defRPr/>
              </a:pPr>
              <a:t>2020年5月12日3时0分</a:t>
            </a:fld>
            <a:endParaRPr lang="en-US" altLang="zh-CN"/>
          </a:p>
        </p:txBody>
      </p:sp>
      <p:sp>
        <p:nvSpPr>
          <p:cNvPr id="5" name="Rectangle 5"/>
          <p:cNvSpPr>
            <a:spLocks noGrp="1" noChangeArrowheads="1"/>
          </p:cNvSpPr>
          <p:nvPr>
            <p:ph type="ftr" sz="quarter" idx="11"/>
          </p:nvPr>
        </p:nvSpPr>
        <p:spPr>
          <a:xfrm>
            <a:off x="3124200" y="6245225"/>
            <a:ext cx="2895600" cy="476250"/>
          </a:xfrm>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xfrm>
            <a:off x="6553200" y="6245225"/>
            <a:ext cx="2289175" cy="476250"/>
          </a:xfrm>
        </p:spPr>
        <p:txBody>
          <a:bodyPr/>
          <a:lstStyle>
            <a:lvl1pPr>
              <a:defRPr/>
            </a:lvl1pPr>
          </a:lstStyle>
          <a:p>
            <a:pPr>
              <a:defRPr/>
            </a:pPr>
            <a:fld id="{885CB199-A226-4DAD-A8BE-0A40405FCAED}" type="slidenum">
              <a:rPr lang="en-US" altLang="zh-CN"/>
              <a:pPr>
                <a:defRPr/>
              </a:pPr>
              <a:t>‹#›</a:t>
            </a:fld>
            <a:endParaRPr lang="en-US" altLang="zh-CN"/>
          </a:p>
        </p:txBody>
      </p:sp>
    </p:spTree>
    <p:extLst>
      <p:ext uri="{BB962C8B-B14F-4D97-AF65-F5344CB8AC3E}">
        <p14:creationId xmlns:p14="http://schemas.microsoft.com/office/powerpoint/2010/main" val="4071680271"/>
      </p:ext>
    </p:extLst>
  </p:cSld>
  <p:clrMapOvr>
    <a:masterClrMapping/>
  </p:clrMapOvr>
  <p:transition advClick="0">
    <p:wheel spokes="8"/>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fld id="{A792072E-81DB-41D5-B100-78C9412E7D67}" type="datetime8">
              <a:rPr lang="zh-CN" altLang="en-US"/>
              <a:pPr>
                <a:defRPr/>
              </a:pPr>
              <a:t>2020年5月12日3时0分</a:t>
            </a:fld>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8DA05AFC-9AD6-44BF-8763-3D6810083767}" type="slidenum">
              <a:rPr lang="en-US" altLang="zh-CN"/>
              <a:pPr>
                <a:defRPr/>
              </a:pPr>
              <a:t>‹#›</a:t>
            </a:fld>
            <a:endParaRPr lang="en-US" altLang="zh-CN"/>
          </a:p>
        </p:txBody>
      </p:sp>
    </p:spTree>
    <p:extLst>
      <p:ext uri="{BB962C8B-B14F-4D97-AF65-F5344CB8AC3E}">
        <p14:creationId xmlns:p14="http://schemas.microsoft.com/office/powerpoint/2010/main" val="2615952337"/>
      </p:ext>
    </p:extLst>
  </p:cSld>
  <p:clrMapOvr>
    <a:masterClrMapping/>
  </p:clrMapOvr>
  <p:transition advClick="0">
    <p:wheel spokes="8"/>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4"/>
          <p:cNvSpPr>
            <a:spLocks noGrp="1" noChangeArrowheads="1"/>
          </p:cNvSpPr>
          <p:nvPr>
            <p:ph type="dt" sz="half" idx="10"/>
          </p:nvPr>
        </p:nvSpPr>
        <p:spPr/>
        <p:txBody>
          <a:bodyPr/>
          <a:lstStyle>
            <a:lvl1pPr>
              <a:defRPr/>
            </a:lvl1pPr>
          </a:lstStyle>
          <a:p>
            <a:pPr>
              <a:defRPr/>
            </a:pPr>
            <a:fld id="{37DCDB67-7DD6-4426-8E17-2D33CA175ABB}" type="datetime8">
              <a:rPr lang="zh-CN" altLang="en-US"/>
              <a:pPr>
                <a:defRPr/>
              </a:pPr>
              <a:t>2020年5月12日3时0分</a:t>
            </a:fld>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7A9459B2-CBC3-41EF-8517-4A8793BF89B1}" type="slidenum">
              <a:rPr lang="en-US" altLang="zh-CN"/>
              <a:pPr>
                <a:defRPr/>
              </a:pPr>
              <a:t>‹#›</a:t>
            </a:fld>
            <a:endParaRPr lang="en-US" altLang="zh-CN"/>
          </a:p>
        </p:txBody>
      </p:sp>
    </p:spTree>
    <p:extLst>
      <p:ext uri="{BB962C8B-B14F-4D97-AF65-F5344CB8AC3E}">
        <p14:creationId xmlns:p14="http://schemas.microsoft.com/office/powerpoint/2010/main" val="2852861106"/>
      </p:ext>
    </p:extLst>
  </p:cSld>
  <p:clrMapOvr>
    <a:masterClrMapping/>
  </p:clrMapOvr>
  <p:transition advClick="0">
    <p:wheel spokes="8"/>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301625" y="1752600"/>
            <a:ext cx="4194175" cy="42703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752600"/>
            <a:ext cx="4194175" cy="42703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4"/>
          <p:cNvSpPr>
            <a:spLocks noGrp="1" noChangeArrowheads="1"/>
          </p:cNvSpPr>
          <p:nvPr>
            <p:ph type="dt" sz="half" idx="10"/>
          </p:nvPr>
        </p:nvSpPr>
        <p:spPr/>
        <p:txBody>
          <a:bodyPr/>
          <a:lstStyle>
            <a:lvl1pPr>
              <a:defRPr/>
            </a:lvl1pPr>
          </a:lstStyle>
          <a:p>
            <a:pPr>
              <a:defRPr/>
            </a:pPr>
            <a:fld id="{AAA95D50-3CA4-4CBD-BE80-D7116AE894F4}" type="datetime8">
              <a:rPr lang="zh-CN" altLang="en-US"/>
              <a:pPr>
                <a:defRPr/>
              </a:pPr>
              <a:t>2020年5月12日3时0分</a:t>
            </a:fld>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0A62FBC3-1273-4433-842C-E8D8249B32A1}" type="slidenum">
              <a:rPr lang="en-US" altLang="zh-CN"/>
              <a:pPr>
                <a:defRPr/>
              </a:pPr>
              <a:t>‹#›</a:t>
            </a:fld>
            <a:endParaRPr lang="en-US" altLang="zh-CN"/>
          </a:p>
        </p:txBody>
      </p:sp>
    </p:spTree>
    <p:extLst>
      <p:ext uri="{BB962C8B-B14F-4D97-AF65-F5344CB8AC3E}">
        <p14:creationId xmlns:p14="http://schemas.microsoft.com/office/powerpoint/2010/main" val="326842385"/>
      </p:ext>
    </p:extLst>
  </p:cSld>
  <p:clrMapOvr>
    <a:masterClrMapping/>
  </p:clrMapOvr>
  <p:transition advClick="0">
    <p:wheel spokes="8"/>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4"/>
          <p:cNvSpPr>
            <a:spLocks noGrp="1" noChangeArrowheads="1"/>
          </p:cNvSpPr>
          <p:nvPr>
            <p:ph type="dt" sz="half" idx="10"/>
          </p:nvPr>
        </p:nvSpPr>
        <p:spPr/>
        <p:txBody>
          <a:bodyPr/>
          <a:lstStyle>
            <a:lvl1pPr>
              <a:defRPr/>
            </a:lvl1pPr>
          </a:lstStyle>
          <a:p>
            <a:pPr>
              <a:defRPr/>
            </a:pPr>
            <a:fld id="{8DB59CCE-02D6-473E-92B5-CA754C4B111C}" type="datetime8">
              <a:rPr lang="zh-CN" altLang="en-US"/>
              <a:pPr>
                <a:defRPr/>
              </a:pPr>
              <a:t>2020年5月12日3时0分</a:t>
            </a:fld>
            <a:endParaRPr lang="en-US" altLang="zh-CN"/>
          </a:p>
        </p:txBody>
      </p:sp>
      <p:sp>
        <p:nvSpPr>
          <p:cNvPr id="8" name="Rectangle 5"/>
          <p:cNvSpPr>
            <a:spLocks noGrp="1" noChangeArrowheads="1"/>
          </p:cNvSpPr>
          <p:nvPr>
            <p:ph type="ftr" sz="quarter" idx="11"/>
          </p:nvPr>
        </p:nvSpPr>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p:txBody>
          <a:bodyPr/>
          <a:lstStyle>
            <a:lvl1pPr>
              <a:defRPr/>
            </a:lvl1pPr>
          </a:lstStyle>
          <a:p>
            <a:pPr>
              <a:defRPr/>
            </a:pPr>
            <a:fld id="{3FAD73CB-BFF1-4E4A-9770-972855750E83}" type="slidenum">
              <a:rPr lang="en-US" altLang="zh-CN"/>
              <a:pPr>
                <a:defRPr/>
              </a:pPr>
              <a:t>‹#›</a:t>
            </a:fld>
            <a:endParaRPr lang="en-US" altLang="zh-CN"/>
          </a:p>
        </p:txBody>
      </p:sp>
    </p:spTree>
    <p:extLst>
      <p:ext uri="{BB962C8B-B14F-4D97-AF65-F5344CB8AC3E}">
        <p14:creationId xmlns:p14="http://schemas.microsoft.com/office/powerpoint/2010/main" val="1117541999"/>
      </p:ext>
    </p:extLst>
  </p:cSld>
  <p:clrMapOvr>
    <a:masterClrMapping/>
  </p:clrMapOvr>
  <p:transition advClick="0">
    <p:wheel spokes="8"/>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
          <p:cNvSpPr>
            <a:spLocks noGrp="1" noChangeArrowheads="1"/>
          </p:cNvSpPr>
          <p:nvPr>
            <p:ph type="dt" sz="half" idx="10"/>
          </p:nvPr>
        </p:nvSpPr>
        <p:spPr/>
        <p:txBody>
          <a:bodyPr/>
          <a:lstStyle>
            <a:lvl1pPr>
              <a:defRPr/>
            </a:lvl1pPr>
          </a:lstStyle>
          <a:p>
            <a:pPr>
              <a:defRPr/>
            </a:pPr>
            <a:fld id="{87807591-369A-4C63-BFB1-3D7AD0F9BE3E}" type="datetime8">
              <a:rPr lang="zh-CN" altLang="en-US"/>
              <a:pPr>
                <a:defRPr/>
              </a:pPr>
              <a:t>2020年5月12日3时0分</a:t>
            </a:fld>
            <a:endParaRPr lang="en-US" altLang="zh-CN"/>
          </a:p>
        </p:txBody>
      </p:sp>
      <p:sp>
        <p:nvSpPr>
          <p:cNvPr id="4" name="Rectangle 5"/>
          <p:cNvSpPr>
            <a:spLocks noGrp="1" noChangeArrowheads="1"/>
          </p:cNvSpPr>
          <p:nvPr>
            <p:ph type="ftr" sz="quarter" idx="11"/>
          </p:nvPr>
        </p:nvSpPr>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p:txBody>
          <a:bodyPr/>
          <a:lstStyle>
            <a:lvl1pPr>
              <a:defRPr/>
            </a:lvl1pPr>
          </a:lstStyle>
          <a:p>
            <a:pPr>
              <a:defRPr/>
            </a:pPr>
            <a:fld id="{9F2E5333-640E-4B60-B8F8-A4CAD9FCD576}" type="slidenum">
              <a:rPr lang="en-US" altLang="zh-CN"/>
              <a:pPr>
                <a:defRPr/>
              </a:pPr>
              <a:t>‹#›</a:t>
            </a:fld>
            <a:endParaRPr lang="en-US" altLang="zh-CN"/>
          </a:p>
        </p:txBody>
      </p:sp>
    </p:spTree>
    <p:extLst>
      <p:ext uri="{BB962C8B-B14F-4D97-AF65-F5344CB8AC3E}">
        <p14:creationId xmlns:p14="http://schemas.microsoft.com/office/powerpoint/2010/main" val="1936693244"/>
      </p:ext>
    </p:extLst>
  </p:cSld>
  <p:clrMapOvr>
    <a:masterClrMapping/>
  </p:clrMapOvr>
  <p:transition advClick="0">
    <p:wheel spokes="8"/>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lvl1pPr>
              <a:defRPr/>
            </a:lvl1pPr>
          </a:lstStyle>
          <a:p>
            <a:pPr>
              <a:defRPr/>
            </a:pPr>
            <a:fld id="{F9CA0228-B4D7-413D-863C-6CE2DC73CA95}" type="datetime8">
              <a:rPr lang="zh-CN" altLang="en-US"/>
              <a:pPr>
                <a:defRPr/>
              </a:pPr>
              <a:t>2020年5月12日3时0分</a:t>
            </a:fld>
            <a:endParaRPr lang="en-US" altLang="zh-CN"/>
          </a:p>
        </p:txBody>
      </p:sp>
      <p:sp>
        <p:nvSpPr>
          <p:cNvPr id="3" name="Rectangle 5"/>
          <p:cNvSpPr>
            <a:spLocks noGrp="1" noChangeArrowheads="1"/>
          </p:cNvSpPr>
          <p:nvPr>
            <p:ph type="ftr" sz="quarter" idx="11"/>
          </p:nvPr>
        </p:nvSpPr>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p:txBody>
          <a:bodyPr/>
          <a:lstStyle>
            <a:lvl1pPr>
              <a:defRPr/>
            </a:lvl1pPr>
          </a:lstStyle>
          <a:p>
            <a:pPr>
              <a:defRPr/>
            </a:pPr>
            <a:fld id="{C5D3D723-1D24-48C7-8201-FAE006BFB9D2}" type="slidenum">
              <a:rPr lang="en-US" altLang="zh-CN"/>
              <a:pPr>
                <a:defRPr/>
              </a:pPr>
              <a:t>‹#›</a:t>
            </a:fld>
            <a:endParaRPr lang="en-US" altLang="zh-CN"/>
          </a:p>
        </p:txBody>
      </p:sp>
    </p:spTree>
    <p:extLst>
      <p:ext uri="{BB962C8B-B14F-4D97-AF65-F5344CB8AC3E}">
        <p14:creationId xmlns:p14="http://schemas.microsoft.com/office/powerpoint/2010/main" val="294429174"/>
      </p:ext>
    </p:extLst>
  </p:cSld>
  <p:clrMapOvr>
    <a:masterClrMapping/>
  </p:clrMapOvr>
  <p:transition advClick="0">
    <p:wheel spokes="8"/>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p:txBody>
          <a:bodyPr/>
          <a:lstStyle>
            <a:lvl1pPr>
              <a:defRPr/>
            </a:lvl1pPr>
          </a:lstStyle>
          <a:p>
            <a:pPr>
              <a:defRPr/>
            </a:pPr>
            <a:fld id="{57A3EF25-635F-4322-A335-924FFE6C350C}" type="datetime8">
              <a:rPr lang="zh-CN" altLang="en-US"/>
              <a:pPr>
                <a:defRPr/>
              </a:pPr>
              <a:t>2020年5月12日3时0分</a:t>
            </a:fld>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405E3EA1-AD54-4830-960C-1CA5EC2AAF5C}" type="slidenum">
              <a:rPr lang="en-US" altLang="zh-CN"/>
              <a:pPr>
                <a:defRPr/>
              </a:pPr>
              <a:t>‹#›</a:t>
            </a:fld>
            <a:endParaRPr lang="en-US" altLang="zh-CN"/>
          </a:p>
        </p:txBody>
      </p:sp>
    </p:spTree>
    <p:extLst>
      <p:ext uri="{BB962C8B-B14F-4D97-AF65-F5344CB8AC3E}">
        <p14:creationId xmlns:p14="http://schemas.microsoft.com/office/powerpoint/2010/main" val="3903753830"/>
      </p:ext>
    </p:extLst>
  </p:cSld>
  <p:clrMapOvr>
    <a:masterClrMapping/>
  </p:clrMapOvr>
  <p:transition advClick="0">
    <p:wheel spokes="8"/>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p:txBody>
          <a:bodyPr/>
          <a:lstStyle>
            <a:lvl1pPr>
              <a:defRPr/>
            </a:lvl1pPr>
          </a:lstStyle>
          <a:p>
            <a:pPr>
              <a:defRPr/>
            </a:pPr>
            <a:fld id="{66FAD4B0-1801-4F04-AA0A-AA0139E28815}" type="datetime8">
              <a:rPr lang="zh-CN" altLang="en-US"/>
              <a:pPr>
                <a:defRPr/>
              </a:pPr>
              <a:t>2020年5月12日3时0分</a:t>
            </a:fld>
            <a:endParaRPr lang="en-US" altLang="zh-CN"/>
          </a:p>
        </p:txBody>
      </p:sp>
      <p:sp>
        <p:nvSpPr>
          <p:cNvPr id="6" name="Rectangle 5"/>
          <p:cNvSpPr>
            <a:spLocks noGrp="1" noChangeArrowheads="1"/>
          </p:cNvSpPr>
          <p:nvPr>
            <p:ph type="ftr" sz="quarter" idx="11"/>
          </p:nvPr>
        </p:nvSpPr>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p:txBody>
          <a:bodyPr/>
          <a:lstStyle>
            <a:lvl1pPr>
              <a:defRPr/>
            </a:lvl1pPr>
          </a:lstStyle>
          <a:p>
            <a:pPr>
              <a:defRPr/>
            </a:pPr>
            <a:fld id="{535DA2B1-F0BE-4E9A-8680-A8D8979D7C44}" type="slidenum">
              <a:rPr lang="en-US" altLang="zh-CN"/>
              <a:pPr>
                <a:defRPr/>
              </a:pPr>
              <a:t>‹#›</a:t>
            </a:fld>
            <a:endParaRPr lang="en-US" altLang="zh-CN"/>
          </a:p>
        </p:txBody>
      </p:sp>
    </p:spTree>
    <p:extLst>
      <p:ext uri="{BB962C8B-B14F-4D97-AF65-F5344CB8AC3E}">
        <p14:creationId xmlns:p14="http://schemas.microsoft.com/office/powerpoint/2010/main" val="3623459262"/>
      </p:ext>
    </p:extLst>
  </p:cSld>
  <p:clrMapOvr>
    <a:masterClrMapping/>
  </p:clrMapOvr>
  <p:transition advClick="0">
    <p:wheel spokes="8"/>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fld id="{1C24EFCF-DF27-46EA-8FB8-4C1034965E51}" type="datetime8">
              <a:rPr lang="zh-CN" altLang="en-US"/>
              <a:pPr>
                <a:defRPr/>
              </a:pPr>
              <a:t>2020年5月12日3时0分</a:t>
            </a:fld>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B6AD0EE2-D7E9-42FB-BEE6-6171E4FA5FF6}" type="slidenum">
              <a:rPr lang="en-US" altLang="zh-CN"/>
              <a:pPr>
                <a:defRPr/>
              </a:pPr>
              <a:t>‹#›</a:t>
            </a:fld>
            <a:endParaRPr lang="en-US" altLang="zh-CN"/>
          </a:p>
        </p:txBody>
      </p:sp>
    </p:spTree>
    <p:extLst>
      <p:ext uri="{BB962C8B-B14F-4D97-AF65-F5344CB8AC3E}">
        <p14:creationId xmlns:p14="http://schemas.microsoft.com/office/powerpoint/2010/main" val="358886989"/>
      </p:ext>
    </p:extLst>
  </p:cSld>
  <p:clrMapOvr>
    <a:masterClrMapping/>
  </p:clrMapOvr>
  <p:transition advClick="0">
    <p:wheel spokes="8"/>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707188" y="381000"/>
            <a:ext cx="2135187" cy="564197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301625" y="381000"/>
            <a:ext cx="6253163" cy="564197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p:txBody>
          <a:bodyPr/>
          <a:lstStyle>
            <a:lvl1pPr>
              <a:defRPr/>
            </a:lvl1pPr>
          </a:lstStyle>
          <a:p>
            <a:pPr>
              <a:defRPr/>
            </a:pPr>
            <a:fld id="{607D1FE7-1665-4DBF-8076-C8EAE1E8DC5F}" type="datetime8">
              <a:rPr lang="zh-CN" altLang="en-US"/>
              <a:pPr>
                <a:defRPr/>
              </a:pPr>
              <a:t>2020年5月12日3时0分</a:t>
            </a:fld>
            <a:endParaRPr lang="en-US" altLang="zh-CN"/>
          </a:p>
        </p:txBody>
      </p:sp>
      <p:sp>
        <p:nvSpPr>
          <p:cNvPr id="5" name="Rectangle 5"/>
          <p:cNvSpPr>
            <a:spLocks noGrp="1" noChangeArrowheads="1"/>
          </p:cNvSpPr>
          <p:nvPr>
            <p:ph type="ftr" sz="quarter" idx="11"/>
          </p:nvPr>
        </p:nvSpPr>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p:txBody>
          <a:bodyPr/>
          <a:lstStyle>
            <a:lvl1pPr>
              <a:defRPr/>
            </a:lvl1pPr>
          </a:lstStyle>
          <a:p>
            <a:pPr>
              <a:defRPr/>
            </a:pPr>
            <a:fld id="{A0EA6302-D32E-4D15-B7B1-A7ED61CAB562}" type="slidenum">
              <a:rPr lang="en-US" altLang="zh-CN"/>
              <a:pPr>
                <a:defRPr/>
              </a:pPr>
              <a:t>‹#›</a:t>
            </a:fld>
            <a:endParaRPr lang="en-US" altLang="zh-CN"/>
          </a:p>
        </p:txBody>
      </p:sp>
    </p:spTree>
    <p:extLst>
      <p:ext uri="{BB962C8B-B14F-4D97-AF65-F5344CB8AC3E}">
        <p14:creationId xmlns:p14="http://schemas.microsoft.com/office/powerpoint/2010/main" val="4223493789"/>
      </p:ext>
    </p:extLst>
  </p:cSld>
  <p:clrMapOvr>
    <a:masterClrMapping/>
  </p:clrMapOvr>
  <p:transition advClick="0">
    <p:wheel spokes="8"/>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Rot="1" noChangeArrowheads="1"/>
          </p:cNvSpPr>
          <p:nvPr>
            <p:ph type="title"/>
          </p:nvPr>
        </p:nvSpPr>
        <p:spPr bwMode="auto">
          <a:xfrm>
            <a:off x="301625" y="381000"/>
            <a:ext cx="854075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7" name="Rectangle 3"/>
          <p:cNvSpPr>
            <a:spLocks noGrp="1" noRot="1" noChangeArrowheads="1"/>
          </p:cNvSpPr>
          <p:nvPr>
            <p:ph type="body" idx="1"/>
          </p:nvPr>
        </p:nvSpPr>
        <p:spPr bwMode="auto">
          <a:xfrm>
            <a:off x="301625" y="1752600"/>
            <a:ext cx="8540750" cy="427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403460" name="Rectangle 4"/>
          <p:cNvSpPr>
            <a:spLocks noGrp="1" noChangeArrowheads="1"/>
          </p:cNvSpPr>
          <p:nvPr>
            <p:ph type="dt" sz="half" idx="2"/>
          </p:nvPr>
        </p:nvSpPr>
        <p:spPr bwMode="auto">
          <a:xfrm>
            <a:off x="301625" y="6172200"/>
            <a:ext cx="228917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400">
                <a:latin typeface="Arial" charset="0"/>
              </a:defRPr>
            </a:lvl1pPr>
          </a:lstStyle>
          <a:p>
            <a:pPr>
              <a:defRPr/>
            </a:pPr>
            <a:fld id="{D7B1455F-3AED-4601-86FA-7A75DBE7B9B8}" type="datetime8">
              <a:rPr lang="zh-CN" altLang="en-US"/>
              <a:pPr>
                <a:defRPr/>
              </a:pPr>
              <a:t>2020年5月12日3时0分</a:t>
            </a:fld>
            <a:endParaRPr lang="en-US" altLang="zh-CN"/>
          </a:p>
        </p:txBody>
      </p:sp>
      <p:sp>
        <p:nvSpPr>
          <p:cNvPr id="403461" name="Rectangle 5"/>
          <p:cNvSpPr>
            <a:spLocks noGrp="1" noChangeArrowheads="1"/>
          </p:cNvSpPr>
          <p:nvPr>
            <p:ph type="ftr" sz="quarter" idx="3"/>
          </p:nvPr>
        </p:nvSpPr>
        <p:spPr bwMode="auto">
          <a:xfrm>
            <a:off x="3124200" y="6172200"/>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a:latin typeface="Arial" charset="0"/>
              </a:defRPr>
            </a:lvl1pPr>
          </a:lstStyle>
          <a:p>
            <a:pPr>
              <a:defRPr/>
            </a:pPr>
            <a:endParaRPr lang="en-US" altLang="zh-CN"/>
          </a:p>
        </p:txBody>
      </p:sp>
      <p:sp>
        <p:nvSpPr>
          <p:cNvPr id="403462" name="Rectangle 6"/>
          <p:cNvSpPr>
            <a:spLocks noGrp="1" noChangeArrowheads="1"/>
          </p:cNvSpPr>
          <p:nvPr>
            <p:ph type="sldNum" sz="quarter" idx="4"/>
          </p:nvPr>
        </p:nvSpPr>
        <p:spPr bwMode="auto">
          <a:xfrm>
            <a:off x="6553200" y="6172200"/>
            <a:ext cx="228917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400"/>
            </a:lvl1pPr>
          </a:lstStyle>
          <a:p>
            <a:pPr>
              <a:defRPr/>
            </a:pPr>
            <a:fld id="{1B043B2E-DD62-4E0E-8A2E-B751CF06EFCE}"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750" r:id="rId1"/>
    <p:sldLayoutId id="2147483751" r:id="rId2"/>
    <p:sldLayoutId id="2147483752" r:id="rId3"/>
    <p:sldLayoutId id="2147483753" r:id="rId4"/>
    <p:sldLayoutId id="2147483754" r:id="rId5"/>
    <p:sldLayoutId id="2147483755" r:id="rId6"/>
    <p:sldLayoutId id="2147483756" r:id="rId7"/>
    <p:sldLayoutId id="2147483757" r:id="rId8"/>
    <p:sldLayoutId id="2147483758" r:id="rId9"/>
    <p:sldLayoutId id="2147483759" r:id="rId10"/>
    <p:sldLayoutId id="2147483760" r:id="rId11"/>
  </p:sldLayoutIdLst>
  <p:transition advClick="0">
    <p:wheel spokes="8"/>
  </p:transition>
  <p:hf hdr="0" ftr="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pitchFamily="2" charset="-122"/>
        </a:defRPr>
      </a:lvl2pPr>
      <a:lvl3pPr algn="ctr" rtl="0" eaLnBrk="0" fontAlgn="base" hangingPunct="0">
        <a:spcBef>
          <a:spcPct val="0"/>
        </a:spcBef>
        <a:spcAft>
          <a:spcPct val="0"/>
        </a:spcAft>
        <a:defRPr sz="4400">
          <a:solidFill>
            <a:schemeClr val="tx2"/>
          </a:solidFill>
          <a:latin typeface="Arial" charset="0"/>
          <a:ea typeface="宋体" pitchFamily="2" charset="-122"/>
        </a:defRPr>
      </a:lvl3pPr>
      <a:lvl4pPr algn="ctr" rtl="0" eaLnBrk="0" fontAlgn="base" hangingPunct="0">
        <a:spcBef>
          <a:spcPct val="0"/>
        </a:spcBef>
        <a:spcAft>
          <a:spcPct val="0"/>
        </a:spcAft>
        <a:defRPr sz="4400">
          <a:solidFill>
            <a:schemeClr val="tx2"/>
          </a:solidFill>
          <a:latin typeface="Arial" charset="0"/>
          <a:ea typeface="宋体" pitchFamily="2" charset="-122"/>
        </a:defRPr>
      </a:lvl4pPr>
      <a:lvl5pPr algn="ctr" rtl="0" eaLnBrk="0" fontAlgn="base" hangingPunct="0">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p:titleStyle>
    <p:bodyStyle>
      <a:lvl1pPr marL="342900" indent="-342900" algn="l" rtl="0" eaLnBrk="0" fontAlgn="base" hangingPunct="0">
        <a:spcBef>
          <a:spcPct val="20000"/>
        </a:spcBef>
        <a:spcAft>
          <a:spcPct val="0"/>
        </a:spcAft>
        <a:buClr>
          <a:schemeClr val="folHlink"/>
        </a:buClr>
        <a:buFont typeface="Wingdings" panose="05000000000000000000" pitchFamily="2" charset="2"/>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folHlink"/>
        </a:buClr>
        <a:buFont typeface="Wingdings" panose="05000000000000000000" pitchFamily="2" charset="2"/>
        <a:buChar char="§"/>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115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Font typeface="Wingdings" pitchFamily="2" charset="2"/>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Font typeface="Wingdings" pitchFamily="2" charset="2"/>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Font typeface="Wingdings" pitchFamily="2" charset="2"/>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Font typeface="Wingdings" pitchFamily="2" charset="2"/>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8.gif"/><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slide" Target="slide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8.gif"/><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8.gif"/><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日期占位符 1"/>
          <p:cNvSpPr>
            <a:spLocks noGrp="1"/>
          </p:cNvSpPr>
          <p:nvPr>
            <p:ph type="dt" sz="quarter" idx="10"/>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AE0F396A-771D-4A79-99CE-1F68EDB6FA5A}" type="datetime8">
              <a:rPr lang="zh-CN" altLang="en-US" sz="1400" smtClean="0"/>
              <a:pPr>
                <a:spcBef>
                  <a:spcPct val="0"/>
                </a:spcBef>
                <a:buClrTx/>
                <a:buFontTx/>
                <a:buNone/>
              </a:pPr>
              <a:t>2020年5月12日3时0分</a:t>
            </a:fld>
            <a:endParaRPr lang="en-US" altLang="zh-CN" sz="1400" smtClean="0"/>
          </a:p>
        </p:txBody>
      </p:sp>
      <p:sp>
        <p:nvSpPr>
          <p:cNvPr id="14339" name="灯片编号占位符 2"/>
          <p:cNvSpPr>
            <a:spLocks noGrp="1"/>
          </p:cNvSpPr>
          <p:nvPr>
            <p:ph type="sldNum" sz="quarter" idx="12"/>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62EC0A33-57A8-4E1B-B305-618AC098E559}" type="slidenum">
              <a:rPr lang="en-US" altLang="zh-CN" sz="1400" smtClean="0"/>
              <a:pPr>
                <a:spcBef>
                  <a:spcPct val="0"/>
                </a:spcBef>
                <a:buClrTx/>
                <a:buFontTx/>
                <a:buNone/>
              </a:pPr>
              <a:t>1</a:t>
            </a:fld>
            <a:endParaRPr lang="en-US" altLang="zh-CN" sz="1400" smtClean="0"/>
          </a:p>
        </p:txBody>
      </p:sp>
      <p:sp>
        <p:nvSpPr>
          <p:cNvPr id="14340" name="Rectangle 2"/>
          <p:cNvSpPr>
            <a:spLocks noChangeArrowheads="1"/>
          </p:cNvSpPr>
          <p:nvPr/>
        </p:nvSpPr>
        <p:spPr bwMode="auto">
          <a:xfrm>
            <a:off x="1042988" y="1117600"/>
            <a:ext cx="7345362"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
                <a:schemeClr val="hlink"/>
              </a:buClr>
              <a:buFontTx/>
              <a:buNone/>
            </a:pPr>
            <a:r>
              <a:rPr kumimoji="1" lang="en-US" altLang="zh-CN" sz="3600" dirty="0">
                <a:solidFill>
                  <a:schemeClr val="accent2"/>
                </a:solidFill>
                <a:latin typeface="黑体" panose="02010609060101010101" pitchFamily="49" charset="-122"/>
                <a:ea typeface="黑体" panose="02010609060101010101" pitchFamily="49" charset="-122"/>
              </a:rPr>
              <a:t>UML</a:t>
            </a:r>
            <a:r>
              <a:rPr kumimoji="1" lang="zh-CN" altLang="en-US" sz="3600" dirty="0">
                <a:solidFill>
                  <a:schemeClr val="accent2"/>
                </a:solidFill>
                <a:latin typeface="黑体" panose="02010609060101010101" pitchFamily="49" charset="-122"/>
                <a:ea typeface="黑体" panose="02010609060101010101" pitchFamily="49" charset="-122"/>
              </a:rPr>
              <a:t>统一建模语言</a:t>
            </a:r>
            <a:endParaRPr kumimoji="1" lang="zh-CN" altLang="en-US" sz="3600" dirty="0">
              <a:latin typeface="黑体" panose="02010609060101010101" pitchFamily="49" charset="-122"/>
              <a:ea typeface="黑体" panose="02010609060101010101" pitchFamily="49" charset="-122"/>
            </a:endParaRPr>
          </a:p>
        </p:txBody>
      </p:sp>
      <p:sp>
        <p:nvSpPr>
          <p:cNvPr id="14341" name="Rectangle 4"/>
          <p:cNvSpPr>
            <a:spLocks noChangeArrowheads="1"/>
          </p:cNvSpPr>
          <p:nvPr/>
        </p:nvSpPr>
        <p:spPr bwMode="auto">
          <a:xfrm>
            <a:off x="250825" y="2073275"/>
            <a:ext cx="8713788" cy="378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
                <a:schemeClr val="hlink"/>
              </a:buClr>
              <a:buFontTx/>
              <a:buChar char="•"/>
            </a:pPr>
            <a:r>
              <a:rPr kumimoji="1" lang="en-US" altLang="zh-CN" sz="2400" dirty="0">
                <a:latin typeface="Times New Roman" panose="02020603050405020304" pitchFamily="18" charset="0"/>
                <a:ea typeface="黑体" panose="02010609060101010101" pitchFamily="49" charset="-122"/>
              </a:rPr>
              <a:t> UML: Unified Modeling Language</a:t>
            </a:r>
          </a:p>
          <a:p>
            <a:pPr eaLnBrk="1" hangingPunct="1">
              <a:spcBef>
                <a:spcPct val="0"/>
              </a:spcBef>
              <a:buClr>
                <a:schemeClr val="hlink"/>
              </a:buClr>
              <a:buFontTx/>
              <a:buChar char="•"/>
            </a:pPr>
            <a:r>
              <a:rPr kumimoji="1" lang="zh-CN" altLang="en-US" sz="2400" dirty="0">
                <a:latin typeface="Times New Roman" panose="02020603050405020304" pitchFamily="18" charset="0"/>
                <a:ea typeface="黑体" panose="02010609060101010101" pitchFamily="49" charset="-122"/>
              </a:rPr>
              <a:t>是一种面向对象的建模语言，它是运用统一的、标准化的标记和定义实现对软件系统进行面向对象的描述和建模。 </a:t>
            </a:r>
            <a:endParaRPr kumimoji="1" lang="en-US" altLang="zh-CN" sz="2400" dirty="0">
              <a:latin typeface="Times New Roman" panose="02020603050405020304" pitchFamily="18" charset="0"/>
              <a:ea typeface="黑体" panose="02010609060101010101" pitchFamily="49" charset="-122"/>
            </a:endParaRPr>
          </a:p>
          <a:p>
            <a:pPr eaLnBrk="1" hangingPunct="1">
              <a:spcBef>
                <a:spcPct val="0"/>
              </a:spcBef>
              <a:buClr>
                <a:schemeClr val="hlink"/>
              </a:buClr>
              <a:buFontTx/>
              <a:buChar char="•"/>
            </a:pPr>
            <a:r>
              <a:rPr kumimoji="1" lang="zh-CN" altLang="en-US" sz="2400" dirty="0">
                <a:latin typeface="Times New Roman" panose="02020603050405020304" pitchFamily="18" charset="0"/>
                <a:ea typeface="黑体" panose="02010609060101010101" pitchFamily="49" charset="-122"/>
              </a:rPr>
              <a:t>始于</a:t>
            </a:r>
            <a:r>
              <a:rPr kumimoji="1" lang="en-US" altLang="zh-CN" sz="2400" dirty="0">
                <a:latin typeface="Times New Roman" panose="02020603050405020304" pitchFamily="18" charset="0"/>
                <a:ea typeface="黑体" panose="02010609060101010101" pitchFamily="49" charset="-122"/>
              </a:rPr>
              <a:t>1997</a:t>
            </a:r>
            <a:r>
              <a:rPr kumimoji="1" lang="zh-CN" altLang="en-US" sz="2400" dirty="0">
                <a:latin typeface="Times New Roman" panose="02020603050405020304" pitchFamily="18" charset="0"/>
                <a:ea typeface="黑体" panose="02010609060101010101" pitchFamily="49" charset="-122"/>
              </a:rPr>
              <a:t>年一个</a:t>
            </a:r>
            <a:r>
              <a:rPr kumimoji="1" lang="en-US" altLang="zh-CN" sz="2400" dirty="0">
                <a:latin typeface="Times New Roman" panose="02020603050405020304" pitchFamily="18" charset="0"/>
                <a:ea typeface="黑体" panose="02010609060101010101" pitchFamily="49" charset="-122"/>
              </a:rPr>
              <a:t>OMG</a:t>
            </a:r>
            <a:r>
              <a:rPr kumimoji="1" lang="zh-CN" altLang="en-US" sz="2400" dirty="0">
                <a:latin typeface="Times New Roman" panose="02020603050405020304" pitchFamily="18" charset="0"/>
                <a:ea typeface="黑体" panose="02010609060101010101" pitchFamily="49" charset="-122"/>
              </a:rPr>
              <a:t>标准，它是一个支持模型化和软件系统开发的图形化语言</a:t>
            </a:r>
            <a:r>
              <a:rPr kumimoji="1" lang="en-US" altLang="zh-CN" sz="2400" dirty="0">
                <a:latin typeface="Times New Roman" panose="02020603050405020304" pitchFamily="18" charset="0"/>
                <a:ea typeface="黑体" panose="02010609060101010101" pitchFamily="49" charset="-122"/>
              </a:rPr>
              <a:t>,</a:t>
            </a:r>
            <a:r>
              <a:rPr kumimoji="1" lang="zh-CN" altLang="en-US" sz="2400" dirty="0">
                <a:latin typeface="Times New Roman" panose="02020603050405020304" pitchFamily="18" charset="0"/>
                <a:ea typeface="黑体" panose="02010609060101010101" pitchFamily="49" charset="-122"/>
              </a:rPr>
              <a:t>为软件开发的所有阶段提供模型化和可视化支持，包括由需求分析到规格，到构造和配置。 面向对象的分析与设计</a:t>
            </a:r>
            <a:r>
              <a:rPr kumimoji="1" lang="en-US" altLang="zh-CN" sz="2400" dirty="0">
                <a:latin typeface="Times New Roman" panose="02020603050405020304" pitchFamily="18" charset="0"/>
                <a:ea typeface="黑体" panose="02010609060101010101" pitchFamily="49" charset="-122"/>
              </a:rPr>
              <a:t>(OOA</a:t>
            </a:r>
            <a:r>
              <a:rPr kumimoji="1" lang="zh-CN" altLang="en-US" sz="2400" dirty="0">
                <a:latin typeface="Times New Roman" panose="02020603050405020304" pitchFamily="18" charset="0"/>
                <a:ea typeface="黑体" panose="02010609060101010101" pitchFamily="49" charset="-122"/>
              </a:rPr>
              <a:t>＆</a:t>
            </a:r>
            <a:r>
              <a:rPr kumimoji="1" lang="en-US" altLang="zh-CN" sz="2400" dirty="0">
                <a:latin typeface="Times New Roman" panose="02020603050405020304" pitchFamily="18" charset="0"/>
                <a:ea typeface="黑体" panose="02010609060101010101" pitchFamily="49" charset="-122"/>
              </a:rPr>
              <a:t>D</a:t>
            </a:r>
            <a:r>
              <a:rPr kumimoji="1" lang="zh-CN" altLang="en-US" sz="2400" dirty="0">
                <a:latin typeface="Times New Roman" panose="02020603050405020304" pitchFamily="18" charset="0"/>
                <a:ea typeface="黑体" panose="02010609060101010101" pitchFamily="49" charset="-122"/>
              </a:rPr>
              <a:t>，</a:t>
            </a:r>
            <a:r>
              <a:rPr kumimoji="1" lang="en-US" altLang="zh-CN" sz="2400" dirty="0">
                <a:latin typeface="Times New Roman" panose="02020603050405020304" pitchFamily="18" charset="0"/>
                <a:ea typeface="黑体" panose="02010609060101010101" pitchFamily="49" charset="-122"/>
              </a:rPr>
              <a:t>OOAD)</a:t>
            </a:r>
            <a:r>
              <a:rPr kumimoji="1" lang="zh-CN" altLang="en-US" sz="2400" dirty="0">
                <a:latin typeface="Times New Roman" panose="02020603050405020304" pitchFamily="18" charset="0"/>
                <a:ea typeface="黑体" panose="02010609060101010101" pitchFamily="49" charset="-122"/>
              </a:rPr>
              <a:t>方法的发展在上世纪</a:t>
            </a:r>
            <a:r>
              <a:rPr kumimoji="1" lang="en-US" altLang="zh-CN" sz="2400" dirty="0">
                <a:latin typeface="Times New Roman" panose="02020603050405020304" pitchFamily="18" charset="0"/>
                <a:ea typeface="黑体" panose="02010609060101010101" pitchFamily="49" charset="-122"/>
              </a:rPr>
              <a:t>80</a:t>
            </a:r>
            <a:r>
              <a:rPr kumimoji="1" lang="zh-CN" altLang="en-US" sz="2400" dirty="0">
                <a:latin typeface="Times New Roman" panose="02020603050405020304" pitchFamily="18" charset="0"/>
                <a:ea typeface="黑体" panose="02010609060101010101" pitchFamily="49" charset="-122"/>
              </a:rPr>
              <a:t>年代末至</a:t>
            </a:r>
            <a:r>
              <a:rPr kumimoji="1" lang="en-US" altLang="zh-CN" sz="2400" dirty="0">
                <a:latin typeface="Times New Roman" panose="02020603050405020304" pitchFamily="18" charset="0"/>
                <a:ea typeface="黑体" panose="02010609060101010101" pitchFamily="49" charset="-122"/>
              </a:rPr>
              <a:t>90</a:t>
            </a:r>
            <a:r>
              <a:rPr kumimoji="1" lang="zh-CN" altLang="en-US" sz="2400" dirty="0">
                <a:latin typeface="Times New Roman" panose="02020603050405020304" pitchFamily="18" charset="0"/>
                <a:ea typeface="黑体" panose="02010609060101010101" pitchFamily="49" charset="-122"/>
              </a:rPr>
              <a:t>年代中出现了一个高潮，</a:t>
            </a:r>
            <a:r>
              <a:rPr kumimoji="1" lang="en-US" altLang="zh-CN" sz="2400" dirty="0">
                <a:latin typeface="Times New Roman" panose="02020603050405020304" pitchFamily="18" charset="0"/>
                <a:ea typeface="黑体" panose="02010609060101010101" pitchFamily="49" charset="-122"/>
              </a:rPr>
              <a:t>UML</a:t>
            </a:r>
            <a:r>
              <a:rPr kumimoji="1" lang="zh-CN" altLang="en-US" sz="2400" dirty="0">
                <a:latin typeface="Times New Roman" panose="02020603050405020304" pitchFamily="18" charset="0"/>
                <a:ea typeface="黑体" panose="02010609060101010101" pitchFamily="49" charset="-122"/>
              </a:rPr>
              <a:t>是这个高潮的产物。它不仅统一了</a:t>
            </a:r>
            <a:r>
              <a:rPr kumimoji="1" lang="en-US" altLang="zh-CN" sz="2400" dirty="0" err="1">
                <a:latin typeface="Times New Roman" panose="02020603050405020304" pitchFamily="18" charset="0"/>
                <a:ea typeface="黑体" panose="02010609060101010101" pitchFamily="49" charset="-122"/>
              </a:rPr>
              <a:t>Booch</a:t>
            </a:r>
            <a:r>
              <a:rPr kumimoji="1" lang="zh-CN" altLang="en-US" sz="2400" dirty="0">
                <a:latin typeface="Times New Roman" panose="02020603050405020304" pitchFamily="18" charset="0"/>
                <a:ea typeface="黑体" panose="02010609060101010101" pitchFamily="49" charset="-122"/>
              </a:rPr>
              <a:t>、</a:t>
            </a:r>
            <a:r>
              <a:rPr kumimoji="1" lang="en-US" altLang="zh-CN" sz="2400" dirty="0" err="1">
                <a:latin typeface="Times New Roman" panose="02020603050405020304" pitchFamily="18" charset="0"/>
                <a:ea typeface="黑体" panose="02010609060101010101" pitchFamily="49" charset="-122"/>
              </a:rPr>
              <a:t>Rumbaugh</a:t>
            </a:r>
            <a:r>
              <a:rPr kumimoji="1" lang="zh-CN" altLang="en-US" sz="2400" dirty="0">
                <a:latin typeface="Times New Roman" panose="02020603050405020304" pitchFamily="18" charset="0"/>
                <a:ea typeface="黑体" panose="02010609060101010101" pitchFamily="49" charset="-122"/>
              </a:rPr>
              <a:t>和</a:t>
            </a:r>
            <a:r>
              <a:rPr kumimoji="1" lang="en-US" altLang="zh-CN" sz="2400" dirty="0">
                <a:latin typeface="Times New Roman" panose="02020603050405020304" pitchFamily="18" charset="0"/>
                <a:ea typeface="黑体" panose="02010609060101010101" pitchFamily="49" charset="-122"/>
              </a:rPr>
              <a:t>Jacobson</a:t>
            </a:r>
            <a:r>
              <a:rPr kumimoji="1" lang="zh-CN" altLang="en-US" sz="2400" dirty="0">
                <a:latin typeface="Times New Roman" panose="02020603050405020304" pitchFamily="18" charset="0"/>
                <a:ea typeface="黑体" panose="02010609060101010101" pitchFamily="49" charset="-122"/>
              </a:rPr>
              <a:t>的表示方法，而且对其作了进一步的发展，并最终统一为大众所接受的标准</a:t>
            </a:r>
            <a:r>
              <a:rPr kumimoji="1" lang="zh-CN" altLang="en-US" sz="2400">
                <a:latin typeface="Times New Roman" panose="02020603050405020304" pitchFamily="18" charset="0"/>
                <a:ea typeface="黑体" panose="02010609060101010101" pitchFamily="49" charset="-122"/>
              </a:rPr>
              <a:t>建模</a:t>
            </a:r>
            <a:r>
              <a:rPr kumimoji="1" lang="zh-CN" altLang="en-US" sz="2400" smtClean="0">
                <a:latin typeface="Times New Roman" panose="02020603050405020304" pitchFamily="18" charset="0"/>
                <a:ea typeface="黑体" panose="02010609060101010101" pitchFamily="49" charset="-122"/>
              </a:rPr>
              <a:t>语言</a:t>
            </a:r>
            <a:r>
              <a:rPr kumimoji="1" lang="zh-CN" altLang="en-US" sz="2400" smtClean="0">
                <a:latin typeface="Times New Roman" panose="02020603050405020304" pitchFamily="18" charset="0"/>
                <a:ea typeface="黑体" panose="02010609060101010101" pitchFamily="49" charset="-122"/>
              </a:rPr>
              <a:t>。      </a:t>
            </a:r>
            <a:endParaRPr kumimoji="1" lang="zh-CN" altLang="en-US" sz="2400" dirty="0">
              <a:latin typeface="Times New Roman" panose="02020603050405020304" pitchFamily="18" charset="0"/>
              <a:ea typeface="黑体" panose="02010609060101010101" pitchFamily="49" charset="-122"/>
            </a:endParaRPr>
          </a:p>
        </p:txBody>
      </p:sp>
    </p:spTree>
  </p:cSld>
  <p:clrMapOvr>
    <a:masterClrMapping/>
  </p:clrMapOvr>
  <p:transition advClick="0">
    <p:wheel spokes="8"/>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日期占位符 1"/>
          <p:cNvSpPr>
            <a:spLocks noGrp="1"/>
          </p:cNvSpPr>
          <p:nvPr>
            <p:ph type="dt" sz="quarter" idx="10"/>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B3FEC28C-59C0-4324-BD0A-85F5072CD44A}" type="datetime8">
              <a:rPr lang="zh-CN" altLang="en-US" sz="1400" smtClean="0"/>
              <a:pPr>
                <a:spcBef>
                  <a:spcPct val="0"/>
                </a:spcBef>
                <a:buClrTx/>
                <a:buFontTx/>
                <a:buNone/>
              </a:pPr>
              <a:t>2020年5月12日3时0分</a:t>
            </a:fld>
            <a:endParaRPr lang="en-US" altLang="zh-CN" sz="1400" smtClean="0"/>
          </a:p>
        </p:txBody>
      </p:sp>
      <p:sp>
        <p:nvSpPr>
          <p:cNvPr id="15363" name="灯片编号占位符 3"/>
          <p:cNvSpPr>
            <a:spLocks noGrp="1"/>
          </p:cNvSpPr>
          <p:nvPr>
            <p:ph type="sldNum" sz="quarter" idx="12"/>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6FE0BD41-9E4D-47F5-B5B8-EE1278E3BA37}" type="slidenum">
              <a:rPr lang="en-US" altLang="zh-CN" sz="1400" smtClean="0"/>
              <a:pPr>
                <a:spcBef>
                  <a:spcPct val="0"/>
                </a:spcBef>
                <a:buClrTx/>
                <a:buFontTx/>
                <a:buNone/>
              </a:pPr>
              <a:t>2</a:t>
            </a:fld>
            <a:endParaRPr lang="en-US" altLang="zh-CN" sz="1400" smtClean="0"/>
          </a:p>
        </p:txBody>
      </p:sp>
      <p:sp>
        <p:nvSpPr>
          <p:cNvPr id="15364" name="Rectangle 2"/>
          <p:cNvSpPr>
            <a:spLocks noChangeArrowheads="1"/>
          </p:cNvSpPr>
          <p:nvPr/>
        </p:nvSpPr>
        <p:spPr bwMode="auto">
          <a:xfrm>
            <a:off x="1042988" y="476250"/>
            <a:ext cx="7345362"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
                <a:schemeClr val="hlink"/>
              </a:buClr>
              <a:buFontTx/>
              <a:buNone/>
            </a:pPr>
            <a:r>
              <a:rPr kumimoji="1" lang="en-US" altLang="zh-CN" sz="3600">
                <a:solidFill>
                  <a:schemeClr val="accent2"/>
                </a:solidFill>
                <a:latin typeface="黑体" panose="02010609060101010101" pitchFamily="49" charset="-122"/>
                <a:ea typeface="黑体" panose="02010609060101010101" pitchFamily="49" charset="-122"/>
              </a:rPr>
              <a:t>UML</a:t>
            </a:r>
            <a:r>
              <a:rPr kumimoji="1" lang="zh-CN" altLang="en-US" sz="3600">
                <a:solidFill>
                  <a:schemeClr val="accent2"/>
                </a:solidFill>
                <a:latin typeface="黑体" panose="02010609060101010101" pitchFamily="49" charset="-122"/>
                <a:ea typeface="黑体" panose="02010609060101010101" pitchFamily="49" charset="-122"/>
              </a:rPr>
              <a:t>结构</a:t>
            </a:r>
            <a:endParaRPr kumimoji="1" lang="zh-CN" altLang="en-US" sz="3600">
              <a:latin typeface="黑体" panose="02010609060101010101" pitchFamily="49" charset="-122"/>
              <a:ea typeface="黑体" panose="02010609060101010101" pitchFamily="49" charset="-122"/>
            </a:endParaRPr>
          </a:p>
        </p:txBody>
      </p:sp>
      <p:pic>
        <p:nvPicPr>
          <p:cNvPr id="15365"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39750" y="1196975"/>
            <a:ext cx="7777163" cy="336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6" name="Rectangle 4"/>
          <p:cNvSpPr>
            <a:spLocks noChangeArrowheads="1"/>
          </p:cNvSpPr>
          <p:nvPr/>
        </p:nvSpPr>
        <p:spPr bwMode="auto">
          <a:xfrm>
            <a:off x="323850" y="4724400"/>
            <a:ext cx="8496300"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
                <a:schemeClr val="hlink"/>
              </a:buClr>
              <a:buFontTx/>
              <a:buChar char="•"/>
            </a:pPr>
            <a:r>
              <a:rPr kumimoji="1" lang="zh-CN" altLang="en-US" sz="2400">
                <a:latin typeface="Times New Roman" panose="02020603050405020304" pitchFamily="18" charset="0"/>
                <a:ea typeface="黑体" panose="02010609060101010101" pitchFamily="49" charset="-122"/>
              </a:rPr>
              <a:t>构造块</a:t>
            </a:r>
            <a:r>
              <a:rPr kumimoji="1" lang="en-US" altLang="zh-CN" sz="2400">
                <a:latin typeface="Times New Roman" panose="02020603050405020304" pitchFamily="18" charset="0"/>
                <a:ea typeface="黑体" panose="02010609060101010101" pitchFamily="49" charset="-122"/>
              </a:rPr>
              <a:t>——</a:t>
            </a:r>
            <a:r>
              <a:rPr kumimoji="1" lang="zh-CN" altLang="en-US" sz="2400">
                <a:latin typeface="Times New Roman" panose="02020603050405020304" pitchFamily="18" charset="0"/>
                <a:ea typeface="黑体" panose="02010609060101010101" pitchFamily="49" charset="-122"/>
              </a:rPr>
              <a:t>这些是基本</a:t>
            </a:r>
            <a:r>
              <a:rPr kumimoji="1" lang="en-US" altLang="zh-CN" sz="2400">
                <a:latin typeface="Times New Roman" panose="02020603050405020304" pitchFamily="18" charset="0"/>
                <a:ea typeface="黑体" panose="02010609060101010101" pitchFamily="49" charset="-122"/>
              </a:rPr>
              <a:t>UML</a:t>
            </a:r>
            <a:r>
              <a:rPr kumimoji="1" lang="zh-CN" altLang="en-US" sz="2400">
                <a:latin typeface="Times New Roman" panose="02020603050405020304" pitchFamily="18" charset="0"/>
                <a:ea typeface="黑体" panose="02010609060101010101" pitchFamily="49" charset="-122"/>
              </a:rPr>
              <a:t>建模元素（事物、关系和图）</a:t>
            </a:r>
          </a:p>
          <a:p>
            <a:pPr eaLnBrk="1" hangingPunct="1">
              <a:spcBef>
                <a:spcPct val="0"/>
              </a:spcBef>
              <a:buClr>
                <a:schemeClr val="hlink"/>
              </a:buClr>
              <a:buFontTx/>
              <a:buChar char="•"/>
            </a:pPr>
            <a:r>
              <a:rPr kumimoji="1" lang="zh-CN" altLang="en-US" sz="2400">
                <a:latin typeface="Times New Roman" panose="02020603050405020304" pitchFamily="18" charset="0"/>
                <a:ea typeface="黑体" panose="02010609060101010101" pitchFamily="49" charset="-122"/>
              </a:rPr>
              <a:t>公共机制</a:t>
            </a:r>
            <a:r>
              <a:rPr kumimoji="1" lang="en-US" altLang="zh-CN" sz="2400">
                <a:latin typeface="Times New Roman" panose="02020603050405020304" pitchFamily="18" charset="0"/>
                <a:ea typeface="黑体" panose="02010609060101010101" pitchFamily="49" charset="-122"/>
              </a:rPr>
              <a:t>——</a:t>
            </a:r>
            <a:r>
              <a:rPr kumimoji="1" lang="zh-CN" altLang="en-US" sz="2400">
                <a:latin typeface="Times New Roman" panose="02020603050405020304" pitchFamily="18" charset="0"/>
                <a:ea typeface="黑体" panose="02010609060101010101" pitchFamily="49" charset="-122"/>
              </a:rPr>
              <a:t>达到特定目标的公共</a:t>
            </a:r>
            <a:r>
              <a:rPr kumimoji="1" lang="en-US" altLang="zh-CN" sz="2400">
                <a:latin typeface="Times New Roman" panose="02020603050405020304" pitchFamily="18" charset="0"/>
                <a:ea typeface="黑体" panose="02010609060101010101" pitchFamily="49" charset="-122"/>
              </a:rPr>
              <a:t>UML</a:t>
            </a:r>
            <a:r>
              <a:rPr kumimoji="1" lang="zh-CN" altLang="en-US" sz="2400">
                <a:latin typeface="Times New Roman" panose="02020603050405020304" pitchFamily="18" charset="0"/>
                <a:ea typeface="黑体" panose="02010609060101010101" pitchFamily="49" charset="-122"/>
              </a:rPr>
              <a:t>方法。</a:t>
            </a:r>
            <a:r>
              <a:rPr kumimoji="1" lang="en-US" altLang="zh-CN" sz="2400">
                <a:latin typeface="Times New Roman" panose="02020603050405020304" pitchFamily="18" charset="0"/>
                <a:ea typeface="黑体" panose="02010609060101010101" pitchFamily="49" charset="-122"/>
              </a:rPr>
              <a:t>(</a:t>
            </a:r>
            <a:r>
              <a:rPr kumimoji="1" lang="zh-CN" altLang="en-US" sz="2400">
                <a:latin typeface="Times New Roman" panose="02020603050405020304" pitchFamily="18" charset="0"/>
                <a:ea typeface="黑体" panose="02010609060101010101" pitchFamily="49" charset="-122"/>
              </a:rPr>
              <a:t>规格说明等</a:t>
            </a:r>
            <a:r>
              <a:rPr kumimoji="1" lang="en-US" altLang="zh-CN" sz="2400">
                <a:latin typeface="Times New Roman" panose="02020603050405020304" pitchFamily="18" charset="0"/>
                <a:ea typeface="黑体" panose="02010609060101010101" pitchFamily="49" charset="-122"/>
              </a:rPr>
              <a:t>)</a:t>
            </a:r>
          </a:p>
          <a:p>
            <a:pPr eaLnBrk="1" hangingPunct="1">
              <a:spcBef>
                <a:spcPct val="0"/>
              </a:spcBef>
              <a:buClr>
                <a:schemeClr val="hlink"/>
              </a:buClr>
              <a:buFontTx/>
              <a:buChar char="•"/>
            </a:pPr>
            <a:r>
              <a:rPr kumimoji="1" lang="zh-CN" altLang="en-US" sz="2400">
                <a:latin typeface="Times New Roman" panose="02020603050405020304" pitchFamily="18" charset="0"/>
                <a:ea typeface="黑体" panose="02010609060101010101" pitchFamily="49" charset="-122"/>
              </a:rPr>
              <a:t>构架</a:t>
            </a:r>
            <a:r>
              <a:rPr kumimoji="1" lang="en-US" altLang="zh-CN" sz="2400">
                <a:latin typeface="Times New Roman" panose="02020603050405020304" pitchFamily="18" charset="0"/>
                <a:ea typeface="黑体" panose="02010609060101010101" pitchFamily="49" charset="-122"/>
              </a:rPr>
              <a:t>——</a:t>
            </a:r>
            <a:r>
              <a:rPr kumimoji="1" lang="zh-CN" altLang="en-US" sz="2400">
                <a:latin typeface="Times New Roman" panose="02020603050405020304" pitchFamily="18" charset="0"/>
                <a:ea typeface="黑体" panose="02010609060101010101" pitchFamily="49" charset="-122"/>
              </a:rPr>
              <a:t>系统构架的</a:t>
            </a:r>
            <a:r>
              <a:rPr kumimoji="1" lang="en-US" altLang="zh-CN" sz="2400">
                <a:latin typeface="Times New Roman" panose="02020603050405020304" pitchFamily="18" charset="0"/>
                <a:ea typeface="黑体" panose="02010609060101010101" pitchFamily="49" charset="-122"/>
              </a:rPr>
              <a:t>UML</a:t>
            </a:r>
            <a:r>
              <a:rPr kumimoji="1" lang="zh-CN" altLang="en-US" sz="2400">
                <a:latin typeface="Times New Roman" panose="02020603050405020304" pitchFamily="18" charset="0"/>
                <a:ea typeface="黑体" panose="02010609060101010101" pitchFamily="49" charset="-122"/>
              </a:rPr>
              <a:t>视图。</a:t>
            </a:r>
            <a:r>
              <a:rPr kumimoji="1" lang="en-US" altLang="zh-CN" sz="2400">
                <a:latin typeface="Times New Roman" panose="02020603050405020304" pitchFamily="18" charset="0"/>
                <a:ea typeface="黑体" panose="02010609060101010101" pitchFamily="49" charset="-122"/>
              </a:rPr>
              <a:t>(</a:t>
            </a:r>
            <a:r>
              <a:rPr kumimoji="1" lang="zh-CN" altLang="en-US" sz="2400">
                <a:latin typeface="Times New Roman" panose="02020603050405020304" pitchFamily="18" charset="0"/>
                <a:ea typeface="黑体" panose="02010609060101010101" pitchFamily="49" charset="-122"/>
              </a:rPr>
              <a:t>可见性</a:t>
            </a:r>
            <a:r>
              <a:rPr kumimoji="1" lang="en-US" altLang="zh-CN" sz="2400">
                <a:latin typeface="Times New Roman" panose="02020603050405020304" pitchFamily="18" charset="0"/>
                <a:ea typeface="黑体" panose="02010609060101010101" pitchFamily="49" charset="-122"/>
              </a:rPr>
              <a:t>,</a:t>
            </a:r>
            <a:r>
              <a:rPr kumimoji="1" lang="zh-CN" altLang="en-US" sz="2400">
                <a:latin typeface="Times New Roman" panose="02020603050405020304" pitchFamily="18" charset="0"/>
                <a:ea typeface="黑体" panose="02010609060101010101" pitchFamily="49" charset="-122"/>
              </a:rPr>
              <a:t>完整性等</a:t>
            </a:r>
            <a:r>
              <a:rPr kumimoji="1" lang="en-US" altLang="zh-CN" sz="2400">
                <a:latin typeface="Times New Roman" panose="02020603050405020304" pitchFamily="18" charset="0"/>
                <a:ea typeface="黑体" panose="02010609060101010101" pitchFamily="49" charset="-122"/>
              </a:rPr>
              <a:t>)</a:t>
            </a:r>
          </a:p>
        </p:txBody>
      </p:sp>
    </p:spTree>
  </p:cSld>
  <p:clrMapOvr>
    <a:masterClrMapping/>
  </p:clrMapOvr>
  <p:transition advClick="0">
    <p:wheel spokes="8"/>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日期占位符 1"/>
          <p:cNvSpPr>
            <a:spLocks noGrp="1"/>
          </p:cNvSpPr>
          <p:nvPr>
            <p:ph type="dt" sz="quarter" idx="10"/>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3AAB5FD9-E801-4ED2-93DB-2835A94B4E8E}" type="datetime8">
              <a:rPr lang="zh-CN" altLang="en-US" sz="1400" smtClean="0"/>
              <a:pPr>
                <a:spcBef>
                  <a:spcPct val="0"/>
                </a:spcBef>
                <a:buClrTx/>
                <a:buFontTx/>
                <a:buNone/>
              </a:pPr>
              <a:t>2020年5月12日3时0分</a:t>
            </a:fld>
            <a:endParaRPr lang="en-US" altLang="zh-CN" sz="1400" smtClean="0"/>
          </a:p>
        </p:txBody>
      </p:sp>
      <p:sp>
        <p:nvSpPr>
          <p:cNvPr id="16387" name="灯片编号占位符 3"/>
          <p:cNvSpPr>
            <a:spLocks noGrp="1"/>
          </p:cNvSpPr>
          <p:nvPr>
            <p:ph type="sldNum" sz="quarter" idx="12"/>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D8D669DE-E099-428E-B1D5-4DA90D1BD00C}" type="slidenum">
              <a:rPr lang="en-US" altLang="zh-CN" sz="1400" smtClean="0"/>
              <a:pPr>
                <a:spcBef>
                  <a:spcPct val="0"/>
                </a:spcBef>
                <a:buClrTx/>
                <a:buFontTx/>
                <a:buNone/>
              </a:pPr>
              <a:t>3</a:t>
            </a:fld>
            <a:endParaRPr lang="en-US" altLang="zh-CN" sz="1400" smtClean="0"/>
          </a:p>
        </p:txBody>
      </p:sp>
      <p:pic>
        <p:nvPicPr>
          <p:cNvPr id="1638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03350" y="1268413"/>
            <a:ext cx="5267325" cy="292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9" name="Rectangle 3"/>
          <p:cNvSpPr>
            <a:spLocks noChangeArrowheads="1"/>
          </p:cNvSpPr>
          <p:nvPr/>
        </p:nvSpPr>
        <p:spPr bwMode="auto">
          <a:xfrm>
            <a:off x="250825" y="549275"/>
            <a:ext cx="2012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
                <a:schemeClr val="hlink"/>
              </a:buClr>
              <a:buFontTx/>
              <a:buNone/>
            </a:pPr>
            <a:r>
              <a:rPr kumimoji="1" lang="en-US" altLang="zh-CN" sz="2400">
                <a:solidFill>
                  <a:schemeClr val="accent2"/>
                </a:solidFill>
                <a:latin typeface="黑体" panose="02010609060101010101" pitchFamily="49" charset="-122"/>
                <a:ea typeface="黑体" panose="02010609060101010101" pitchFamily="49" charset="-122"/>
              </a:rPr>
              <a:t>1</a:t>
            </a:r>
            <a:r>
              <a:rPr kumimoji="1" lang="zh-CN" altLang="en-US" sz="2400">
                <a:solidFill>
                  <a:schemeClr val="accent2"/>
                </a:solidFill>
                <a:latin typeface="黑体" panose="02010609060101010101" pitchFamily="49" charset="-122"/>
                <a:ea typeface="黑体" panose="02010609060101010101" pitchFamily="49" charset="-122"/>
              </a:rPr>
              <a:t>、</a:t>
            </a:r>
            <a:r>
              <a:rPr kumimoji="1" lang="en-US" altLang="zh-CN" sz="2400">
                <a:solidFill>
                  <a:schemeClr val="accent2"/>
                </a:solidFill>
                <a:latin typeface="黑体" panose="02010609060101010101" pitchFamily="49" charset="-122"/>
                <a:ea typeface="黑体" panose="02010609060101010101" pitchFamily="49" charset="-122"/>
              </a:rPr>
              <a:t>UML</a:t>
            </a:r>
            <a:r>
              <a:rPr kumimoji="1" lang="zh-CN" altLang="en-US" sz="2400">
                <a:solidFill>
                  <a:schemeClr val="accent2"/>
                </a:solidFill>
                <a:latin typeface="黑体" panose="02010609060101010101" pitchFamily="49" charset="-122"/>
                <a:ea typeface="黑体" panose="02010609060101010101" pitchFamily="49" charset="-122"/>
              </a:rPr>
              <a:t>构造块</a:t>
            </a:r>
          </a:p>
        </p:txBody>
      </p:sp>
      <p:sp>
        <p:nvSpPr>
          <p:cNvPr id="16390" name="Rectangle 4"/>
          <p:cNvSpPr>
            <a:spLocks noChangeArrowheads="1"/>
          </p:cNvSpPr>
          <p:nvPr/>
        </p:nvSpPr>
        <p:spPr bwMode="auto">
          <a:xfrm>
            <a:off x="214313" y="4437063"/>
            <a:ext cx="8929687"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
                <a:schemeClr val="hlink"/>
              </a:buClr>
              <a:buFontTx/>
              <a:buChar char="•"/>
            </a:pPr>
            <a:r>
              <a:rPr kumimoji="1" lang="zh-CN" altLang="en-US" sz="2400">
                <a:latin typeface="Times New Roman" panose="02020603050405020304" pitchFamily="18" charset="0"/>
                <a:ea typeface="黑体" panose="02010609060101010101" pitchFamily="49" charset="-122"/>
              </a:rPr>
              <a:t>物件</a:t>
            </a:r>
            <a:r>
              <a:rPr kumimoji="1" lang="en-US" altLang="zh-CN" sz="2400">
                <a:latin typeface="Times New Roman" panose="02020603050405020304" pitchFamily="18" charset="0"/>
                <a:ea typeface="黑体" panose="02010609060101010101" pitchFamily="49" charset="-122"/>
              </a:rPr>
              <a:t>(</a:t>
            </a:r>
            <a:r>
              <a:rPr kumimoji="1" lang="zh-CN" altLang="en-US" sz="2400">
                <a:latin typeface="Times New Roman" panose="02020603050405020304" pitchFamily="18" charset="0"/>
                <a:ea typeface="黑体" panose="02010609060101010101" pitchFamily="49" charset="-122"/>
              </a:rPr>
              <a:t>事物</a:t>
            </a:r>
            <a:r>
              <a:rPr kumimoji="1" lang="en-US" altLang="zh-CN" sz="2400">
                <a:latin typeface="Times New Roman" panose="02020603050405020304" pitchFamily="18" charset="0"/>
                <a:ea typeface="黑体" panose="02010609060101010101" pitchFamily="49" charset="-122"/>
              </a:rPr>
              <a:t>)—</a:t>
            </a:r>
            <a:r>
              <a:rPr kumimoji="1" lang="zh-CN" altLang="en-US" sz="2400">
                <a:latin typeface="Times New Roman" panose="02020603050405020304" pitchFamily="18" charset="0"/>
                <a:ea typeface="黑体" panose="02010609060101010101" pitchFamily="49" charset="-122"/>
              </a:rPr>
              <a:t>这些是建模元素本身。</a:t>
            </a:r>
            <a:r>
              <a:rPr kumimoji="1" lang="en-US" altLang="zh-CN" sz="2400">
                <a:latin typeface="Times New Roman" panose="02020603050405020304" pitchFamily="18" charset="0"/>
                <a:ea typeface="黑体" panose="02010609060101010101" pitchFamily="49" charset="-122"/>
              </a:rPr>
              <a:t>(</a:t>
            </a:r>
            <a:r>
              <a:rPr kumimoji="1" lang="zh-CN" altLang="en-US" sz="2400">
                <a:latin typeface="Times New Roman" panose="02020603050405020304" pitchFamily="18" charset="0"/>
                <a:ea typeface="黑体" panose="02010609060101010101" pitchFamily="49" charset="-122"/>
              </a:rPr>
              <a:t>结构、行为、分组、注释</a:t>
            </a:r>
            <a:r>
              <a:rPr kumimoji="1" lang="en-US" altLang="zh-CN" sz="2400">
                <a:latin typeface="Times New Roman" panose="02020603050405020304" pitchFamily="18" charset="0"/>
                <a:ea typeface="黑体" panose="02010609060101010101" pitchFamily="49" charset="-122"/>
              </a:rPr>
              <a:t>)</a:t>
            </a:r>
          </a:p>
          <a:p>
            <a:pPr eaLnBrk="1" hangingPunct="1">
              <a:spcBef>
                <a:spcPct val="0"/>
              </a:spcBef>
              <a:buClr>
                <a:schemeClr val="hlink"/>
              </a:buClr>
              <a:buFontTx/>
              <a:buChar char="•"/>
            </a:pPr>
            <a:r>
              <a:rPr kumimoji="1" lang="zh-CN" altLang="en-US" sz="2400">
                <a:latin typeface="Times New Roman" panose="02020603050405020304" pitchFamily="18" charset="0"/>
                <a:ea typeface="黑体" panose="02010609060101010101" pitchFamily="49" charset="-122"/>
              </a:rPr>
              <a:t>关系</a:t>
            </a:r>
            <a:r>
              <a:rPr kumimoji="1" lang="en-US" altLang="zh-CN" sz="2400">
                <a:latin typeface="Times New Roman" panose="02020603050405020304" pitchFamily="18" charset="0"/>
                <a:ea typeface="黑体" panose="02010609060101010101" pitchFamily="49" charset="-122"/>
              </a:rPr>
              <a:t>——</a:t>
            </a:r>
            <a:r>
              <a:rPr kumimoji="1" lang="zh-CN" altLang="en-US" sz="2400">
                <a:latin typeface="Times New Roman" panose="02020603050405020304" pitchFamily="18" charset="0"/>
                <a:ea typeface="黑体" panose="02010609060101010101" pitchFamily="49" charset="-122"/>
              </a:rPr>
              <a:t>这些把物件联系在一起，关系说明两个或多个物件是如何语义相关的。</a:t>
            </a:r>
            <a:r>
              <a:rPr kumimoji="1" lang="en-US" altLang="zh-CN" sz="2400">
                <a:latin typeface="Times New Roman" panose="02020603050405020304" pitchFamily="18" charset="0"/>
                <a:ea typeface="黑体" panose="02010609060101010101" pitchFamily="49" charset="-122"/>
              </a:rPr>
              <a:t>(</a:t>
            </a:r>
            <a:r>
              <a:rPr kumimoji="1" lang="zh-CN" altLang="en-US" sz="2400">
                <a:latin typeface="Times New Roman" panose="02020603050405020304" pitchFamily="18" charset="0"/>
                <a:ea typeface="黑体" panose="02010609060101010101" pitchFamily="49" charset="-122"/>
              </a:rPr>
              <a:t>依赖、关联、泛化、实现</a:t>
            </a:r>
            <a:r>
              <a:rPr kumimoji="1" lang="en-US" altLang="zh-CN" sz="2400">
                <a:latin typeface="Times New Roman" panose="02020603050405020304" pitchFamily="18" charset="0"/>
                <a:ea typeface="黑体" panose="02010609060101010101" pitchFamily="49" charset="-122"/>
              </a:rPr>
              <a:t>)</a:t>
            </a:r>
          </a:p>
          <a:p>
            <a:pPr eaLnBrk="1" hangingPunct="1">
              <a:spcBef>
                <a:spcPct val="0"/>
              </a:spcBef>
              <a:buClr>
                <a:schemeClr val="hlink"/>
              </a:buClr>
              <a:buFontTx/>
              <a:buChar char="•"/>
            </a:pPr>
            <a:r>
              <a:rPr kumimoji="1" lang="zh-CN" altLang="en-US" sz="2400">
                <a:latin typeface="Times New Roman" panose="02020603050405020304" pitchFamily="18" charset="0"/>
                <a:ea typeface="黑体" panose="02010609060101010101" pitchFamily="49" charset="-122"/>
              </a:rPr>
              <a:t>图</a:t>
            </a:r>
            <a:r>
              <a:rPr kumimoji="1" lang="en-US" altLang="zh-CN" sz="2400">
                <a:latin typeface="Times New Roman" panose="02020603050405020304" pitchFamily="18" charset="0"/>
                <a:ea typeface="黑体" panose="02010609060101010101" pitchFamily="49" charset="-122"/>
              </a:rPr>
              <a:t>——</a:t>
            </a:r>
            <a:r>
              <a:rPr kumimoji="1" lang="zh-CN" altLang="en-US" sz="2400">
                <a:latin typeface="Times New Roman" panose="02020603050405020304" pitchFamily="18" charset="0"/>
                <a:ea typeface="黑体" panose="02010609060101010101" pitchFamily="49" charset="-122"/>
              </a:rPr>
              <a:t>这些是</a:t>
            </a:r>
            <a:r>
              <a:rPr kumimoji="1" lang="en-US" altLang="zh-CN" sz="2400">
                <a:latin typeface="Times New Roman" panose="02020603050405020304" pitchFamily="18" charset="0"/>
                <a:ea typeface="黑体" panose="02010609060101010101" pitchFamily="49" charset="-122"/>
              </a:rPr>
              <a:t>UML</a:t>
            </a:r>
            <a:r>
              <a:rPr kumimoji="1" lang="zh-CN" altLang="en-US" sz="2400">
                <a:latin typeface="Times New Roman" panose="02020603050405020304" pitchFamily="18" charset="0"/>
                <a:ea typeface="黑体" panose="02010609060101010101" pitchFamily="49" charset="-122"/>
              </a:rPr>
              <a:t>模型的视图，它们展现物件的集合。（</a:t>
            </a:r>
            <a:r>
              <a:rPr kumimoji="1" lang="en-US" altLang="zh-CN" sz="2400">
                <a:latin typeface="Times New Roman" panose="02020603050405020304" pitchFamily="18" charset="0"/>
                <a:ea typeface="黑体" panose="02010609060101010101" pitchFamily="49" charset="-122"/>
              </a:rPr>
              <a:t>9</a:t>
            </a:r>
            <a:r>
              <a:rPr kumimoji="1" lang="zh-CN" altLang="en-US" sz="2400">
                <a:latin typeface="Times New Roman" panose="02020603050405020304" pitchFamily="18" charset="0"/>
                <a:ea typeface="黑体" panose="02010609060101010101" pitchFamily="49" charset="-122"/>
              </a:rPr>
              <a:t>种）</a:t>
            </a:r>
          </a:p>
        </p:txBody>
      </p:sp>
    </p:spTree>
  </p:cSld>
  <p:clrMapOvr>
    <a:masterClrMapping/>
  </p:clrMapOvr>
  <p:transition advClick="0">
    <p:wheel spokes="8"/>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日期占位符 1"/>
          <p:cNvSpPr>
            <a:spLocks noGrp="1"/>
          </p:cNvSpPr>
          <p:nvPr>
            <p:ph type="dt" sz="quarter" idx="10"/>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3D6FA4FE-398D-450A-A376-9AC9BCA1B87E}" type="datetime8">
              <a:rPr lang="zh-CN" altLang="en-US" sz="1400" smtClean="0"/>
              <a:pPr>
                <a:spcBef>
                  <a:spcPct val="0"/>
                </a:spcBef>
                <a:buClrTx/>
                <a:buFontTx/>
                <a:buNone/>
              </a:pPr>
              <a:t>2020年5月12日3时0分</a:t>
            </a:fld>
            <a:endParaRPr lang="en-US" altLang="zh-CN" sz="1400" smtClean="0"/>
          </a:p>
        </p:txBody>
      </p:sp>
      <p:sp>
        <p:nvSpPr>
          <p:cNvPr id="17411" name="灯片编号占位符 3"/>
          <p:cNvSpPr>
            <a:spLocks noGrp="1"/>
          </p:cNvSpPr>
          <p:nvPr>
            <p:ph type="sldNum" sz="quarter" idx="12"/>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640AAB92-0A12-493B-BCFF-0FDC8D2DB99B}" type="slidenum">
              <a:rPr lang="en-US" altLang="zh-CN" sz="1400" smtClean="0"/>
              <a:pPr>
                <a:spcBef>
                  <a:spcPct val="0"/>
                </a:spcBef>
                <a:buClrTx/>
                <a:buFontTx/>
                <a:buNone/>
              </a:pPr>
              <a:t>4</a:t>
            </a:fld>
            <a:endParaRPr lang="en-US" altLang="zh-CN" sz="1400" smtClean="0"/>
          </a:p>
        </p:txBody>
      </p:sp>
      <p:sp>
        <p:nvSpPr>
          <p:cNvPr id="17412" name="Rectangle 2"/>
          <p:cNvSpPr>
            <a:spLocks noChangeArrowheads="1"/>
          </p:cNvSpPr>
          <p:nvPr/>
        </p:nvSpPr>
        <p:spPr bwMode="auto">
          <a:xfrm>
            <a:off x="250825" y="476250"/>
            <a:ext cx="1708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
                <a:schemeClr val="hlink"/>
              </a:buClr>
              <a:buFontTx/>
              <a:buNone/>
            </a:pPr>
            <a:r>
              <a:rPr kumimoji="1" lang="en-US" altLang="zh-CN" sz="2400">
                <a:solidFill>
                  <a:schemeClr val="accent2"/>
                </a:solidFill>
                <a:latin typeface="黑体" panose="02010609060101010101" pitchFamily="49" charset="-122"/>
                <a:ea typeface="黑体" panose="02010609060101010101" pitchFamily="49" charset="-122"/>
              </a:rPr>
              <a:t>1</a:t>
            </a:r>
            <a:r>
              <a:rPr kumimoji="1" lang="zh-CN" altLang="en-US" sz="2400">
                <a:solidFill>
                  <a:schemeClr val="accent2"/>
                </a:solidFill>
                <a:latin typeface="黑体" panose="02010609060101010101" pitchFamily="49" charset="-122"/>
                <a:ea typeface="黑体" panose="02010609060101010101" pitchFamily="49" charset="-122"/>
              </a:rPr>
              <a:t>）</a:t>
            </a:r>
            <a:r>
              <a:rPr kumimoji="1" lang="en-US" altLang="zh-CN" sz="2400">
                <a:solidFill>
                  <a:schemeClr val="accent2"/>
                </a:solidFill>
                <a:latin typeface="黑体" panose="02010609060101010101" pitchFamily="49" charset="-122"/>
                <a:ea typeface="黑体" panose="02010609060101010101" pitchFamily="49" charset="-122"/>
              </a:rPr>
              <a:t>UML</a:t>
            </a:r>
            <a:r>
              <a:rPr kumimoji="1" lang="zh-CN" altLang="en-US" sz="2400">
                <a:solidFill>
                  <a:schemeClr val="accent2"/>
                </a:solidFill>
                <a:latin typeface="黑体" panose="02010609060101010101" pitchFamily="49" charset="-122"/>
                <a:ea typeface="黑体" panose="02010609060101010101" pitchFamily="49" charset="-122"/>
              </a:rPr>
              <a:t>物件</a:t>
            </a:r>
          </a:p>
        </p:txBody>
      </p:sp>
      <p:sp>
        <p:nvSpPr>
          <p:cNvPr id="17413" name="Rectangle 3"/>
          <p:cNvSpPr>
            <a:spLocks noChangeArrowheads="1"/>
          </p:cNvSpPr>
          <p:nvPr/>
        </p:nvSpPr>
        <p:spPr bwMode="auto">
          <a:xfrm>
            <a:off x="468313" y="1196975"/>
            <a:ext cx="8496300" cy="2647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
                <a:schemeClr val="hlink"/>
              </a:buClr>
              <a:buFontTx/>
              <a:buNone/>
            </a:pPr>
            <a:r>
              <a:rPr kumimoji="1" lang="en-US" altLang="zh-CN" sz="2400">
                <a:latin typeface="Times New Roman" panose="02020603050405020304" pitchFamily="18" charset="0"/>
                <a:ea typeface="黑体" panose="02010609060101010101" pitchFamily="49" charset="-122"/>
              </a:rPr>
              <a:t>UM L</a:t>
            </a:r>
            <a:r>
              <a:rPr kumimoji="1" lang="zh-CN" altLang="en-US" sz="2400">
                <a:latin typeface="Times New Roman" panose="02020603050405020304" pitchFamily="18" charset="0"/>
                <a:ea typeface="黑体" panose="02010609060101010101" pitchFamily="49" charset="-122"/>
              </a:rPr>
              <a:t>物件可以分成：</a:t>
            </a:r>
          </a:p>
          <a:p>
            <a:pPr eaLnBrk="1" hangingPunct="1">
              <a:spcBef>
                <a:spcPct val="0"/>
              </a:spcBef>
              <a:buClr>
                <a:schemeClr val="hlink"/>
              </a:buClr>
              <a:buFontTx/>
              <a:buChar char="•"/>
            </a:pPr>
            <a:r>
              <a:rPr kumimoji="1" lang="zh-CN" altLang="en-US" sz="2400">
                <a:latin typeface="Times New Roman" panose="02020603050405020304" pitchFamily="18" charset="0"/>
                <a:ea typeface="黑体" panose="02010609060101010101" pitchFamily="49" charset="-122"/>
              </a:rPr>
              <a:t>结构物件</a:t>
            </a:r>
            <a:r>
              <a:rPr kumimoji="1" lang="en-US" altLang="zh-CN" sz="2400">
                <a:latin typeface="Times New Roman" panose="02020603050405020304" pitchFamily="18" charset="0"/>
                <a:ea typeface="黑体" panose="02010609060101010101" pitchFamily="49" charset="-122"/>
              </a:rPr>
              <a:t>——UML</a:t>
            </a:r>
            <a:r>
              <a:rPr kumimoji="1" lang="zh-CN" altLang="en-US" sz="2400">
                <a:latin typeface="Times New Roman" panose="02020603050405020304" pitchFamily="18" charset="0"/>
                <a:ea typeface="黑体" panose="02010609060101010101" pitchFamily="49" charset="-122"/>
              </a:rPr>
              <a:t>模型的名词，如类、接口、协作、用例、活动类、组件、节点。</a:t>
            </a:r>
          </a:p>
          <a:p>
            <a:pPr eaLnBrk="1" hangingPunct="1">
              <a:spcBef>
                <a:spcPct val="0"/>
              </a:spcBef>
              <a:buClr>
                <a:schemeClr val="hlink"/>
              </a:buClr>
              <a:buFontTx/>
              <a:buChar char="•"/>
            </a:pPr>
            <a:r>
              <a:rPr kumimoji="1" lang="zh-CN" altLang="en-US" sz="2400">
                <a:latin typeface="Times New Roman" panose="02020603050405020304" pitchFamily="18" charset="0"/>
                <a:ea typeface="黑体" panose="02010609060101010101" pitchFamily="49" charset="-122"/>
              </a:rPr>
              <a:t>行为物件</a:t>
            </a:r>
            <a:r>
              <a:rPr kumimoji="1" lang="en-US" altLang="zh-CN" sz="2400">
                <a:latin typeface="Times New Roman" panose="02020603050405020304" pitchFamily="18" charset="0"/>
                <a:ea typeface="黑体" panose="02010609060101010101" pitchFamily="49" charset="-122"/>
              </a:rPr>
              <a:t>——UML</a:t>
            </a:r>
            <a:r>
              <a:rPr kumimoji="1" lang="zh-CN" altLang="en-US" sz="2400">
                <a:latin typeface="Times New Roman" panose="02020603050405020304" pitchFamily="18" charset="0"/>
                <a:ea typeface="黑体" panose="02010609060101010101" pitchFamily="49" charset="-122"/>
              </a:rPr>
              <a:t>模型的动词，如交互、状态机。</a:t>
            </a:r>
          </a:p>
          <a:p>
            <a:pPr eaLnBrk="1" hangingPunct="1">
              <a:spcBef>
                <a:spcPct val="0"/>
              </a:spcBef>
              <a:buClr>
                <a:schemeClr val="hlink"/>
              </a:buClr>
              <a:buFontTx/>
              <a:buChar char="•"/>
            </a:pPr>
            <a:r>
              <a:rPr kumimoji="1" lang="zh-CN" altLang="en-US" sz="2400">
                <a:latin typeface="Times New Roman" panose="02020603050405020304" pitchFamily="18" charset="0"/>
                <a:ea typeface="黑体" panose="02010609060101010101" pitchFamily="49" charset="-122"/>
              </a:rPr>
              <a:t>分组物件</a:t>
            </a:r>
            <a:r>
              <a:rPr kumimoji="1" lang="en-US" altLang="zh-CN" sz="2400">
                <a:latin typeface="Times New Roman" panose="02020603050405020304" pitchFamily="18" charset="0"/>
                <a:ea typeface="黑体" panose="02010609060101010101" pitchFamily="49" charset="-122"/>
              </a:rPr>
              <a:t>——</a:t>
            </a:r>
            <a:r>
              <a:rPr kumimoji="1" lang="zh-CN" altLang="en-US" sz="2400">
                <a:latin typeface="Times New Roman" panose="02020603050405020304" pitchFamily="18" charset="0"/>
                <a:ea typeface="黑体" panose="02010609060101010101" pitchFamily="49" charset="-122"/>
              </a:rPr>
              <a:t>包，它用于把语义上相关的建模元素分组为内聚的单元。</a:t>
            </a:r>
          </a:p>
          <a:p>
            <a:pPr eaLnBrk="1" hangingPunct="1">
              <a:spcBef>
                <a:spcPct val="0"/>
              </a:spcBef>
              <a:buClr>
                <a:schemeClr val="hlink"/>
              </a:buClr>
              <a:buFontTx/>
              <a:buChar char="•"/>
            </a:pPr>
            <a:r>
              <a:rPr kumimoji="1" lang="zh-CN" altLang="en-US" sz="2400">
                <a:latin typeface="Times New Roman" panose="02020603050405020304" pitchFamily="18" charset="0"/>
                <a:ea typeface="黑体" panose="02010609060101010101" pitchFamily="49" charset="-122"/>
              </a:rPr>
              <a:t>注解物件</a:t>
            </a:r>
            <a:r>
              <a:rPr kumimoji="1" lang="en-US" altLang="zh-CN" sz="2400">
                <a:latin typeface="Times New Roman" panose="02020603050405020304" pitchFamily="18" charset="0"/>
                <a:ea typeface="黑体" panose="02010609060101010101" pitchFamily="49" charset="-122"/>
              </a:rPr>
              <a:t>——</a:t>
            </a:r>
            <a:r>
              <a:rPr kumimoji="1" lang="zh-CN" altLang="en-US" sz="2400">
                <a:latin typeface="Times New Roman" panose="02020603050405020304" pitchFamily="18" charset="0"/>
                <a:ea typeface="黑体" panose="02010609060101010101" pitchFamily="49" charset="-122"/>
              </a:rPr>
              <a:t>注解，它附加到模型以捕获特殊信息。</a:t>
            </a:r>
          </a:p>
        </p:txBody>
      </p:sp>
      <p:grpSp>
        <p:nvGrpSpPr>
          <p:cNvPr id="435204" name="Group 4"/>
          <p:cNvGrpSpPr>
            <a:grpSpLocks/>
          </p:cNvGrpSpPr>
          <p:nvPr/>
        </p:nvGrpSpPr>
        <p:grpSpPr bwMode="auto">
          <a:xfrm>
            <a:off x="2362200" y="3962400"/>
            <a:ext cx="5940425" cy="2673350"/>
            <a:chOff x="1056" y="1827"/>
            <a:chExt cx="3742" cy="1684"/>
          </a:xfrm>
        </p:grpSpPr>
        <p:sp>
          <p:nvSpPr>
            <p:cNvPr id="17415" name="Rectangle 5"/>
            <p:cNvSpPr>
              <a:spLocks noChangeArrowheads="1"/>
            </p:cNvSpPr>
            <p:nvPr/>
          </p:nvSpPr>
          <p:spPr bwMode="auto">
            <a:xfrm>
              <a:off x="1130" y="1872"/>
              <a:ext cx="733" cy="574"/>
            </a:xfrm>
            <a:prstGeom prst="rect">
              <a:avLst/>
            </a:prstGeom>
            <a:solidFill>
              <a:srgbClr val="003399">
                <a:alpha val="50195"/>
              </a:srgbClr>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800" b="1">
                  <a:solidFill>
                    <a:srgbClr val="FFFFFF"/>
                  </a:solidFill>
                  <a:latin typeface="Times New Roman" panose="02020603050405020304" pitchFamily="18" charset="0"/>
                </a:rPr>
                <a:t>属性</a:t>
              </a:r>
            </a:p>
          </p:txBody>
        </p:sp>
        <p:sp>
          <p:nvSpPr>
            <p:cNvPr id="17416" name="Line 6"/>
            <p:cNvSpPr>
              <a:spLocks noChangeShapeType="1"/>
            </p:cNvSpPr>
            <p:nvPr/>
          </p:nvSpPr>
          <p:spPr bwMode="auto">
            <a:xfrm>
              <a:off x="1130" y="2048"/>
              <a:ext cx="733"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417" name="Line 7"/>
            <p:cNvSpPr>
              <a:spLocks noChangeShapeType="1"/>
            </p:cNvSpPr>
            <p:nvPr/>
          </p:nvSpPr>
          <p:spPr bwMode="auto">
            <a:xfrm>
              <a:off x="1130" y="2248"/>
              <a:ext cx="733"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418" name="Rectangle 8"/>
            <p:cNvSpPr>
              <a:spLocks noChangeArrowheads="1"/>
            </p:cNvSpPr>
            <p:nvPr/>
          </p:nvSpPr>
          <p:spPr bwMode="auto">
            <a:xfrm>
              <a:off x="2524" y="1872"/>
              <a:ext cx="733" cy="574"/>
            </a:xfrm>
            <a:prstGeom prst="rect">
              <a:avLst/>
            </a:prstGeom>
            <a:solidFill>
              <a:srgbClr val="003399">
                <a:alpha val="50195"/>
              </a:srgbClr>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endParaRPr kumimoji="1" lang="zh-CN" altLang="zh-CN" sz="1800" b="1">
                <a:solidFill>
                  <a:srgbClr val="FFFFFF"/>
                </a:solidFill>
                <a:latin typeface="Times New Roman" panose="02020603050405020304" pitchFamily="18" charset="0"/>
              </a:endParaRPr>
            </a:p>
          </p:txBody>
        </p:sp>
        <p:sp>
          <p:nvSpPr>
            <p:cNvPr id="17419" name="Line 9"/>
            <p:cNvSpPr>
              <a:spLocks noChangeShapeType="1"/>
            </p:cNvSpPr>
            <p:nvPr/>
          </p:nvSpPr>
          <p:spPr bwMode="auto">
            <a:xfrm>
              <a:off x="2524" y="2048"/>
              <a:ext cx="733"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420" name="Line 10"/>
            <p:cNvSpPr>
              <a:spLocks noChangeShapeType="1"/>
            </p:cNvSpPr>
            <p:nvPr/>
          </p:nvSpPr>
          <p:spPr bwMode="auto">
            <a:xfrm>
              <a:off x="2524" y="2248"/>
              <a:ext cx="733"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421" name="Oval 11"/>
            <p:cNvSpPr>
              <a:spLocks noChangeArrowheads="1"/>
            </p:cNvSpPr>
            <p:nvPr/>
          </p:nvSpPr>
          <p:spPr bwMode="auto">
            <a:xfrm>
              <a:off x="1056" y="2689"/>
              <a:ext cx="953" cy="220"/>
            </a:xfrm>
            <a:prstGeom prst="ellipse">
              <a:avLst/>
            </a:prstGeom>
            <a:solidFill>
              <a:srgbClr val="003399">
                <a:alpha val="50195"/>
              </a:srgbClr>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800" b="1">
                  <a:solidFill>
                    <a:srgbClr val="FFFFFF"/>
                  </a:solidFill>
                  <a:latin typeface="Times New Roman" panose="02020603050405020304" pitchFamily="18" charset="0"/>
                </a:rPr>
                <a:t>用例</a:t>
              </a:r>
            </a:p>
          </p:txBody>
        </p:sp>
        <p:sp>
          <p:nvSpPr>
            <p:cNvPr id="17422" name="Rectangle 12"/>
            <p:cNvSpPr>
              <a:spLocks noChangeArrowheads="1"/>
            </p:cNvSpPr>
            <p:nvPr/>
          </p:nvSpPr>
          <p:spPr bwMode="auto">
            <a:xfrm>
              <a:off x="1098" y="3280"/>
              <a:ext cx="807" cy="221"/>
            </a:xfrm>
            <a:prstGeom prst="rect">
              <a:avLst/>
            </a:prstGeom>
            <a:solidFill>
              <a:srgbClr val="003399">
                <a:alpha val="50195"/>
              </a:srgbClr>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800" b="1">
                  <a:solidFill>
                    <a:srgbClr val="FFFFFF"/>
                  </a:solidFill>
                  <a:latin typeface="Times New Roman" panose="02020603050405020304" pitchFamily="18" charset="0"/>
                </a:rPr>
                <a:t>包</a:t>
              </a:r>
            </a:p>
          </p:txBody>
        </p:sp>
        <p:sp>
          <p:nvSpPr>
            <p:cNvPr id="17423" name="Rectangle 13"/>
            <p:cNvSpPr>
              <a:spLocks noChangeArrowheads="1"/>
            </p:cNvSpPr>
            <p:nvPr/>
          </p:nvSpPr>
          <p:spPr bwMode="auto">
            <a:xfrm>
              <a:off x="1098" y="3193"/>
              <a:ext cx="330" cy="87"/>
            </a:xfrm>
            <a:prstGeom prst="rect">
              <a:avLst/>
            </a:prstGeom>
            <a:solidFill>
              <a:srgbClr val="003399">
                <a:alpha val="50195"/>
              </a:srgbClr>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17424" name="AutoShape 14"/>
            <p:cNvSpPr>
              <a:spLocks noChangeArrowheads="1"/>
            </p:cNvSpPr>
            <p:nvPr/>
          </p:nvSpPr>
          <p:spPr bwMode="auto">
            <a:xfrm>
              <a:off x="2487" y="2600"/>
              <a:ext cx="843" cy="421"/>
            </a:xfrm>
            <a:prstGeom prst="cube">
              <a:avLst>
                <a:gd name="adj" fmla="val 25000"/>
              </a:avLst>
            </a:prstGeom>
            <a:solidFill>
              <a:srgbClr val="003399">
                <a:alpha val="50195"/>
              </a:srgbClr>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800" b="1">
                  <a:solidFill>
                    <a:srgbClr val="FFFFFF"/>
                  </a:solidFill>
                  <a:latin typeface="Times New Roman" panose="02020603050405020304" pitchFamily="18" charset="0"/>
                </a:rPr>
                <a:t>结点</a:t>
              </a:r>
            </a:p>
          </p:txBody>
        </p:sp>
        <p:sp>
          <p:nvSpPr>
            <p:cNvPr id="17425" name="AutoShape 15"/>
            <p:cNvSpPr>
              <a:spLocks noChangeArrowheads="1"/>
            </p:cNvSpPr>
            <p:nvPr/>
          </p:nvSpPr>
          <p:spPr bwMode="auto">
            <a:xfrm flipV="1">
              <a:off x="2544" y="3236"/>
              <a:ext cx="734" cy="265"/>
            </a:xfrm>
            <a:prstGeom prst="foldedCorner">
              <a:avLst>
                <a:gd name="adj" fmla="val 12500"/>
              </a:avLst>
            </a:prstGeom>
            <a:solidFill>
              <a:srgbClr val="003399">
                <a:alpha val="50195"/>
              </a:srgbClr>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endParaRPr kumimoji="1" lang="zh-CN" altLang="zh-CN" sz="1800" b="1">
                <a:solidFill>
                  <a:srgbClr val="FFFFFF"/>
                </a:solidFill>
                <a:latin typeface="Times New Roman" panose="02020603050405020304" pitchFamily="18" charset="0"/>
              </a:endParaRPr>
            </a:p>
          </p:txBody>
        </p:sp>
        <p:sp>
          <p:nvSpPr>
            <p:cNvPr id="17426" name="AutoShape 16"/>
            <p:cNvSpPr>
              <a:spLocks noChangeArrowheads="1"/>
            </p:cNvSpPr>
            <p:nvPr/>
          </p:nvSpPr>
          <p:spPr bwMode="auto">
            <a:xfrm>
              <a:off x="3954" y="1872"/>
              <a:ext cx="844" cy="354"/>
            </a:xfrm>
            <a:prstGeom prst="roundRect">
              <a:avLst>
                <a:gd name="adj" fmla="val 16667"/>
              </a:avLst>
            </a:prstGeom>
            <a:solidFill>
              <a:srgbClr val="003399">
                <a:alpha val="50195"/>
              </a:srgbClr>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800" b="1">
                  <a:solidFill>
                    <a:srgbClr val="FFFFFF"/>
                  </a:solidFill>
                  <a:latin typeface="Times New Roman" panose="02020603050405020304" pitchFamily="18" charset="0"/>
                </a:rPr>
                <a:t>状态</a:t>
              </a:r>
            </a:p>
          </p:txBody>
        </p:sp>
        <p:sp>
          <p:nvSpPr>
            <p:cNvPr id="17427" name="Rectangle 17"/>
            <p:cNvSpPr>
              <a:spLocks noChangeArrowheads="1"/>
            </p:cNvSpPr>
            <p:nvPr/>
          </p:nvSpPr>
          <p:spPr bwMode="auto">
            <a:xfrm>
              <a:off x="3939" y="2927"/>
              <a:ext cx="807" cy="574"/>
            </a:xfrm>
            <a:prstGeom prst="rect">
              <a:avLst/>
            </a:prstGeom>
            <a:solidFill>
              <a:srgbClr val="003399">
                <a:alpha val="50195"/>
              </a:srgbClr>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en-US" altLang="zh-CN" sz="1800" b="1">
                  <a:solidFill>
                    <a:srgbClr val="FFFFFF"/>
                  </a:solidFill>
                  <a:latin typeface="Times New Roman" panose="02020603050405020304" pitchFamily="18" charset="0"/>
                </a:rPr>
                <a:t>       </a:t>
              </a:r>
              <a:r>
                <a:rPr kumimoji="1" lang="zh-CN" altLang="en-US" sz="1800" b="1">
                  <a:solidFill>
                    <a:srgbClr val="FFFFFF"/>
                  </a:solidFill>
                  <a:latin typeface="Times New Roman" panose="02020603050405020304" pitchFamily="18" charset="0"/>
                </a:rPr>
                <a:t>组件</a:t>
              </a:r>
            </a:p>
          </p:txBody>
        </p:sp>
        <p:sp>
          <p:nvSpPr>
            <p:cNvPr id="17428" name="Rectangle 18"/>
            <p:cNvSpPr>
              <a:spLocks noChangeArrowheads="1"/>
            </p:cNvSpPr>
            <p:nvPr/>
          </p:nvSpPr>
          <p:spPr bwMode="auto">
            <a:xfrm>
              <a:off x="3745" y="3171"/>
              <a:ext cx="384" cy="84"/>
            </a:xfrm>
            <a:prstGeom prst="rect">
              <a:avLst/>
            </a:prstGeom>
            <a:solidFill>
              <a:srgbClr val="003399"/>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17429" name="Rectangle 19"/>
            <p:cNvSpPr>
              <a:spLocks noChangeArrowheads="1"/>
            </p:cNvSpPr>
            <p:nvPr/>
          </p:nvSpPr>
          <p:spPr bwMode="auto">
            <a:xfrm>
              <a:off x="3745" y="3336"/>
              <a:ext cx="385" cy="75"/>
            </a:xfrm>
            <a:prstGeom prst="rect">
              <a:avLst/>
            </a:prstGeom>
            <a:solidFill>
              <a:srgbClr val="003399"/>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17430" name="Text Box 20"/>
            <p:cNvSpPr txBox="1">
              <a:spLocks noChangeArrowheads="1"/>
            </p:cNvSpPr>
            <p:nvPr/>
          </p:nvSpPr>
          <p:spPr bwMode="auto">
            <a:xfrm>
              <a:off x="1342" y="1847"/>
              <a:ext cx="261" cy="231"/>
            </a:xfrm>
            <a:prstGeom prst="rect">
              <a:avLst/>
            </a:prstGeom>
            <a:noFill/>
            <a:ln>
              <a:noFill/>
            </a:ln>
            <a:effectLst/>
            <a:extLst>
              <a:ext uri="{909E8E84-426E-40DD-AFC4-6F175D3DCCD1}">
                <a14:hiddenFill xmlns:a14="http://schemas.microsoft.com/office/drawing/2010/main">
                  <a:solidFill>
                    <a:srgbClr val="003399">
                      <a:alpha val="50195"/>
                    </a:srgbClr>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zh-CN" altLang="en-US" sz="1800" b="1">
                  <a:solidFill>
                    <a:srgbClr val="FFFFFF"/>
                  </a:solidFill>
                  <a:latin typeface="Times New Roman" panose="02020603050405020304" pitchFamily="18" charset="0"/>
                  <a:ea typeface="黑体" panose="02010609060101010101" pitchFamily="49" charset="-122"/>
                </a:rPr>
                <a:t>类</a:t>
              </a:r>
            </a:p>
          </p:txBody>
        </p:sp>
        <p:sp>
          <p:nvSpPr>
            <p:cNvPr id="17431" name="Text Box 21"/>
            <p:cNvSpPr txBox="1">
              <a:spLocks noChangeArrowheads="1"/>
            </p:cNvSpPr>
            <p:nvPr/>
          </p:nvSpPr>
          <p:spPr bwMode="auto">
            <a:xfrm>
              <a:off x="1291" y="2236"/>
              <a:ext cx="406" cy="231"/>
            </a:xfrm>
            <a:prstGeom prst="rect">
              <a:avLst/>
            </a:prstGeom>
            <a:noFill/>
            <a:ln>
              <a:noFill/>
            </a:ln>
            <a:effectLst/>
            <a:extLst>
              <a:ext uri="{909E8E84-426E-40DD-AFC4-6F175D3DCCD1}">
                <a14:hiddenFill xmlns:a14="http://schemas.microsoft.com/office/drawing/2010/main">
                  <a:solidFill>
                    <a:srgbClr val="003399">
                      <a:alpha val="50195"/>
                    </a:srgbClr>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zh-CN" altLang="en-US" sz="1800" b="1">
                  <a:solidFill>
                    <a:srgbClr val="FFFFFF"/>
                  </a:solidFill>
                  <a:latin typeface="Times New Roman" panose="02020603050405020304" pitchFamily="18" charset="0"/>
                </a:rPr>
                <a:t>操作</a:t>
              </a:r>
            </a:p>
          </p:txBody>
        </p:sp>
        <p:sp>
          <p:nvSpPr>
            <p:cNvPr id="17432" name="Text Box 22"/>
            <p:cNvSpPr txBox="1">
              <a:spLocks noChangeArrowheads="1"/>
            </p:cNvSpPr>
            <p:nvPr/>
          </p:nvSpPr>
          <p:spPr bwMode="auto">
            <a:xfrm>
              <a:off x="2678" y="1827"/>
              <a:ext cx="406" cy="231"/>
            </a:xfrm>
            <a:prstGeom prst="rect">
              <a:avLst/>
            </a:prstGeom>
            <a:noFill/>
            <a:ln>
              <a:noFill/>
            </a:ln>
            <a:effectLst/>
            <a:extLst>
              <a:ext uri="{909E8E84-426E-40DD-AFC4-6F175D3DCCD1}">
                <a14:hiddenFill xmlns:a14="http://schemas.microsoft.com/office/drawing/2010/main">
                  <a:solidFill>
                    <a:srgbClr val="003399">
                      <a:alpha val="50195"/>
                    </a:srgbClr>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zh-CN" altLang="en-US" sz="1800" b="1" u="sng">
                  <a:solidFill>
                    <a:srgbClr val="FFFFFF"/>
                  </a:solidFill>
                  <a:latin typeface="Times New Roman" panose="02020603050405020304" pitchFamily="18" charset="0"/>
                </a:rPr>
                <a:t>对象</a:t>
              </a:r>
            </a:p>
          </p:txBody>
        </p:sp>
        <p:sp>
          <p:nvSpPr>
            <p:cNvPr id="17433" name="Text Box 23"/>
            <p:cNvSpPr txBox="1">
              <a:spLocks noChangeArrowheads="1"/>
            </p:cNvSpPr>
            <p:nvPr/>
          </p:nvSpPr>
          <p:spPr bwMode="auto">
            <a:xfrm>
              <a:off x="2678" y="2039"/>
              <a:ext cx="406" cy="231"/>
            </a:xfrm>
            <a:prstGeom prst="rect">
              <a:avLst/>
            </a:prstGeom>
            <a:noFill/>
            <a:ln>
              <a:noFill/>
            </a:ln>
            <a:effectLst/>
            <a:extLst>
              <a:ext uri="{909E8E84-426E-40DD-AFC4-6F175D3DCCD1}">
                <a14:hiddenFill xmlns:a14="http://schemas.microsoft.com/office/drawing/2010/main">
                  <a:solidFill>
                    <a:srgbClr val="003399">
                      <a:alpha val="50195"/>
                    </a:srgbClr>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zh-CN" altLang="en-US" sz="1800" b="1">
                  <a:solidFill>
                    <a:srgbClr val="FFFFFF"/>
                  </a:solidFill>
                  <a:latin typeface="Times New Roman" panose="02020603050405020304" pitchFamily="18" charset="0"/>
                </a:rPr>
                <a:t>属性</a:t>
              </a:r>
            </a:p>
          </p:txBody>
        </p:sp>
        <p:sp>
          <p:nvSpPr>
            <p:cNvPr id="17434" name="Text Box 24"/>
            <p:cNvSpPr txBox="1">
              <a:spLocks noChangeArrowheads="1"/>
            </p:cNvSpPr>
            <p:nvPr/>
          </p:nvSpPr>
          <p:spPr bwMode="auto">
            <a:xfrm>
              <a:off x="2700" y="2236"/>
              <a:ext cx="406" cy="231"/>
            </a:xfrm>
            <a:prstGeom prst="rect">
              <a:avLst/>
            </a:prstGeom>
            <a:noFill/>
            <a:ln>
              <a:noFill/>
            </a:ln>
            <a:effectLst/>
            <a:extLst>
              <a:ext uri="{909E8E84-426E-40DD-AFC4-6F175D3DCCD1}">
                <a14:hiddenFill xmlns:a14="http://schemas.microsoft.com/office/drawing/2010/main">
                  <a:solidFill>
                    <a:srgbClr val="003399">
                      <a:alpha val="50195"/>
                    </a:srgbClr>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zh-CN" altLang="en-US" sz="1800" b="1">
                  <a:solidFill>
                    <a:srgbClr val="FFFFFF"/>
                  </a:solidFill>
                  <a:latin typeface="Times New Roman" panose="02020603050405020304" pitchFamily="18" charset="0"/>
                </a:rPr>
                <a:t>操作</a:t>
              </a:r>
            </a:p>
          </p:txBody>
        </p:sp>
        <p:grpSp>
          <p:nvGrpSpPr>
            <p:cNvPr id="17435" name="Group 25"/>
            <p:cNvGrpSpPr>
              <a:grpSpLocks/>
            </p:cNvGrpSpPr>
            <p:nvPr/>
          </p:nvGrpSpPr>
          <p:grpSpPr bwMode="auto">
            <a:xfrm>
              <a:off x="3991" y="2499"/>
              <a:ext cx="783" cy="320"/>
              <a:chOff x="3991" y="2832"/>
              <a:chExt cx="783" cy="320"/>
            </a:xfrm>
          </p:grpSpPr>
          <p:sp>
            <p:nvSpPr>
              <p:cNvPr id="17438" name="Line 26"/>
              <p:cNvSpPr>
                <a:spLocks noChangeShapeType="1"/>
              </p:cNvSpPr>
              <p:nvPr/>
            </p:nvSpPr>
            <p:spPr bwMode="auto">
              <a:xfrm>
                <a:off x="3991" y="2889"/>
                <a:ext cx="69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439" name="Oval 27"/>
              <p:cNvSpPr>
                <a:spLocks noChangeArrowheads="1"/>
              </p:cNvSpPr>
              <p:nvPr/>
            </p:nvSpPr>
            <p:spPr bwMode="auto">
              <a:xfrm>
                <a:off x="4685" y="2832"/>
                <a:ext cx="75" cy="97"/>
              </a:xfrm>
              <a:prstGeom prst="ellipse">
                <a:avLst/>
              </a:prstGeom>
              <a:solidFill>
                <a:srgbClr val="003399"/>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17440" name="Text Box 28"/>
              <p:cNvSpPr txBox="1">
                <a:spLocks noChangeArrowheads="1"/>
              </p:cNvSpPr>
              <p:nvPr/>
            </p:nvSpPr>
            <p:spPr bwMode="auto">
              <a:xfrm>
                <a:off x="4368" y="2921"/>
                <a:ext cx="406" cy="231"/>
              </a:xfrm>
              <a:prstGeom prst="rect">
                <a:avLst/>
              </a:prstGeom>
              <a:noFill/>
              <a:ln>
                <a:noFill/>
              </a:ln>
              <a:effectLst/>
              <a:extLst>
                <a:ext uri="{909E8E84-426E-40DD-AFC4-6F175D3DCCD1}">
                  <a14:hiddenFill xmlns:a14="http://schemas.microsoft.com/office/drawing/2010/main">
                    <a:solidFill>
                      <a:srgbClr val="003399">
                        <a:alpha val="50195"/>
                      </a:srgbClr>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zh-CN" altLang="en-US" sz="1800" b="1">
                    <a:solidFill>
                      <a:srgbClr val="FFFFFF"/>
                    </a:solidFill>
                    <a:latin typeface="Times New Roman" panose="02020603050405020304" pitchFamily="18" charset="0"/>
                  </a:rPr>
                  <a:t>接口</a:t>
                </a:r>
              </a:p>
            </p:txBody>
          </p:sp>
        </p:grpSp>
        <p:sp>
          <p:nvSpPr>
            <p:cNvPr id="17436" name="Text Box 29"/>
            <p:cNvSpPr txBox="1">
              <a:spLocks noChangeArrowheads="1"/>
            </p:cNvSpPr>
            <p:nvPr/>
          </p:nvSpPr>
          <p:spPr bwMode="auto">
            <a:xfrm>
              <a:off x="2715" y="3280"/>
              <a:ext cx="442" cy="231"/>
            </a:xfrm>
            <a:prstGeom prst="rect">
              <a:avLst/>
            </a:prstGeom>
            <a:noFill/>
            <a:ln>
              <a:noFill/>
            </a:ln>
            <a:effectLst/>
            <a:extLst>
              <a:ext uri="{909E8E84-426E-40DD-AFC4-6F175D3DCCD1}">
                <a14:hiddenFill xmlns:a14="http://schemas.microsoft.com/office/drawing/2010/main">
                  <a:solidFill>
                    <a:srgbClr val="003399">
                      <a:alpha val="50195"/>
                    </a:srgbClr>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zh-CN" altLang="en-US" sz="1800" b="1">
                  <a:solidFill>
                    <a:srgbClr val="FFFFFF"/>
                  </a:solidFill>
                  <a:latin typeface="Times New Roman" panose="02020603050405020304" pitchFamily="18" charset="0"/>
                </a:rPr>
                <a:t>注释 </a:t>
              </a:r>
            </a:p>
          </p:txBody>
        </p:sp>
        <p:sp>
          <p:nvSpPr>
            <p:cNvPr id="17437" name="Oval 30"/>
            <p:cNvSpPr>
              <a:spLocks noChangeArrowheads="1"/>
            </p:cNvSpPr>
            <p:nvPr/>
          </p:nvSpPr>
          <p:spPr bwMode="auto">
            <a:xfrm>
              <a:off x="3740" y="3003"/>
              <a:ext cx="393" cy="100"/>
            </a:xfrm>
            <a:prstGeom prst="ellipse">
              <a:avLst/>
            </a:prstGeom>
            <a:solidFill>
              <a:srgbClr val="0424AA"/>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grpSp>
    </p:spTree>
  </p:cSld>
  <p:clrMapOvr>
    <a:masterClrMapping/>
  </p:clrMapOvr>
  <p:transition advClick="0">
    <p:wheel spokes="8"/>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2000"/>
                                  </p:stCondLst>
                                  <p:childTnLst>
                                    <p:set>
                                      <p:cBhvr>
                                        <p:cTn id="6" dur="1" fill="hold">
                                          <p:stCondLst>
                                            <p:cond delay="499"/>
                                          </p:stCondLst>
                                        </p:cTn>
                                        <p:tgtEl>
                                          <p:spTgt spid="4352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日期占位符 1"/>
          <p:cNvSpPr>
            <a:spLocks noGrp="1"/>
          </p:cNvSpPr>
          <p:nvPr>
            <p:ph type="dt" sz="quarter" idx="10"/>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E094A9ED-7002-4FCE-A672-BEF1D694C1EB}" type="datetime8">
              <a:rPr lang="zh-CN" altLang="en-US" sz="1400" smtClean="0"/>
              <a:pPr>
                <a:spcBef>
                  <a:spcPct val="0"/>
                </a:spcBef>
                <a:buClrTx/>
                <a:buFontTx/>
                <a:buNone/>
              </a:pPr>
              <a:t>2020年5月12日3时0分</a:t>
            </a:fld>
            <a:endParaRPr lang="en-US" altLang="zh-CN" sz="1400" smtClean="0"/>
          </a:p>
        </p:txBody>
      </p:sp>
      <p:sp>
        <p:nvSpPr>
          <p:cNvPr id="18435" name="灯片编号占位符 3"/>
          <p:cNvSpPr>
            <a:spLocks noGrp="1"/>
          </p:cNvSpPr>
          <p:nvPr>
            <p:ph type="sldNum" sz="quarter" idx="12"/>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67380944-1205-4506-99B2-EA6E008CE391}" type="slidenum">
              <a:rPr lang="en-US" altLang="zh-CN" sz="1400" smtClean="0"/>
              <a:pPr>
                <a:spcBef>
                  <a:spcPct val="0"/>
                </a:spcBef>
                <a:buClrTx/>
                <a:buFontTx/>
                <a:buNone/>
              </a:pPr>
              <a:t>5</a:t>
            </a:fld>
            <a:endParaRPr lang="en-US" altLang="zh-CN" sz="1400" smtClean="0"/>
          </a:p>
        </p:txBody>
      </p:sp>
      <p:sp>
        <p:nvSpPr>
          <p:cNvPr id="18436" name="Rectangle 2"/>
          <p:cNvSpPr>
            <a:spLocks noChangeArrowheads="1"/>
          </p:cNvSpPr>
          <p:nvPr/>
        </p:nvSpPr>
        <p:spPr bwMode="auto">
          <a:xfrm>
            <a:off x="250825" y="476250"/>
            <a:ext cx="1708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
                <a:schemeClr val="hlink"/>
              </a:buClr>
              <a:buFontTx/>
              <a:buNone/>
            </a:pPr>
            <a:r>
              <a:rPr kumimoji="1" lang="en-US" altLang="zh-CN" sz="2400">
                <a:solidFill>
                  <a:schemeClr val="accent2"/>
                </a:solidFill>
                <a:latin typeface="黑体" panose="02010609060101010101" pitchFamily="49" charset="-122"/>
                <a:ea typeface="黑体" panose="02010609060101010101" pitchFamily="49" charset="-122"/>
              </a:rPr>
              <a:t>2</a:t>
            </a:r>
            <a:r>
              <a:rPr kumimoji="1" lang="zh-CN" altLang="en-US" sz="2400">
                <a:solidFill>
                  <a:schemeClr val="accent2"/>
                </a:solidFill>
                <a:latin typeface="黑体" panose="02010609060101010101" pitchFamily="49" charset="-122"/>
                <a:ea typeface="黑体" panose="02010609060101010101" pitchFamily="49" charset="-122"/>
              </a:rPr>
              <a:t>）</a:t>
            </a:r>
            <a:r>
              <a:rPr kumimoji="1" lang="en-US" altLang="zh-CN" sz="2400">
                <a:solidFill>
                  <a:schemeClr val="accent2"/>
                </a:solidFill>
                <a:latin typeface="黑体" panose="02010609060101010101" pitchFamily="49" charset="-122"/>
                <a:ea typeface="黑体" panose="02010609060101010101" pitchFamily="49" charset="-122"/>
              </a:rPr>
              <a:t>UML</a:t>
            </a:r>
            <a:r>
              <a:rPr kumimoji="1" lang="zh-CN" altLang="en-US" sz="2400">
                <a:solidFill>
                  <a:schemeClr val="accent2"/>
                </a:solidFill>
                <a:latin typeface="黑体" panose="02010609060101010101" pitchFamily="49" charset="-122"/>
                <a:ea typeface="黑体" panose="02010609060101010101" pitchFamily="49" charset="-122"/>
              </a:rPr>
              <a:t>关系</a:t>
            </a:r>
          </a:p>
        </p:txBody>
      </p:sp>
      <p:pic>
        <p:nvPicPr>
          <p:cNvPr id="1843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288" y="1050925"/>
            <a:ext cx="4968875" cy="233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8"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3933825"/>
            <a:ext cx="8964613" cy="270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36229" name="Group 5"/>
          <p:cNvGrpSpPr>
            <a:grpSpLocks/>
          </p:cNvGrpSpPr>
          <p:nvPr/>
        </p:nvGrpSpPr>
        <p:grpSpPr bwMode="auto">
          <a:xfrm>
            <a:off x="5867400" y="2133600"/>
            <a:ext cx="2281238" cy="1520825"/>
            <a:chOff x="3264" y="1392"/>
            <a:chExt cx="1672" cy="1173"/>
          </a:xfrm>
        </p:grpSpPr>
        <p:sp>
          <p:nvSpPr>
            <p:cNvPr id="18449" name="Line 6"/>
            <p:cNvSpPr>
              <a:spLocks noChangeShapeType="1"/>
            </p:cNvSpPr>
            <p:nvPr/>
          </p:nvSpPr>
          <p:spPr bwMode="auto">
            <a:xfrm>
              <a:off x="3264" y="1626"/>
              <a:ext cx="1632" cy="0"/>
            </a:xfrm>
            <a:prstGeom prst="line">
              <a:avLst/>
            </a:prstGeom>
            <a:noFill/>
            <a:ln w="38100">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18450" name="Line 7"/>
            <p:cNvSpPr>
              <a:spLocks noChangeShapeType="1"/>
            </p:cNvSpPr>
            <p:nvPr/>
          </p:nvSpPr>
          <p:spPr bwMode="auto">
            <a:xfrm>
              <a:off x="3264" y="1964"/>
              <a:ext cx="1602" cy="0"/>
            </a:xfrm>
            <a:prstGeom prst="line">
              <a:avLst/>
            </a:prstGeom>
            <a:noFill/>
            <a:ln w="38100">
              <a:solidFill>
                <a:srgbClr val="FFFF00"/>
              </a:solidFill>
              <a:round/>
              <a:headEnd/>
              <a:tailEnd type="diamond" w="lg" len="lg"/>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18451" name="Text Box 8"/>
            <p:cNvSpPr txBox="1">
              <a:spLocks noChangeArrowheads="1"/>
            </p:cNvSpPr>
            <p:nvPr/>
          </p:nvSpPr>
          <p:spPr bwMode="auto">
            <a:xfrm>
              <a:off x="3792" y="1392"/>
              <a:ext cx="470" cy="283"/>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Lst>
          </p:spPr>
          <p:txBody>
            <a:bodyPr wrap="none">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zh-CN" altLang="en-US" sz="1800" b="1">
                  <a:latin typeface="Times New Roman" panose="02020603050405020304" pitchFamily="18" charset="0"/>
                </a:rPr>
                <a:t>关联</a:t>
              </a:r>
            </a:p>
          </p:txBody>
        </p:sp>
        <p:sp>
          <p:nvSpPr>
            <p:cNvPr id="18452" name="Text Box 9"/>
            <p:cNvSpPr txBox="1">
              <a:spLocks noChangeArrowheads="1"/>
            </p:cNvSpPr>
            <p:nvPr/>
          </p:nvSpPr>
          <p:spPr bwMode="auto">
            <a:xfrm>
              <a:off x="3792" y="1740"/>
              <a:ext cx="917" cy="283"/>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Lst>
          </p:spPr>
          <p:txBody>
            <a:bodyPr wrap="none">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zh-CN" altLang="en-US" sz="1800" b="1">
                  <a:latin typeface="Times New Roman" panose="02020603050405020304" pitchFamily="18" charset="0"/>
                </a:rPr>
                <a:t>组合</a:t>
              </a:r>
              <a:r>
                <a:rPr kumimoji="1" lang="en-US" altLang="zh-CN" sz="1800" b="1">
                  <a:latin typeface="Times New Roman" panose="02020603050405020304" pitchFamily="18" charset="0"/>
                </a:rPr>
                <a:t>(</a:t>
              </a:r>
              <a:r>
                <a:rPr kumimoji="1" lang="zh-CN" altLang="en-US" sz="1800" b="1">
                  <a:latin typeface="Times New Roman" panose="02020603050405020304" pitchFamily="18" charset="0"/>
                </a:rPr>
                <a:t>组装</a:t>
              </a:r>
              <a:r>
                <a:rPr kumimoji="1" lang="en-US" altLang="zh-CN" sz="1800" b="1">
                  <a:latin typeface="Times New Roman" panose="02020603050405020304" pitchFamily="18" charset="0"/>
                </a:rPr>
                <a:t>)</a:t>
              </a:r>
            </a:p>
          </p:txBody>
        </p:sp>
        <p:sp>
          <p:nvSpPr>
            <p:cNvPr id="18453" name="Line 10"/>
            <p:cNvSpPr>
              <a:spLocks noChangeShapeType="1"/>
            </p:cNvSpPr>
            <p:nvPr/>
          </p:nvSpPr>
          <p:spPr bwMode="auto">
            <a:xfrm>
              <a:off x="3264" y="2352"/>
              <a:ext cx="1536" cy="0"/>
            </a:xfrm>
            <a:prstGeom prst="line">
              <a:avLst/>
            </a:prstGeom>
            <a:noFill/>
            <a:ln w="38100">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18454" name="AutoShape 11"/>
            <p:cNvSpPr>
              <a:spLocks noChangeArrowheads="1"/>
            </p:cNvSpPr>
            <p:nvPr/>
          </p:nvSpPr>
          <p:spPr bwMode="auto">
            <a:xfrm>
              <a:off x="4792" y="2280"/>
              <a:ext cx="144" cy="144"/>
            </a:xfrm>
            <a:prstGeom prst="diamond">
              <a:avLst/>
            </a:prstGeom>
            <a:noFill/>
            <a:ln w="28575">
              <a:solidFill>
                <a:srgbClr val="FFBA55"/>
              </a:solidFill>
              <a:miter lim="800000"/>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436236" name="Text Box 12"/>
            <p:cNvSpPr txBox="1">
              <a:spLocks noChangeArrowheads="1"/>
            </p:cNvSpPr>
            <p:nvPr/>
          </p:nvSpPr>
          <p:spPr bwMode="auto">
            <a:xfrm>
              <a:off x="3681" y="2112"/>
              <a:ext cx="671" cy="453"/>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miter lim="800000"/>
                  <a:headEnd/>
                  <a:tailEnd/>
                </a14:hiddenLine>
              </a:ext>
            </a:extLst>
          </p:spPr>
          <p:txBody>
            <a:bodyPr>
              <a:spAutoFit/>
            </a:bodyPr>
            <a:lstStyle/>
            <a:p>
              <a:pPr algn="ctr" eaLnBrk="1" fontAlgn="ctr" hangingPunct="1">
                <a:lnSpc>
                  <a:spcPct val="90000"/>
                </a:lnSpc>
                <a:spcBef>
                  <a:spcPct val="50000"/>
                </a:spcBef>
                <a:defRPr/>
              </a:pPr>
              <a:r>
                <a:rPr kumimoji="1" lang="zh-CN" altLang="en-US" b="1">
                  <a:effectLst>
                    <a:outerShdw blurRad="38100" dist="38100" dir="2700000" algn="tl">
                      <a:srgbClr val="C0C0C0"/>
                    </a:outerShdw>
                  </a:effectLst>
                  <a:latin typeface="宋体" pitchFamily="2" charset="-122"/>
                </a:rPr>
                <a:t>聚合</a:t>
              </a:r>
              <a:r>
                <a:rPr kumimoji="1" lang="en-US" altLang="zh-CN" b="1">
                  <a:effectLst>
                    <a:outerShdw blurRad="38100" dist="38100" dir="2700000" algn="tl">
                      <a:srgbClr val="C0C0C0"/>
                    </a:outerShdw>
                  </a:effectLst>
                  <a:latin typeface="宋体" pitchFamily="2" charset="-122"/>
                </a:rPr>
                <a:t>(</a:t>
              </a:r>
              <a:r>
                <a:rPr kumimoji="1" lang="zh-CN" altLang="en-US" b="1">
                  <a:effectLst>
                    <a:outerShdw blurRad="38100" dist="38100" dir="2700000" algn="tl">
                      <a:srgbClr val="C0C0C0"/>
                    </a:outerShdw>
                  </a:effectLst>
                  <a:latin typeface="宋体" pitchFamily="2" charset="-122"/>
                </a:rPr>
                <a:t>聚集</a:t>
              </a:r>
              <a:r>
                <a:rPr kumimoji="1" lang="en-US" altLang="zh-CN" b="1">
                  <a:solidFill>
                    <a:srgbClr val="FFFFFF"/>
                  </a:solidFill>
                  <a:effectLst>
                    <a:outerShdw blurRad="38100" dist="38100" dir="2700000" algn="tl">
                      <a:srgbClr val="C0C0C0"/>
                    </a:outerShdw>
                  </a:effectLst>
                  <a:latin typeface="宋体" pitchFamily="2" charset="-122"/>
                </a:rPr>
                <a:t>)</a:t>
              </a:r>
            </a:p>
          </p:txBody>
        </p:sp>
      </p:grpSp>
      <p:grpSp>
        <p:nvGrpSpPr>
          <p:cNvPr id="436237" name="Group 13"/>
          <p:cNvGrpSpPr>
            <a:grpSpLocks/>
          </p:cNvGrpSpPr>
          <p:nvPr/>
        </p:nvGrpSpPr>
        <p:grpSpPr bwMode="auto">
          <a:xfrm>
            <a:off x="5940425" y="765175"/>
            <a:ext cx="2349500" cy="1370013"/>
            <a:chOff x="864" y="1392"/>
            <a:chExt cx="1722" cy="1056"/>
          </a:xfrm>
        </p:grpSpPr>
        <p:sp>
          <p:nvSpPr>
            <p:cNvPr id="18441" name="Text Box 14"/>
            <p:cNvSpPr txBox="1">
              <a:spLocks noChangeArrowheads="1"/>
            </p:cNvSpPr>
            <p:nvPr/>
          </p:nvSpPr>
          <p:spPr bwMode="auto">
            <a:xfrm>
              <a:off x="1344" y="1392"/>
              <a:ext cx="472" cy="283"/>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Lst>
          </p:spPr>
          <p:txBody>
            <a:bodyPr wrap="none">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zh-CN" altLang="en-US" sz="1800" b="1">
                  <a:latin typeface="Times New Roman" panose="02020603050405020304" pitchFamily="18" charset="0"/>
                </a:rPr>
                <a:t>依赖</a:t>
              </a:r>
            </a:p>
          </p:txBody>
        </p:sp>
        <p:sp>
          <p:nvSpPr>
            <p:cNvPr id="18442" name="Line 15"/>
            <p:cNvSpPr>
              <a:spLocks noChangeShapeType="1"/>
            </p:cNvSpPr>
            <p:nvPr/>
          </p:nvSpPr>
          <p:spPr bwMode="auto">
            <a:xfrm>
              <a:off x="864" y="1628"/>
              <a:ext cx="1573" cy="0"/>
            </a:xfrm>
            <a:prstGeom prst="line">
              <a:avLst/>
            </a:prstGeom>
            <a:noFill/>
            <a:ln w="38100">
              <a:solidFill>
                <a:srgbClr val="FFFF00"/>
              </a:solidFill>
              <a:prstDash val="lgDash"/>
              <a:round/>
              <a:headEnd/>
              <a:tailEnd type="arrow" w="med"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18443" name="Line 16"/>
            <p:cNvSpPr>
              <a:spLocks noChangeShapeType="1"/>
            </p:cNvSpPr>
            <p:nvPr/>
          </p:nvSpPr>
          <p:spPr bwMode="auto">
            <a:xfrm>
              <a:off x="864" y="2352"/>
              <a:ext cx="1488" cy="0"/>
            </a:xfrm>
            <a:prstGeom prst="line">
              <a:avLst/>
            </a:prstGeom>
            <a:noFill/>
            <a:ln w="38100">
              <a:solidFill>
                <a:srgbClr val="FFFF00"/>
              </a:solidFill>
              <a:prstDash val="lgDash"/>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18444" name="AutoShape 17"/>
            <p:cNvSpPr>
              <a:spLocks noChangeArrowheads="1"/>
            </p:cNvSpPr>
            <p:nvPr/>
          </p:nvSpPr>
          <p:spPr bwMode="auto">
            <a:xfrm rot="-9115775">
              <a:off x="2304" y="2304"/>
              <a:ext cx="144" cy="144"/>
            </a:xfrm>
            <a:prstGeom prst="triangle">
              <a:avLst>
                <a:gd name="adj" fmla="val 50000"/>
              </a:avLst>
            </a:prstGeom>
            <a:noFill/>
            <a:ln w="28575">
              <a:solidFill>
                <a:srgbClr val="FFFF00"/>
              </a:solidFill>
              <a:miter lim="800000"/>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436242" name="Text Box 18"/>
            <p:cNvSpPr txBox="1">
              <a:spLocks noChangeArrowheads="1"/>
            </p:cNvSpPr>
            <p:nvPr/>
          </p:nvSpPr>
          <p:spPr bwMode="auto">
            <a:xfrm>
              <a:off x="1104" y="2136"/>
              <a:ext cx="912" cy="262"/>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miter lim="800000"/>
                  <a:headEnd/>
                  <a:tailEnd/>
                </a14:hiddenLine>
              </a:ext>
            </a:extLst>
          </p:spPr>
          <p:txBody>
            <a:bodyPr>
              <a:spAutoFit/>
            </a:bodyPr>
            <a:lstStyle/>
            <a:p>
              <a:pPr algn="ctr" eaLnBrk="1" fontAlgn="ctr" hangingPunct="1">
                <a:lnSpc>
                  <a:spcPct val="90000"/>
                </a:lnSpc>
                <a:spcBef>
                  <a:spcPct val="50000"/>
                </a:spcBef>
                <a:defRPr/>
              </a:pPr>
              <a:r>
                <a:rPr kumimoji="1" lang="zh-CN" altLang="en-US" b="1">
                  <a:effectLst>
                    <a:outerShdw blurRad="38100" dist="38100" dir="2700000" algn="tl">
                      <a:srgbClr val="C0C0C0"/>
                    </a:outerShdw>
                  </a:effectLst>
                  <a:latin typeface="宋体" pitchFamily="2" charset="-122"/>
                </a:rPr>
                <a:t>实现</a:t>
              </a:r>
            </a:p>
          </p:txBody>
        </p:sp>
        <p:sp>
          <p:nvSpPr>
            <p:cNvPr id="18446" name="Text Box 19"/>
            <p:cNvSpPr txBox="1">
              <a:spLocks noChangeArrowheads="1"/>
            </p:cNvSpPr>
            <p:nvPr/>
          </p:nvSpPr>
          <p:spPr bwMode="auto">
            <a:xfrm>
              <a:off x="1069" y="1771"/>
              <a:ext cx="1517" cy="283"/>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FF00"/>
                  </a:solidFill>
                  <a:miter lim="800000"/>
                  <a:headEnd/>
                  <a:tailEnd/>
                </a14:hiddenLine>
              </a:ext>
            </a:extLst>
          </p:spPr>
          <p:txBody>
            <a:bodyPr wrap="none">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zh-CN" altLang="en-US" sz="1800" b="1">
                  <a:latin typeface="Times New Roman" panose="02020603050405020304" pitchFamily="18" charset="0"/>
                </a:rPr>
                <a:t>泛化（继承</a:t>
              </a:r>
              <a:r>
                <a:rPr kumimoji="1" lang="en-US" altLang="zh-CN" sz="1800" b="1">
                  <a:latin typeface="Times New Roman" panose="02020603050405020304" pitchFamily="18" charset="0"/>
                </a:rPr>
                <a:t>,</a:t>
              </a:r>
              <a:r>
                <a:rPr kumimoji="1" lang="zh-CN" altLang="en-US" sz="1800" b="1">
                  <a:latin typeface="Times New Roman" panose="02020603050405020304" pitchFamily="18" charset="0"/>
                </a:rPr>
                <a:t>概括）</a:t>
              </a:r>
            </a:p>
          </p:txBody>
        </p:sp>
        <p:sp>
          <p:nvSpPr>
            <p:cNvPr id="18447" name="Line 20"/>
            <p:cNvSpPr>
              <a:spLocks noChangeShapeType="1"/>
            </p:cNvSpPr>
            <p:nvPr/>
          </p:nvSpPr>
          <p:spPr bwMode="auto">
            <a:xfrm>
              <a:off x="864" y="2016"/>
              <a:ext cx="1488" cy="0"/>
            </a:xfrm>
            <a:prstGeom prst="line">
              <a:avLst/>
            </a:prstGeom>
            <a:noFill/>
            <a:ln w="38100">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18448" name="AutoShape 21"/>
            <p:cNvSpPr>
              <a:spLocks noChangeArrowheads="1"/>
            </p:cNvSpPr>
            <p:nvPr/>
          </p:nvSpPr>
          <p:spPr bwMode="auto">
            <a:xfrm rot="-9115775">
              <a:off x="2304" y="1968"/>
              <a:ext cx="144" cy="144"/>
            </a:xfrm>
            <a:prstGeom prst="triangle">
              <a:avLst>
                <a:gd name="adj" fmla="val 50000"/>
              </a:avLst>
            </a:prstGeom>
            <a:noFill/>
            <a:ln w="28575">
              <a:solidFill>
                <a:srgbClr val="FFFF00"/>
              </a:solidFill>
              <a:miter lim="800000"/>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grpSp>
    </p:spTree>
  </p:cSld>
  <p:clrMapOvr>
    <a:masterClrMapping/>
  </p:clrMapOvr>
  <p:transition advClick="0">
    <p:wheel spokes="8"/>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2000"/>
                                  </p:stCondLst>
                                  <p:childTnLst>
                                    <p:set>
                                      <p:cBhvr>
                                        <p:cTn id="6" dur="1" fill="hold">
                                          <p:stCondLst>
                                            <p:cond delay="499"/>
                                          </p:stCondLst>
                                        </p:cTn>
                                        <p:tgtEl>
                                          <p:spTgt spid="436237"/>
                                        </p:tgtEl>
                                        <p:attrNameLst>
                                          <p:attrName>style.visibility</p:attrName>
                                        </p:attrNameLst>
                                      </p:cBhvr>
                                      <p:to>
                                        <p:strVal val="visible"/>
                                      </p:to>
                                    </p:set>
                                  </p:childTnLst>
                                </p:cTn>
                              </p:par>
                            </p:childTnLst>
                          </p:cTn>
                        </p:par>
                        <p:par>
                          <p:cTn id="7" fill="hold" nodeType="afterGroup">
                            <p:stCondLst>
                              <p:cond delay="2500"/>
                            </p:stCondLst>
                            <p:childTnLst>
                              <p:par>
                                <p:cTn id="8" presetID="1" presetClass="entr" presetSubtype="0" fill="hold" nodeType="afterEffect">
                                  <p:stCondLst>
                                    <p:cond delay="0"/>
                                  </p:stCondLst>
                                  <p:childTnLst>
                                    <p:set>
                                      <p:cBhvr>
                                        <p:cTn id="9" dur="1" fill="hold">
                                          <p:stCondLst>
                                            <p:cond delay="499"/>
                                          </p:stCondLst>
                                        </p:cTn>
                                        <p:tgtEl>
                                          <p:spTgt spid="4362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日期占位符 1"/>
          <p:cNvSpPr>
            <a:spLocks noGrp="1"/>
          </p:cNvSpPr>
          <p:nvPr>
            <p:ph type="dt" sz="quarter" idx="10"/>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7A75080A-2723-4DB8-B7B3-1A86F63E1513}" type="datetime8">
              <a:rPr lang="zh-CN" altLang="en-US" sz="1400" smtClean="0"/>
              <a:pPr>
                <a:spcBef>
                  <a:spcPct val="0"/>
                </a:spcBef>
                <a:buClrTx/>
                <a:buFontTx/>
                <a:buNone/>
              </a:pPr>
              <a:t>2020年5月12日3时0分</a:t>
            </a:fld>
            <a:endParaRPr lang="en-US" altLang="zh-CN" sz="1400" smtClean="0"/>
          </a:p>
        </p:txBody>
      </p:sp>
      <p:sp>
        <p:nvSpPr>
          <p:cNvPr id="19459" name="灯片编号占位符 3"/>
          <p:cNvSpPr>
            <a:spLocks noGrp="1"/>
          </p:cNvSpPr>
          <p:nvPr>
            <p:ph type="sldNum" sz="quarter" idx="12"/>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519BD36C-E661-4A10-9B50-29A2975D1B19}" type="slidenum">
              <a:rPr lang="en-US" altLang="zh-CN" sz="1400" smtClean="0"/>
              <a:pPr>
                <a:spcBef>
                  <a:spcPct val="0"/>
                </a:spcBef>
                <a:buClrTx/>
                <a:buFontTx/>
                <a:buNone/>
              </a:pPr>
              <a:t>6</a:t>
            </a:fld>
            <a:endParaRPr lang="en-US" altLang="zh-CN" sz="1400" smtClean="0"/>
          </a:p>
        </p:txBody>
      </p:sp>
      <p:sp>
        <p:nvSpPr>
          <p:cNvPr id="19460" name="Rectangle 2"/>
          <p:cNvSpPr>
            <a:spLocks noChangeArrowheads="1"/>
          </p:cNvSpPr>
          <p:nvPr/>
        </p:nvSpPr>
        <p:spPr bwMode="auto">
          <a:xfrm>
            <a:off x="179388" y="260350"/>
            <a:ext cx="8964612"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
                <a:schemeClr val="hlink"/>
              </a:buClr>
              <a:buFontTx/>
              <a:buNone/>
            </a:pPr>
            <a:r>
              <a:rPr kumimoji="1" lang="zh-CN" altLang="en-US" sz="3600">
                <a:solidFill>
                  <a:schemeClr val="accent2"/>
                </a:solidFill>
                <a:latin typeface="黑体" panose="02010609060101010101" pitchFamily="49" charset="-122"/>
                <a:ea typeface="黑体" panose="02010609060101010101" pitchFamily="49" charset="-122"/>
              </a:rPr>
              <a:t>用</a:t>
            </a:r>
            <a:r>
              <a:rPr kumimoji="1" lang="en-US" altLang="zh-CN" sz="3600">
                <a:solidFill>
                  <a:schemeClr val="accent2"/>
                </a:solidFill>
                <a:latin typeface="黑体" panose="02010609060101010101" pitchFamily="49" charset="-122"/>
                <a:ea typeface="黑体" panose="02010609060101010101" pitchFamily="49" charset="-122"/>
              </a:rPr>
              <a:t>UML</a:t>
            </a:r>
            <a:r>
              <a:rPr kumimoji="1" lang="zh-CN" altLang="en-US" sz="3600">
                <a:solidFill>
                  <a:schemeClr val="accent2"/>
                </a:solidFill>
                <a:latin typeface="黑体" panose="02010609060101010101" pitchFamily="49" charset="-122"/>
                <a:ea typeface="黑体" panose="02010609060101010101" pitchFamily="49" charset="-122"/>
              </a:rPr>
              <a:t>对系统建模</a:t>
            </a:r>
          </a:p>
        </p:txBody>
      </p:sp>
      <p:sp>
        <p:nvSpPr>
          <p:cNvPr id="19461" name="Text Box 4"/>
          <p:cNvSpPr txBox="1">
            <a:spLocks noChangeArrowheads="1"/>
          </p:cNvSpPr>
          <p:nvPr/>
        </p:nvSpPr>
        <p:spPr bwMode="auto">
          <a:xfrm>
            <a:off x="323850" y="847725"/>
            <a:ext cx="8516938" cy="5430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lang="en-US" altLang="zh-CN" sz="2400"/>
              <a:t>1</a:t>
            </a:r>
            <a:r>
              <a:rPr lang="zh-CN" altLang="en-US" sz="2400"/>
              <a:t>、</a:t>
            </a:r>
            <a:r>
              <a:rPr lang="en-US" altLang="zh-CN" sz="2400"/>
              <a:t>UML</a:t>
            </a:r>
            <a:r>
              <a:rPr lang="zh-CN" altLang="en-US" sz="2400"/>
              <a:t>中的图：</a:t>
            </a:r>
            <a:r>
              <a:rPr lang="zh-CN" altLang="en-US" sz="2000"/>
              <a:t>用例图、类图、对象图、状态图、序列图、协作图、活动图、构件图、部署图共九种</a:t>
            </a:r>
          </a:p>
          <a:p>
            <a:pPr eaLnBrk="1" hangingPunct="1">
              <a:spcBef>
                <a:spcPct val="0"/>
              </a:spcBef>
              <a:buClrTx/>
              <a:buFontTx/>
              <a:buNone/>
            </a:pPr>
            <a:r>
              <a:rPr lang="zh-CN" altLang="en-US" sz="1800"/>
              <a:t>用例图 ：用于显示若干角色，以及这些角色与系统提供的用例之间的连接关系。</a:t>
            </a:r>
          </a:p>
          <a:p>
            <a:pPr eaLnBrk="1" hangingPunct="1">
              <a:spcBef>
                <a:spcPct val="0"/>
              </a:spcBef>
              <a:buClrTx/>
              <a:buFontTx/>
              <a:buChar char="•"/>
            </a:pPr>
            <a:r>
              <a:rPr lang="zh-CN" altLang="en-US" sz="1800"/>
              <a:t>类图：用来表示系统中的类和类之间的关系，它是对系统静态结构的描述。</a:t>
            </a:r>
          </a:p>
          <a:p>
            <a:pPr eaLnBrk="1" hangingPunct="1">
              <a:spcBef>
                <a:spcPct val="0"/>
              </a:spcBef>
              <a:buClrTx/>
              <a:buFontTx/>
              <a:buChar char="•"/>
            </a:pPr>
            <a:r>
              <a:rPr lang="zh-CN" altLang="en-US" sz="1800"/>
              <a:t>对象图：是类图的变体，两者之间的差别在于，对象图表示的是类的对象实例，而不是真实的类。对象图是类图的一个范例。</a:t>
            </a:r>
          </a:p>
          <a:p>
            <a:pPr eaLnBrk="1" hangingPunct="1">
              <a:spcBef>
                <a:spcPct val="0"/>
              </a:spcBef>
              <a:buClrTx/>
              <a:buFontTx/>
              <a:buChar char="•"/>
            </a:pPr>
            <a:r>
              <a:rPr lang="zh-CN" altLang="en-US" sz="1800"/>
              <a:t>序列图：用来反映若干个对象之间的动态协作关系，也就是随着时间的流逝对象之间是如何交互的。</a:t>
            </a:r>
          </a:p>
          <a:p>
            <a:pPr eaLnBrk="1" hangingPunct="1">
              <a:spcBef>
                <a:spcPct val="0"/>
              </a:spcBef>
              <a:buClrTx/>
              <a:buFontTx/>
              <a:buChar char="•"/>
            </a:pPr>
            <a:r>
              <a:rPr lang="zh-CN" altLang="en-US" sz="1800"/>
              <a:t>协作图：和序列图的作用一样，反映的也是动态协作，除了显示消息变化称为交互</a:t>
            </a:r>
          </a:p>
          <a:p>
            <a:pPr eaLnBrk="1" hangingPunct="1">
              <a:spcBef>
                <a:spcPct val="0"/>
              </a:spcBef>
              <a:buClrTx/>
              <a:buFontTx/>
              <a:buNone/>
            </a:pPr>
            <a:r>
              <a:rPr lang="zh-CN" altLang="en-US" sz="1800"/>
              <a:t>外，协作图还显示了对象和它们之间的关系，称为上下文有关。由于协作图或序列图都反映对象之间的交互，所以建模者可以任意选择一种反映对象间的协作，如果需要强调时间和序列，最好选择序列图，如果需要强调上下文相关，最好选择协作图。</a:t>
            </a:r>
          </a:p>
          <a:p>
            <a:pPr eaLnBrk="1" hangingPunct="1">
              <a:spcBef>
                <a:spcPct val="0"/>
              </a:spcBef>
              <a:buClrTx/>
              <a:buFontTx/>
              <a:buNone/>
            </a:pPr>
            <a:r>
              <a:rPr lang="zh-CN" altLang="en-US" sz="1800"/>
              <a:t>状态图：是对类所描述事物的补充说明，它显示了类的所有对象可能具有的状态，以及引起状态变化的事件。</a:t>
            </a:r>
          </a:p>
          <a:p>
            <a:pPr eaLnBrk="1" hangingPunct="1">
              <a:spcBef>
                <a:spcPct val="0"/>
              </a:spcBef>
              <a:buClrTx/>
              <a:buFontTx/>
              <a:buChar char="•"/>
            </a:pPr>
            <a:r>
              <a:rPr lang="zh-CN" altLang="en-US" sz="1800"/>
              <a:t>活动图：反映一个连续的活动流，相对于描述活动流来说，活动图更常用于描述某个操作执行时的活动状况。</a:t>
            </a:r>
          </a:p>
          <a:p>
            <a:pPr eaLnBrk="1" hangingPunct="1">
              <a:spcBef>
                <a:spcPct val="0"/>
              </a:spcBef>
              <a:buClrTx/>
              <a:buFontTx/>
              <a:buChar char="•"/>
            </a:pPr>
            <a:r>
              <a:rPr lang="zh-CN" altLang="en-US" sz="1800"/>
              <a:t>构件图： 用来反映代码的物理结构</a:t>
            </a:r>
          </a:p>
          <a:p>
            <a:pPr eaLnBrk="1" hangingPunct="1">
              <a:spcBef>
                <a:spcPct val="0"/>
              </a:spcBef>
              <a:buClrTx/>
              <a:buFontTx/>
              <a:buChar char="•"/>
            </a:pPr>
            <a:r>
              <a:rPr lang="zh-CN" altLang="en-US" sz="1800"/>
              <a:t>部署图：用来显示系统中软件和硬件的物理架构</a:t>
            </a:r>
          </a:p>
        </p:txBody>
      </p:sp>
    </p:spTree>
  </p:cSld>
  <p:clrMapOvr>
    <a:masterClrMapping/>
  </p:clrMapOvr>
  <p:transition advClick="0">
    <p:wheel spokes="8"/>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日期占位符 1"/>
          <p:cNvSpPr>
            <a:spLocks noGrp="1"/>
          </p:cNvSpPr>
          <p:nvPr>
            <p:ph type="dt" sz="quarter" idx="10"/>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DF6EC079-CFE6-4BCE-9DA8-2951C2FA5C2A}" type="datetime8">
              <a:rPr lang="zh-CN" altLang="en-US" sz="1400" smtClean="0"/>
              <a:pPr>
                <a:spcBef>
                  <a:spcPct val="0"/>
                </a:spcBef>
                <a:buClrTx/>
                <a:buFontTx/>
                <a:buNone/>
              </a:pPr>
              <a:t>2020年5月12日3时0分</a:t>
            </a:fld>
            <a:endParaRPr lang="en-US" altLang="zh-CN" sz="1400" smtClean="0"/>
          </a:p>
        </p:txBody>
      </p:sp>
      <p:sp>
        <p:nvSpPr>
          <p:cNvPr id="20483" name="灯片编号占位符 3"/>
          <p:cNvSpPr>
            <a:spLocks noGrp="1"/>
          </p:cNvSpPr>
          <p:nvPr>
            <p:ph type="sldNum" sz="quarter" idx="12"/>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540A830D-611B-43F3-9053-3BC3E8AC3C55}" type="slidenum">
              <a:rPr lang="en-US" altLang="zh-CN" sz="1400" smtClean="0"/>
              <a:pPr>
                <a:spcBef>
                  <a:spcPct val="0"/>
                </a:spcBef>
                <a:buClrTx/>
                <a:buFontTx/>
                <a:buNone/>
              </a:pPr>
              <a:t>7</a:t>
            </a:fld>
            <a:endParaRPr lang="en-US" altLang="zh-CN" sz="1400" smtClean="0"/>
          </a:p>
        </p:txBody>
      </p:sp>
      <p:sp>
        <p:nvSpPr>
          <p:cNvPr id="20484" name="Rectangle 2"/>
          <p:cNvSpPr>
            <a:spLocks noChangeArrowheads="1"/>
          </p:cNvSpPr>
          <p:nvPr/>
        </p:nvSpPr>
        <p:spPr bwMode="auto">
          <a:xfrm>
            <a:off x="179388" y="476250"/>
            <a:ext cx="8964612"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
                <a:schemeClr val="hlink"/>
              </a:buClr>
              <a:buFontTx/>
              <a:buNone/>
            </a:pPr>
            <a:r>
              <a:rPr kumimoji="1" lang="zh-CN" altLang="en-US" sz="3600">
                <a:solidFill>
                  <a:schemeClr val="accent2"/>
                </a:solidFill>
                <a:latin typeface="黑体" panose="02010609060101010101" pitchFamily="49" charset="-122"/>
                <a:ea typeface="黑体" panose="02010609060101010101" pitchFamily="49" charset="-122"/>
              </a:rPr>
              <a:t>用</a:t>
            </a:r>
            <a:r>
              <a:rPr kumimoji="1" lang="en-US" altLang="zh-CN" sz="3600">
                <a:solidFill>
                  <a:schemeClr val="accent2"/>
                </a:solidFill>
                <a:latin typeface="黑体" panose="02010609060101010101" pitchFamily="49" charset="-122"/>
                <a:ea typeface="黑体" panose="02010609060101010101" pitchFamily="49" charset="-122"/>
              </a:rPr>
              <a:t>UML</a:t>
            </a:r>
            <a:r>
              <a:rPr kumimoji="1" lang="zh-CN" altLang="en-US" sz="3600">
                <a:solidFill>
                  <a:schemeClr val="accent2"/>
                </a:solidFill>
                <a:latin typeface="黑体" panose="02010609060101010101" pitchFamily="49" charset="-122"/>
                <a:ea typeface="黑体" panose="02010609060101010101" pitchFamily="49" charset="-122"/>
              </a:rPr>
              <a:t>对系统建模</a:t>
            </a:r>
          </a:p>
        </p:txBody>
      </p:sp>
      <p:sp>
        <p:nvSpPr>
          <p:cNvPr id="20485" name="Text Box 3"/>
          <p:cNvSpPr txBox="1">
            <a:spLocks noChangeArrowheads="1"/>
          </p:cNvSpPr>
          <p:nvPr/>
        </p:nvSpPr>
        <p:spPr bwMode="auto">
          <a:xfrm>
            <a:off x="323850" y="1341438"/>
            <a:ext cx="8820150" cy="3508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lang="en-US" altLang="zh-CN" sz="2800"/>
              <a:t>2</a:t>
            </a:r>
            <a:r>
              <a:rPr lang="zh-CN" altLang="en-US" sz="2800"/>
              <a:t>、</a:t>
            </a:r>
            <a:r>
              <a:rPr lang="en-US" altLang="zh-CN" sz="2800"/>
              <a:t>UML</a:t>
            </a:r>
            <a:r>
              <a:rPr lang="zh-CN" altLang="en-US" sz="2800"/>
              <a:t>模型：</a:t>
            </a:r>
          </a:p>
          <a:p>
            <a:pPr eaLnBrk="1" hangingPunct="1">
              <a:spcBef>
                <a:spcPct val="0"/>
              </a:spcBef>
              <a:buClrTx/>
              <a:buFontTx/>
              <a:buNone/>
            </a:pPr>
            <a:r>
              <a:rPr lang="zh-CN" altLang="en-US" sz="2800"/>
              <a:t>包含用例模型，静态模型，动态模型共三种</a:t>
            </a:r>
          </a:p>
          <a:p>
            <a:pPr lvl="1" eaLnBrk="1" hangingPunct="1">
              <a:spcBef>
                <a:spcPct val="0"/>
              </a:spcBef>
              <a:buClrTx/>
            </a:pPr>
            <a:r>
              <a:rPr lang="zh-CN" altLang="en-US"/>
              <a:t>用例模型：从用户角度描述系统需求，是所有开发活动的指南。包含：一或者多张用例图 </a:t>
            </a:r>
          </a:p>
          <a:p>
            <a:pPr lvl="1" eaLnBrk="1" hangingPunct="1">
              <a:spcBef>
                <a:spcPct val="0"/>
              </a:spcBef>
              <a:buClrTx/>
            </a:pPr>
            <a:r>
              <a:rPr lang="zh-CN" altLang="en-US"/>
              <a:t>静态模型：描述系统的元素与元素间的关系。包括：类图，对象图，构件图，部署图</a:t>
            </a:r>
          </a:p>
          <a:p>
            <a:pPr lvl="1" eaLnBrk="1" hangingPunct="1">
              <a:spcBef>
                <a:spcPct val="0"/>
              </a:spcBef>
              <a:buClrTx/>
            </a:pPr>
            <a:r>
              <a:rPr lang="zh-CN" altLang="en-US"/>
              <a:t>动态模型：描述系统随时间发展的行为。包含：状态图，序列图，协作图，活动图</a:t>
            </a:r>
          </a:p>
        </p:txBody>
      </p:sp>
    </p:spTree>
  </p:cSld>
  <p:clrMapOvr>
    <a:masterClrMapping/>
  </p:clrMapOvr>
  <p:transition advClick="0">
    <p:wheel spokes="8"/>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日期占位符 3"/>
          <p:cNvSpPr>
            <a:spLocks noGrp="1"/>
          </p:cNvSpPr>
          <p:nvPr>
            <p:ph type="dt" sz="quarter" idx="10"/>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EC91E38C-D865-4ADD-8904-C99B40B00C4B}" type="datetime8">
              <a:rPr lang="zh-CN" altLang="en-US" sz="1400" smtClean="0"/>
              <a:pPr>
                <a:spcBef>
                  <a:spcPct val="0"/>
                </a:spcBef>
                <a:buClrTx/>
                <a:buFontTx/>
                <a:buNone/>
              </a:pPr>
              <a:t>2020年5月12日3时0分</a:t>
            </a:fld>
            <a:endParaRPr lang="en-US" altLang="zh-CN" sz="1400" smtClean="0"/>
          </a:p>
        </p:txBody>
      </p:sp>
      <p:sp>
        <p:nvSpPr>
          <p:cNvPr id="21507" name="灯片编号占位符 5"/>
          <p:cNvSpPr>
            <a:spLocks noGrp="1"/>
          </p:cNvSpPr>
          <p:nvPr>
            <p:ph type="sldNum" sz="quarter" idx="12"/>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758EC53D-F526-45F6-B547-8D4B2A536736}" type="slidenum">
              <a:rPr lang="en-US" altLang="zh-CN" sz="1400" smtClean="0"/>
              <a:pPr>
                <a:spcBef>
                  <a:spcPct val="0"/>
                </a:spcBef>
                <a:buClrTx/>
                <a:buFontTx/>
                <a:buNone/>
              </a:pPr>
              <a:t>8</a:t>
            </a:fld>
            <a:endParaRPr lang="en-US" altLang="zh-CN" sz="1400" smtClean="0"/>
          </a:p>
        </p:txBody>
      </p:sp>
      <p:sp>
        <p:nvSpPr>
          <p:cNvPr id="21508" name="Rectangle 1026"/>
          <p:cNvSpPr>
            <a:spLocks noGrp="1" noRot="1" noChangeArrowheads="1"/>
          </p:cNvSpPr>
          <p:nvPr>
            <p:ph type="title"/>
          </p:nvPr>
        </p:nvSpPr>
        <p:spPr/>
        <p:txBody>
          <a:bodyPr/>
          <a:lstStyle/>
          <a:p>
            <a:pPr eaLnBrk="1" hangingPunct="1"/>
            <a:endParaRPr lang="zh-CN" altLang="zh-CN" smtClean="0"/>
          </a:p>
        </p:txBody>
      </p:sp>
      <p:pic>
        <p:nvPicPr>
          <p:cNvPr id="21509" name="Picture 1027"/>
          <p:cNvPicPr>
            <a:picLocks noGrp="1"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228600" y="381000"/>
            <a:ext cx="8610600" cy="51498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ransition advClick="0">
    <p:wheel spokes="8"/>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日期占位符 3"/>
          <p:cNvSpPr>
            <a:spLocks noGrp="1"/>
          </p:cNvSpPr>
          <p:nvPr>
            <p:ph type="dt" sz="quarter" idx="10"/>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9A0A27EA-503E-4060-BB18-B30FBB855912}" type="datetime8">
              <a:rPr lang="zh-CN" altLang="en-US" sz="1400" smtClean="0"/>
              <a:pPr>
                <a:spcBef>
                  <a:spcPct val="0"/>
                </a:spcBef>
                <a:buClrTx/>
                <a:buFontTx/>
                <a:buNone/>
              </a:pPr>
              <a:t>2020年5月12日3时0分</a:t>
            </a:fld>
            <a:endParaRPr lang="en-US" altLang="zh-CN" sz="1400" smtClean="0"/>
          </a:p>
        </p:txBody>
      </p:sp>
      <p:sp>
        <p:nvSpPr>
          <p:cNvPr id="22531" name="灯片编号占位符 5"/>
          <p:cNvSpPr>
            <a:spLocks noGrp="1"/>
          </p:cNvSpPr>
          <p:nvPr>
            <p:ph type="sldNum" sz="quarter" idx="12"/>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7A8ECA48-3E0D-4160-9361-7AE8BD98EE8A}" type="slidenum">
              <a:rPr lang="en-US" altLang="zh-CN" sz="1400" smtClean="0"/>
              <a:pPr>
                <a:spcBef>
                  <a:spcPct val="0"/>
                </a:spcBef>
                <a:buClrTx/>
                <a:buFontTx/>
                <a:buNone/>
              </a:pPr>
              <a:t>9</a:t>
            </a:fld>
            <a:endParaRPr lang="en-US" altLang="zh-CN" sz="1400" smtClean="0"/>
          </a:p>
        </p:txBody>
      </p:sp>
      <p:sp>
        <p:nvSpPr>
          <p:cNvPr id="22532" name="Rectangle 2"/>
          <p:cNvSpPr>
            <a:spLocks noGrp="1" noRot="1" noChangeArrowheads="1"/>
          </p:cNvSpPr>
          <p:nvPr>
            <p:ph type="title"/>
          </p:nvPr>
        </p:nvSpPr>
        <p:spPr>
          <a:xfrm>
            <a:off x="323850" y="476250"/>
            <a:ext cx="8540750" cy="647700"/>
          </a:xfrm>
        </p:spPr>
        <p:txBody>
          <a:bodyPr/>
          <a:lstStyle/>
          <a:p>
            <a:pPr eaLnBrk="1" hangingPunct="1"/>
            <a:r>
              <a:rPr lang="en-US" altLang="zh-CN" sz="3600" smtClean="0"/>
              <a:t>UML</a:t>
            </a:r>
            <a:r>
              <a:rPr lang="zh-CN" altLang="en-US" sz="3600" smtClean="0"/>
              <a:t>中的图</a:t>
            </a:r>
          </a:p>
        </p:txBody>
      </p:sp>
      <p:sp>
        <p:nvSpPr>
          <p:cNvPr id="22533" name="Rectangle 3"/>
          <p:cNvSpPr>
            <a:spLocks noGrp="1" noRot="1" noChangeArrowheads="1"/>
          </p:cNvSpPr>
          <p:nvPr>
            <p:ph type="body" idx="1"/>
          </p:nvPr>
        </p:nvSpPr>
        <p:spPr>
          <a:xfrm>
            <a:off x="468313" y="1196975"/>
            <a:ext cx="8540750" cy="4895850"/>
          </a:xfrm>
        </p:spPr>
        <p:txBody>
          <a:bodyPr/>
          <a:lstStyle/>
          <a:p>
            <a:pPr eaLnBrk="1" hangingPunct="1">
              <a:lnSpc>
                <a:spcPct val="80000"/>
              </a:lnSpc>
            </a:pPr>
            <a:endParaRPr lang="en-US" altLang="zh-CN" sz="2800" smtClean="0"/>
          </a:p>
          <a:p>
            <a:pPr eaLnBrk="1" hangingPunct="1">
              <a:lnSpc>
                <a:spcPct val="80000"/>
              </a:lnSpc>
            </a:pPr>
            <a:r>
              <a:rPr lang="zh-CN" altLang="en-US" sz="2800" smtClean="0"/>
              <a:t>类图</a:t>
            </a:r>
          </a:p>
          <a:p>
            <a:pPr eaLnBrk="1" hangingPunct="1">
              <a:lnSpc>
                <a:spcPct val="80000"/>
              </a:lnSpc>
            </a:pPr>
            <a:r>
              <a:rPr lang="zh-CN" altLang="en-US" sz="2800" smtClean="0"/>
              <a:t>对象图</a:t>
            </a:r>
          </a:p>
          <a:p>
            <a:pPr eaLnBrk="1" hangingPunct="1">
              <a:lnSpc>
                <a:spcPct val="80000"/>
              </a:lnSpc>
            </a:pPr>
            <a:r>
              <a:rPr lang="zh-CN" altLang="en-US" sz="2800" smtClean="0"/>
              <a:t>用例图</a:t>
            </a:r>
          </a:p>
          <a:p>
            <a:pPr eaLnBrk="1" hangingPunct="1">
              <a:lnSpc>
                <a:spcPct val="80000"/>
              </a:lnSpc>
            </a:pPr>
            <a:r>
              <a:rPr lang="zh-CN" altLang="en-US" sz="2800" smtClean="0"/>
              <a:t>顺序图</a:t>
            </a:r>
          </a:p>
          <a:p>
            <a:pPr eaLnBrk="1" hangingPunct="1">
              <a:lnSpc>
                <a:spcPct val="80000"/>
              </a:lnSpc>
            </a:pPr>
            <a:r>
              <a:rPr lang="zh-CN" altLang="en-US" sz="2800" smtClean="0"/>
              <a:t>协作图</a:t>
            </a:r>
          </a:p>
          <a:p>
            <a:pPr eaLnBrk="1" hangingPunct="1">
              <a:lnSpc>
                <a:spcPct val="80000"/>
              </a:lnSpc>
            </a:pPr>
            <a:r>
              <a:rPr lang="zh-CN" altLang="en-US" sz="2800" smtClean="0"/>
              <a:t>状态图</a:t>
            </a:r>
          </a:p>
          <a:p>
            <a:pPr eaLnBrk="1" hangingPunct="1">
              <a:lnSpc>
                <a:spcPct val="80000"/>
              </a:lnSpc>
            </a:pPr>
            <a:r>
              <a:rPr lang="zh-CN" altLang="en-US" sz="2800" smtClean="0"/>
              <a:t>活动图</a:t>
            </a:r>
          </a:p>
          <a:p>
            <a:pPr eaLnBrk="1" hangingPunct="1">
              <a:lnSpc>
                <a:spcPct val="80000"/>
              </a:lnSpc>
            </a:pPr>
            <a:r>
              <a:rPr lang="zh-CN" altLang="en-US" sz="2800" smtClean="0"/>
              <a:t>构件图</a:t>
            </a:r>
          </a:p>
          <a:p>
            <a:pPr eaLnBrk="1" hangingPunct="1">
              <a:lnSpc>
                <a:spcPct val="80000"/>
              </a:lnSpc>
            </a:pPr>
            <a:r>
              <a:rPr lang="zh-CN" altLang="en-US" sz="2800" smtClean="0"/>
              <a:t>实施图</a:t>
            </a:r>
          </a:p>
          <a:p>
            <a:pPr eaLnBrk="1" hangingPunct="1">
              <a:lnSpc>
                <a:spcPct val="80000"/>
              </a:lnSpc>
            </a:pPr>
            <a:endParaRPr lang="en-US" altLang="zh-CN" sz="2800" smtClean="0"/>
          </a:p>
        </p:txBody>
      </p:sp>
      <p:sp>
        <p:nvSpPr>
          <p:cNvPr id="22534" name="AutoShape 6"/>
          <p:cNvSpPr>
            <a:spLocks noChangeArrowheads="1"/>
          </p:cNvSpPr>
          <p:nvPr/>
        </p:nvSpPr>
        <p:spPr bwMode="auto">
          <a:xfrm>
            <a:off x="2209800" y="2514600"/>
            <a:ext cx="228600" cy="304800"/>
          </a:xfrm>
          <a:prstGeom prst="can">
            <a:avLst>
              <a:gd name="adj" fmla="val 33333"/>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22535" name="AutoShape 7"/>
          <p:cNvSpPr>
            <a:spLocks noChangeArrowheads="1"/>
          </p:cNvSpPr>
          <p:nvPr/>
        </p:nvSpPr>
        <p:spPr bwMode="auto">
          <a:xfrm>
            <a:off x="2209800" y="2971800"/>
            <a:ext cx="228600" cy="304800"/>
          </a:xfrm>
          <a:prstGeom prst="can">
            <a:avLst>
              <a:gd name="adj" fmla="val 33333"/>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22536" name="AutoShape 8"/>
          <p:cNvSpPr>
            <a:spLocks noChangeArrowheads="1"/>
          </p:cNvSpPr>
          <p:nvPr/>
        </p:nvSpPr>
        <p:spPr bwMode="auto">
          <a:xfrm>
            <a:off x="1828800" y="1676400"/>
            <a:ext cx="228600" cy="304800"/>
          </a:xfrm>
          <a:prstGeom prst="can">
            <a:avLst>
              <a:gd name="adj" fmla="val 33333"/>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Tree>
  </p:cSld>
  <p:clrMapOvr>
    <a:masterClrMapping/>
  </p:clrMapOvr>
  <p:transition advClick="0">
    <p:wheel spokes="8"/>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日期占位符 3"/>
          <p:cNvSpPr>
            <a:spLocks noGrp="1"/>
          </p:cNvSpPr>
          <p:nvPr>
            <p:ph type="dt" sz="quarter" idx="10"/>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159359A0-C19E-48A5-A5AD-6E7C387FF75E}" type="datetime8">
              <a:rPr lang="zh-CN" altLang="en-US" sz="1400" smtClean="0"/>
              <a:pPr>
                <a:spcBef>
                  <a:spcPct val="0"/>
                </a:spcBef>
                <a:buClrTx/>
                <a:buFontTx/>
                <a:buNone/>
              </a:pPr>
              <a:t>2020年5月12日3时0分</a:t>
            </a:fld>
            <a:endParaRPr lang="en-US" altLang="zh-CN" sz="1400" smtClean="0"/>
          </a:p>
        </p:txBody>
      </p:sp>
      <p:sp>
        <p:nvSpPr>
          <p:cNvPr id="23555" name="灯片编号占位符 5"/>
          <p:cNvSpPr>
            <a:spLocks noGrp="1"/>
          </p:cNvSpPr>
          <p:nvPr>
            <p:ph type="sldNum" sz="quarter" idx="12"/>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DA52B943-C95F-44D1-9C67-655E832056B2}" type="slidenum">
              <a:rPr lang="en-US" altLang="zh-CN" sz="1400" smtClean="0"/>
              <a:pPr>
                <a:spcBef>
                  <a:spcPct val="0"/>
                </a:spcBef>
                <a:buClrTx/>
                <a:buFontTx/>
                <a:buNone/>
              </a:pPr>
              <a:t>10</a:t>
            </a:fld>
            <a:endParaRPr lang="en-US" altLang="zh-CN" sz="1400" smtClean="0"/>
          </a:p>
        </p:txBody>
      </p:sp>
      <p:sp>
        <p:nvSpPr>
          <p:cNvPr id="489474" name="Rectangle 2"/>
          <p:cNvSpPr>
            <a:spLocks noGrp="1" noRot="1" noChangeArrowheads="1"/>
          </p:cNvSpPr>
          <p:nvPr>
            <p:ph type="title"/>
          </p:nvPr>
        </p:nvSpPr>
        <p:spPr>
          <a:xfrm>
            <a:off x="644525" y="473075"/>
            <a:ext cx="8031163" cy="685800"/>
          </a:xfrm>
        </p:spPr>
        <p:txBody>
          <a:bodyPr/>
          <a:lstStyle/>
          <a:p>
            <a:pPr eaLnBrk="1" hangingPunct="1">
              <a:defRPr/>
            </a:pPr>
            <a:r>
              <a:rPr lang="zh-CN" altLang="en-US" sz="3600" smtClean="0">
                <a:solidFill>
                  <a:schemeClr val="tx1"/>
                </a:solidFill>
                <a:effectLst>
                  <a:outerShdw blurRad="38100" dist="38100" dir="2700000" algn="tl">
                    <a:srgbClr val="C0C0C0"/>
                  </a:outerShdw>
                </a:effectLst>
                <a:latin typeface="华文新魏" pitchFamily="2" charset="-122"/>
                <a:ea typeface="华文新魏" pitchFamily="2" charset="-122"/>
              </a:rPr>
              <a:t>类图和对象图</a:t>
            </a:r>
          </a:p>
        </p:txBody>
      </p:sp>
      <p:sp>
        <p:nvSpPr>
          <p:cNvPr id="23557" name="Text Box 4"/>
          <p:cNvSpPr txBox="1">
            <a:spLocks noChangeArrowheads="1"/>
          </p:cNvSpPr>
          <p:nvPr/>
        </p:nvSpPr>
        <p:spPr bwMode="auto">
          <a:xfrm>
            <a:off x="539750" y="1268413"/>
            <a:ext cx="8164513"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just" eaLnBrk="1" fontAlgn="ctr" hangingPunct="1">
              <a:spcBef>
                <a:spcPct val="50000"/>
              </a:spcBef>
              <a:buClrTx/>
              <a:buFontTx/>
              <a:buNone/>
            </a:pPr>
            <a:r>
              <a:rPr kumimoji="1" lang="en-US" altLang="zh-CN" sz="2400" b="1">
                <a:latin typeface="楷体_GB2312" pitchFamily="49" charset="-122"/>
                <a:ea typeface="楷体_GB2312" pitchFamily="49" charset="-122"/>
              </a:rPr>
              <a:t>    </a:t>
            </a:r>
            <a:r>
              <a:rPr kumimoji="1" lang="zh-CN" altLang="en-US" sz="2400" b="1">
                <a:latin typeface="楷体_GB2312" pitchFamily="49" charset="-122"/>
                <a:ea typeface="楷体_GB2312" pitchFamily="49" charset="-122"/>
              </a:rPr>
              <a:t>面向对象的开发方法的基本任务是建立对象模型，是软件系统开发的基础。</a:t>
            </a:r>
            <a:r>
              <a:rPr kumimoji="1" lang="en-US" altLang="zh-CN" sz="2400" b="1">
                <a:latin typeface="Times New Roman" panose="02020603050405020304" pitchFamily="18" charset="0"/>
                <a:ea typeface="楷体_GB2312" pitchFamily="49" charset="-122"/>
              </a:rPr>
              <a:t>UML</a:t>
            </a:r>
            <a:r>
              <a:rPr kumimoji="1" lang="zh-CN" altLang="en-US" sz="2400" b="1">
                <a:latin typeface="楷体_GB2312" pitchFamily="49" charset="-122"/>
                <a:ea typeface="楷体_GB2312" pitchFamily="49" charset="-122"/>
              </a:rPr>
              <a:t>中的对象类图</a:t>
            </a:r>
            <a:r>
              <a:rPr kumimoji="1" lang="en-US" altLang="zh-CN" sz="2400" b="1">
                <a:latin typeface="Times New Roman" panose="02020603050405020304" pitchFamily="18" charset="0"/>
                <a:ea typeface="楷体_GB2312" pitchFamily="49" charset="-122"/>
              </a:rPr>
              <a:t>(Class Diagram)</a:t>
            </a:r>
            <a:r>
              <a:rPr kumimoji="1" lang="zh-CN" altLang="en-US" sz="2400" b="1">
                <a:latin typeface="楷体_GB2312" pitchFamily="49" charset="-122"/>
                <a:ea typeface="楷体_GB2312" pitchFamily="49" charset="-122"/>
              </a:rPr>
              <a:t>与对象图</a:t>
            </a:r>
            <a:r>
              <a:rPr kumimoji="1" lang="en-US" altLang="zh-CN" sz="2400" b="1">
                <a:latin typeface="Times New Roman" panose="02020603050405020304" pitchFamily="18" charset="0"/>
                <a:ea typeface="楷体_GB2312" pitchFamily="49" charset="-122"/>
              </a:rPr>
              <a:t>(Object Diagram)</a:t>
            </a:r>
            <a:r>
              <a:rPr kumimoji="1" lang="zh-CN" altLang="en-US" sz="2400" b="1">
                <a:latin typeface="楷体_GB2312" pitchFamily="49" charset="-122"/>
                <a:ea typeface="楷体_GB2312" pitchFamily="49" charset="-122"/>
              </a:rPr>
              <a:t>表达了对象模型的静态结构，能够有效地建立专业领域的计算机系统对象模型。</a:t>
            </a:r>
          </a:p>
        </p:txBody>
      </p:sp>
      <p:sp>
        <p:nvSpPr>
          <p:cNvPr id="489477" name="Text Box 5"/>
          <p:cNvSpPr txBox="1">
            <a:spLocks noChangeArrowheads="1"/>
          </p:cNvSpPr>
          <p:nvPr/>
        </p:nvSpPr>
        <p:spPr bwMode="auto">
          <a:xfrm>
            <a:off x="584200" y="3230563"/>
            <a:ext cx="8181975" cy="2119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1" fontAlgn="ctr" hangingPunct="1">
              <a:lnSpc>
                <a:spcPct val="90000"/>
              </a:lnSpc>
              <a:spcBef>
                <a:spcPct val="50000"/>
              </a:spcBef>
              <a:defRPr/>
            </a:pPr>
            <a:r>
              <a:rPr kumimoji="1" lang="zh-CN" altLang="en-US" sz="2800">
                <a:effectLst>
                  <a:outerShdw blurRad="38100" dist="38100" dir="2700000" algn="tl">
                    <a:srgbClr val="C0C0C0"/>
                  </a:outerShdw>
                </a:effectLst>
                <a:latin typeface="华文新魏" pitchFamily="2" charset="-122"/>
                <a:ea typeface="华文新魏" pitchFamily="2" charset="-122"/>
              </a:rPr>
              <a:t>一、类图</a:t>
            </a:r>
            <a:r>
              <a:rPr kumimoji="1" lang="zh-CN" altLang="en-US" sz="2400" b="1">
                <a:latin typeface="楷体_GB2312" pitchFamily="49" charset="-122"/>
                <a:ea typeface="楷体_GB2312" pitchFamily="49" charset="-122"/>
              </a:rPr>
              <a:t>，是面向对象模型的最基本的模型元素，用类图来描述。</a:t>
            </a:r>
            <a:r>
              <a:rPr kumimoji="1" lang="zh-CN" altLang="en-US" sz="2400" b="1">
                <a:effectLst>
                  <a:outerShdw blurRad="38100" dist="38100" dir="2700000" algn="tl">
                    <a:srgbClr val="C0C0C0"/>
                  </a:outerShdw>
                </a:effectLst>
                <a:latin typeface="楷体_GB2312" pitchFamily="49" charset="-122"/>
                <a:ea typeface="楷体_GB2312" pitchFamily="49" charset="-122"/>
              </a:rPr>
              <a:t>类图</a:t>
            </a:r>
            <a:r>
              <a:rPr kumimoji="1" lang="en-US" altLang="zh-CN" sz="2400" b="1">
                <a:effectLst>
                  <a:outerShdw blurRad="38100" dist="38100" dir="2700000" algn="tl">
                    <a:srgbClr val="C0C0C0"/>
                  </a:outerShdw>
                </a:effectLst>
                <a:latin typeface="Times New Roman" pitchFamily="18" charset="0"/>
                <a:ea typeface="楷体_GB2312" pitchFamily="49" charset="-122"/>
              </a:rPr>
              <a:t>(Class diagram)</a:t>
            </a:r>
            <a:r>
              <a:rPr kumimoji="1" lang="zh-CN" altLang="en-US" sz="2400" b="1">
                <a:latin typeface="Times New Roman" pitchFamily="18" charset="0"/>
                <a:ea typeface="楷体_GB2312" pitchFamily="49" charset="-122"/>
              </a:rPr>
              <a:t>由系统中使用的类以及它们之间的关系组成，是描述系统的一种图式，</a:t>
            </a:r>
            <a:r>
              <a:rPr kumimoji="1" lang="zh-CN" altLang="en-US" sz="2400" b="1">
                <a:latin typeface="楷体_GB2312" pitchFamily="49" charset="-122"/>
                <a:ea typeface="楷体_GB2312" pitchFamily="49" charset="-122"/>
              </a:rPr>
              <a:t>分为长式和短式。类及类型名均用英文大写字母开头，属性及操作名为小写字母开头。常见类型有：</a:t>
            </a:r>
            <a:r>
              <a:rPr kumimoji="1" lang="en-US" altLang="zh-CN" sz="2400" b="1">
                <a:latin typeface="Times New Roman" pitchFamily="18" charset="0"/>
                <a:ea typeface="楷体_GB2312" pitchFamily="49" charset="-122"/>
              </a:rPr>
              <a:t>Char,Boolean,Double,Float, Integer, Object,Short,String</a:t>
            </a:r>
            <a:r>
              <a:rPr kumimoji="1" lang="zh-CN" altLang="en-US" sz="2400" b="1">
                <a:latin typeface="楷体_GB2312" pitchFamily="49" charset="-122"/>
                <a:ea typeface="楷体_GB2312" pitchFamily="49" charset="-122"/>
              </a:rPr>
              <a:t>等。</a:t>
            </a:r>
            <a:r>
              <a:rPr kumimoji="1" lang="zh-CN" altLang="en-US" sz="2400" b="1">
                <a:latin typeface="Times New Roman" pitchFamily="18" charset="0"/>
                <a:ea typeface="楷体_GB2312" pitchFamily="49" charset="-122"/>
              </a:rPr>
              <a:t>类图是构建其它图的基础。</a:t>
            </a:r>
          </a:p>
        </p:txBody>
      </p:sp>
      <p:sp>
        <p:nvSpPr>
          <p:cNvPr id="23559" name="Oval 6">
            <a:hlinkClick r:id="" action="ppaction://hlinkshowjump?jump=previousslide"/>
          </p:cNvPr>
          <p:cNvSpPr>
            <a:spLocks noChangeArrowheads="1"/>
          </p:cNvSpPr>
          <p:nvPr/>
        </p:nvSpPr>
        <p:spPr bwMode="auto">
          <a:xfrm>
            <a:off x="6370638" y="6383338"/>
            <a:ext cx="754062" cy="334962"/>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CC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23560" name="Oval 7">
            <a:hlinkClick r:id="" action="ppaction://hlinkshowjump?jump=nextslide"/>
          </p:cNvPr>
          <p:cNvSpPr>
            <a:spLocks noChangeArrowheads="1"/>
          </p:cNvSpPr>
          <p:nvPr/>
        </p:nvSpPr>
        <p:spPr bwMode="auto">
          <a:xfrm>
            <a:off x="7237413" y="6388100"/>
            <a:ext cx="754062" cy="334963"/>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CC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23561" name="Oval 8">
            <a:hlinkClick r:id="" action="ppaction://hlinkshowjump?jump=firstslide"/>
          </p:cNvPr>
          <p:cNvSpPr>
            <a:spLocks noChangeArrowheads="1"/>
          </p:cNvSpPr>
          <p:nvPr/>
        </p:nvSpPr>
        <p:spPr bwMode="auto">
          <a:xfrm>
            <a:off x="8147050" y="6388100"/>
            <a:ext cx="754063" cy="334963"/>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CC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Tree>
  </p:cSld>
  <p:clrMapOvr>
    <a:masterClrMapping/>
  </p:clrMapOvr>
  <p:transition advClick="0">
    <p:wheel spokes="8"/>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89477"/>
                                        </p:tgtEl>
                                        <p:attrNameLst>
                                          <p:attrName>style.visibility</p:attrName>
                                        </p:attrNameLst>
                                      </p:cBhvr>
                                      <p:to>
                                        <p:strVal val="visible"/>
                                      </p:to>
                                    </p:set>
                                    <p:animEffect transition="in" filter="wipe(up)">
                                      <p:cBhvr>
                                        <p:cTn id="7" dur="500"/>
                                        <p:tgtEl>
                                          <p:spTgt spid="4894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9477"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日期占位符 1"/>
          <p:cNvSpPr>
            <a:spLocks noGrp="1"/>
          </p:cNvSpPr>
          <p:nvPr>
            <p:ph type="dt" sz="quarter" idx="10"/>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D1C0E762-DF1D-4D44-83F5-AA86BD8D6040}" type="datetime8">
              <a:rPr lang="zh-CN" altLang="en-US" sz="1400" smtClean="0"/>
              <a:pPr>
                <a:spcBef>
                  <a:spcPct val="0"/>
                </a:spcBef>
                <a:buClrTx/>
                <a:buFontTx/>
                <a:buNone/>
              </a:pPr>
              <a:t>2020年5月12日3时0分</a:t>
            </a:fld>
            <a:endParaRPr lang="en-US" altLang="zh-CN" sz="1400" smtClean="0"/>
          </a:p>
        </p:txBody>
      </p:sp>
      <p:sp>
        <p:nvSpPr>
          <p:cNvPr id="24579" name="灯片编号占位符 3"/>
          <p:cNvSpPr>
            <a:spLocks noGrp="1"/>
          </p:cNvSpPr>
          <p:nvPr>
            <p:ph type="sldNum" sz="quarter" idx="12"/>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38097FCF-93A8-40C6-8150-FD1F2499B6C0}" type="slidenum">
              <a:rPr lang="en-US" altLang="zh-CN" sz="1400" smtClean="0"/>
              <a:pPr>
                <a:spcBef>
                  <a:spcPct val="0"/>
                </a:spcBef>
                <a:buClrTx/>
                <a:buFontTx/>
                <a:buNone/>
              </a:pPr>
              <a:t>11</a:t>
            </a:fld>
            <a:endParaRPr lang="en-US" altLang="zh-CN" sz="1400" smtClean="0"/>
          </a:p>
        </p:txBody>
      </p:sp>
      <p:grpSp>
        <p:nvGrpSpPr>
          <p:cNvPr id="490498" name="Group 2"/>
          <p:cNvGrpSpPr>
            <a:grpSpLocks/>
          </p:cNvGrpSpPr>
          <p:nvPr/>
        </p:nvGrpSpPr>
        <p:grpSpPr bwMode="auto">
          <a:xfrm>
            <a:off x="6199188" y="3925888"/>
            <a:ext cx="2076450" cy="1670050"/>
            <a:chOff x="3084" y="241"/>
            <a:chExt cx="1308" cy="1052"/>
          </a:xfrm>
        </p:grpSpPr>
        <p:sp>
          <p:nvSpPr>
            <p:cNvPr id="490499" name="Rectangle 3"/>
            <p:cNvSpPr>
              <a:spLocks noChangeArrowheads="1"/>
            </p:cNvSpPr>
            <p:nvPr/>
          </p:nvSpPr>
          <p:spPr bwMode="auto">
            <a:xfrm>
              <a:off x="3084" y="241"/>
              <a:ext cx="1308" cy="105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defRPr/>
              </a:pPr>
              <a:endParaRPr kumimoji="1" lang="zh-CN" altLang="zh-CN" sz="2400" b="1">
                <a:effectLst>
                  <a:outerShdw blurRad="38100" dist="38100" dir="2700000" algn="tl">
                    <a:srgbClr val="C0C0C0"/>
                  </a:outerShdw>
                </a:effectLst>
                <a:latin typeface="Times New Roman" pitchFamily="18" charset="0"/>
              </a:endParaRPr>
            </a:p>
          </p:txBody>
        </p:sp>
        <p:sp>
          <p:nvSpPr>
            <p:cNvPr id="24621" name="Line 4"/>
            <p:cNvSpPr>
              <a:spLocks noChangeShapeType="1"/>
            </p:cNvSpPr>
            <p:nvPr/>
          </p:nvSpPr>
          <p:spPr bwMode="auto">
            <a:xfrm>
              <a:off x="3084" y="468"/>
              <a:ext cx="130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0501" name="Text Box 5"/>
            <p:cNvSpPr txBox="1">
              <a:spLocks noChangeArrowheads="1"/>
            </p:cNvSpPr>
            <p:nvPr/>
          </p:nvSpPr>
          <p:spPr bwMode="auto">
            <a:xfrm>
              <a:off x="3435" y="254"/>
              <a:ext cx="55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kumimoji="1" lang="zh-CN" altLang="en-US" b="1">
                  <a:effectLst>
                    <a:outerShdw blurRad="38100" dist="38100" dir="2700000" algn="tl">
                      <a:srgbClr val="C0C0C0"/>
                    </a:outerShdw>
                  </a:effectLst>
                  <a:latin typeface="Times New Roman" pitchFamily="18" charset="0"/>
                </a:rPr>
                <a:t>小汽车</a:t>
              </a:r>
            </a:p>
          </p:txBody>
        </p:sp>
        <p:sp>
          <p:nvSpPr>
            <p:cNvPr id="490502" name="Text Box 6"/>
            <p:cNvSpPr txBox="1">
              <a:spLocks noChangeArrowheads="1"/>
            </p:cNvSpPr>
            <p:nvPr/>
          </p:nvSpPr>
          <p:spPr bwMode="auto">
            <a:xfrm>
              <a:off x="3185" y="528"/>
              <a:ext cx="10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kumimoji="1" lang="zh-CN" altLang="en-US" b="1">
                  <a:effectLst>
                    <a:outerShdw blurRad="38100" dist="38100" dir="2700000" algn="tl">
                      <a:srgbClr val="C0C0C0"/>
                    </a:outerShdw>
                  </a:effectLst>
                  <a:latin typeface="Times New Roman" pitchFamily="18" charset="0"/>
                </a:rPr>
                <a:t>注册号：</a:t>
              </a:r>
              <a:r>
                <a:rPr kumimoji="1" lang="en-US" altLang="zh-CN" b="1">
                  <a:effectLst>
                    <a:outerShdw blurRad="38100" dist="38100" dir="2700000" algn="tl">
                      <a:srgbClr val="C0C0C0"/>
                    </a:outerShdw>
                  </a:effectLst>
                  <a:latin typeface="Times New Roman" pitchFamily="18" charset="0"/>
                </a:rPr>
                <a:t>String</a:t>
              </a:r>
            </a:p>
          </p:txBody>
        </p:sp>
        <p:sp>
          <p:nvSpPr>
            <p:cNvPr id="490503" name="Text Box 7"/>
            <p:cNvSpPr txBox="1">
              <a:spLocks noChangeArrowheads="1"/>
            </p:cNvSpPr>
            <p:nvPr/>
          </p:nvSpPr>
          <p:spPr bwMode="auto">
            <a:xfrm>
              <a:off x="3185" y="695"/>
              <a:ext cx="113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kumimoji="1" lang="zh-CN" altLang="en-US" b="1">
                  <a:effectLst>
                    <a:outerShdw blurRad="38100" dist="38100" dir="2700000" algn="tl">
                      <a:srgbClr val="C0C0C0"/>
                    </a:outerShdw>
                  </a:effectLst>
                  <a:latin typeface="Times New Roman" pitchFamily="18" charset="0"/>
                </a:rPr>
                <a:t>日期：  </a:t>
              </a:r>
              <a:r>
                <a:rPr kumimoji="1" lang="en-US" altLang="zh-CN" b="1">
                  <a:effectLst>
                    <a:outerShdw blurRad="38100" dist="38100" dir="2700000" algn="tl">
                      <a:srgbClr val="C0C0C0"/>
                    </a:outerShdw>
                  </a:effectLst>
                  <a:latin typeface="Times New Roman" pitchFamily="18" charset="0"/>
                </a:rPr>
                <a:t>Cardata</a:t>
              </a:r>
            </a:p>
          </p:txBody>
        </p:sp>
        <p:sp>
          <p:nvSpPr>
            <p:cNvPr id="490504" name="Text Box 8"/>
            <p:cNvSpPr txBox="1">
              <a:spLocks noChangeArrowheads="1"/>
            </p:cNvSpPr>
            <p:nvPr/>
          </p:nvSpPr>
          <p:spPr bwMode="auto">
            <a:xfrm>
              <a:off x="3194" y="859"/>
              <a:ext cx="107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kumimoji="1" lang="zh-CN" altLang="en-US" b="1">
                  <a:effectLst>
                    <a:outerShdw blurRad="38100" dist="38100" dir="2700000" algn="tl">
                      <a:srgbClr val="C0C0C0"/>
                    </a:outerShdw>
                  </a:effectLst>
                  <a:latin typeface="Times New Roman" pitchFamily="18" charset="0"/>
                </a:rPr>
                <a:t>速度：  </a:t>
              </a:r>
              <a:r>
                <a:rPr kumimoji="1" lang="en-US" altLang="zh-CN" b="1">
                  <a:effectLst>
                    <a:outerShdw blurRad="38100" dist="38100" dir="2700000" algn="tl">
                      <a:srgbClr val="C0C0C0"/>
                    </a:outerShdw>
                  </a:effectLst>
                  <a:latin typeface="Times New Roman" pitchFamily="18" charset="0"/>
                </a:rPr>
                <a:t>Integer</a:t>
              </a:r>
            </a:p>
          </p:txBody>
        </p:sp>
        <p:sp>
          <p:nvSpPr>
            <p:cNvPr id="490505" name="Text Box 9"/>
            <p:cNvSpPr txBox="1">
              <a:spLocks noChangeArrowheads="1"/>
            </p:cNvSpPr>
            <p:nvPr/>
          </p:nvSpPr>
          <p:spPr bwMode="auto">
            <a:xfrm>
              <a:off x="3180" y="1013"/>
              <a:ext cx="1199"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kumimoji="1" lang="zh-CN" altLang="en-US" b="1">
                  <a:effectLst>
                    <a:outerShdw blurRad="38100" dist="38100" dir="2700000" algn="tl">
                      <a:srgbClr val="C0C0C0"/>
                    </a:outerShdw>
                  </a:effectLst>
                  <a:latin typeface="Times New Roman" pitchFamily="18" charset="0"/>
                </a:rPr>
                <a:t>方向：  </a:t>
              </a:r>
              <a:r>
                <a:rPr kumimoji="1" lang="en-US" altLang="zh-CN" b="1">
                  <a:effectLst>
                    <a:outerShdw blurRad="38100" dist="38100" dir="2700000" algn="tl">
                      <a:srgbClr val="C0C0C0"/>
                    </a:outerShdw>
                  </a:effectLst>
                  <a:latin typeface="Times New Roman" pitchFamily="18" charset="0"/>
                </a:rPr>
                <a:t>Direction</a:t>
              </a:r>
            </a:p>
          </p:txBody>
        </p:sp>
      </p:grpSp>
      <p:grpSp>
        <p:nvGrpSpPr>
          <p:cNvPr id="24581" name="Group 11"/>
          <p:cNvGrpSpPr>
            <a:grpSpLocks/>
          </p:cNvGrpSpPr>
          <p:nvPr/>
        </p:nvGrpSpPr>
        <p:grpSpPr bwMode="auto">
          <a:xfrm>
            <a:off x="2916238" y="1484313"/>
            <a:ext cx="1295400" cy="984250"/>
            <a:chOff x="1130" y="2180"/>
            <a:chExt cx="733" cy="620"/>
          </a:xfrm>
        </p:grpSpPr>
        <p:sp>
          <p:nvSpPr>
            <p:cNvPr id="490508" name="Rectangle 12"/>
            <p:cNvSpPr>
              <a:spLocks noChangeArrowheads="1"/>
            </p:cNvSpPr>
            <p:nvPr/>
          </p:nvSpPr>
          <p:spPr bwMode="auto">
            <a:xfrm>
              <a:off x="1130" y="2205"/>
              <a:ext cx="733" cy="574"/>
            </a:xfrm>
            <a:prstGeom prst="rect">
              <a:avLst/>
            </a:prstGeom>
            <a:solidFill>
              <a:srgbClr val="003399">
                <a:alpha val="50000"/>
              </a:srgbClr>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defRPr/>
              </a:pPr>
              <a:r>
                <a:rPr kumimoji="1" lang="zh-CN" altLang="en-US" b="1">
                  <a:solidFill>
                    <a:srgbClr val="FFFFFF"/>
                  </a:solidFill>
                  <a:effectLst>
                    <a:outerShdw blurRad="38100" dist="38100" dir="2700000" algn="tl">
                      <a:srgbClr val="000000"/>
                    </a:outerShdw>
                  </a:effectLst>
                  <a:latin typeface="Times New Roman" pitchFamily="18" charset="0"/>
                </a:rPr>
                <a:t>属性：类型</a:t>
              </a:r>
            </a:p>
          </p:txBody>
        </p:sp>
        <p:sp>
          <p:nvSpPr>
            <p:cNvPr id="24616" name="Line 13"/>
            <p:cNvSpPr>
              <a:spLocks noChangeShapeType="1"/>
            </p:cNvSpPr>
            <p:nvPr/>
          </p:nvSpPr>
          <p:spPr bwMode="auto">
            <a:xfrm>
              <a:off x="1130" y="2381"/>
              <a:ext cx="733"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617" name="Line 14"/>
            <p:cNvSpPr>
              <a:spLocks noChangeShapeType="1"/>
            </p:cNvSpPr>
            <p:nvPr/>
          </p:nvSpPr>
          <p:spPr bwMode="auto">
            <a:xfrm>
              <a:off x="1130" y="2581"/>
              <a:ext cx="733"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0511" name="Text Box 15"/>
            <p:cNvSpPr txBox="1">
              <a:spLocks noChangeArrowheads="1"/>
            </p:cNvSpPr>
            <p:nvPr/>
          </p:nvSpPr>
          <p:spPr bwMode="auto">
            <a:xfrm>
              <a:off x="1342" y="2180"/>
              <a:ext cx="363" cy="231"/>
            </a:xfrm>
            <a:prstGeom prst="rect">
              <a:avLst/>
            </a:prstGeom>
            <a:noFill/>
            <a:ln>
              <a:noFill/>
            </a:ln>
            <a:effectLst/>
            <a:extLst>
              <a:ext uri="{909E8E84-426E-40DD-AFC4-6F175D3DCCD1}">
                <a14:hiddenFill xmlns:a14="http://schemas.microsoft.com/office/drawing/2010/main">
                  <a:solidFill>
                    <a:srgbClr val="003399">
                      <a:alpha val="50000"/>
                    </a:srgbClr>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kumimoji="1" lang="zh-CN" altLang="en-US" b="1">
                  <a:solidFill>
                    <a:srgbClr val="FFFFFF"/>
                  </a:solidFill>
                  <a:effectLst>
                    <a:outerShdw blurRad="38100" dist="38100" dir="2700000" algn="tl">
                      <a:srgbClr val="C0C0C0"/>
                    </a:outerShdw>
                  </a:effectLst>
                  <a:latin typeface="Times New Roman" pitchFamily="18" charset="0"/>
                </a:rPr>
                <a:t>类名</a:t>
              </a:r>
            </a:p>
          </p:txBody>
        </p:sp>
        <p:sp>
          <p:nvSpPr>
            <p:cNvPr id="490512" name="Text Box 16"/>
            <p:cNvSpPr txBox="1">
              <a:spLocks noChangeArrowheads="1"/>
            </p:cNvSpPr>
            <p:nvPr/>
          </p:nvSpPr>
          <p:spPr bwMode="auto">
            <a:xfrm>
              <a:off x="1291" y="2569"/>
              <a:ext cx="364" cy="231"/>
            </a:xfrm>
            <a:prstGeom prst="rect">
              <a:avLst/>
            </a:prstGeom>
            <a:noFill/>
            <a:ln>
              <a:noFill/>
            </a:ln>
            <a:effectLst/>
            <a:extLst>
              <a:ext uri="{909E8E84-426E-40DD-AFC4-6F175D3DCCD1}">
                <a14:hiddenFill xmlns:a14="http://schemas.microsoft.com/office/drawing/2010/main">
                  <a:solidFill>
                    <a:srgbClr val="003399">
                      <a:alpha val="50000"/>
                    </a:srgbClr>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kumimoji="1" lang="zh-CN" altLang="en-US" b="1">
                  <a:solidFill>
                    <a:srgbClr val="FFFFFF"/>
                  </a:solidFill>
                  <a:effectLst>
                    <a:outerShdw blurRad="38100" dist="38100" dir="2700000" algn="tl">
                      <a:srgbClr val="C0C0C0"/>
                    </a:outerShdw>
                  </a:effectLst>
                  <a:latin typeface="Times New Roman" pitchFamily="18" charset="0"/>
                </a:rPr>
                <a:t>操作</a:t>
              </a:r>
            </a:p>
          </p:txBody>
        </p:sp>
      </p:grpSp>
      <p:sp>
        <p:nvSpPr>
          <p:cNvPr id="490513" name="Rectangle 17"/>
          <p:cNvSpPr>
            <a:spLocks noChangeArrowheads="1"/>
          </p:cNvSpPr>
          <p:nvPr/>
        </p:nvSpPr>
        <p:spPr bwMode="auto">
          <a:xfrm>
            <a:off x="1544638" y="1770063"/>
            <a:ext cx="838200" cy="304800"/>
          </a:xfrm>
          <a:prstGeom prst="rect">
            <a:avLst/>
          </a:prstGeom>
          <a:solidFill>
            <a:srgbClr val="0000A6"/>
          </a:solidFill>
          <a:ln w="28575">
            <a:solidFill>
              <a:srgbClr val="FFBA55"/>
            </a:solidFill>
            <a:miter lim="800000"/>
            <a:headEnd/>
            <a:tailEnd/>
          </a:ln>
          <a:effectLst>
            <a:outerShdw dist="35921" dir="2700000" algn="ctr" rotWithShape="0">
              <a:schemeClr val="bg2"/>
            </a:outerShdw>
          </a:effectLst>
        </p:spPr>
        <p:txBody>
          <a:bodyPr wrap="none" anchor="ctr"/>
          <a:lstStyle/>
          <a:p>
            <a:pPr algn="ctr" eaLnBrk="1" fontAlgn="ctr" hangingPunct="1">
              <a:lnSpc>
                <a:spcPct val="90000"/>
              </a:lnSpc>
              <a:spcBef>
                <a:spcPct val="20000"/>
              </a:spcBef>
              <a:defRPr/>
            </a:pPr>
            <a:r>
              <a:rPr kumimoji="1" lang="zh-CN" altLang="en-US" b="1">
                <a:solidFill>
                  <a:srgbClr val="FFFFFF"/>
                </a:solidFill>
                <a:effectLst>
                  <a:outerShdw blurRad="38100" dist="38100" dir="2700000" algn="tl">
                    <a:srgbClr val="000000"/>
                  </a:outerShdw>
                </a:effectLst>
                <a:latin typeface="宋体" pitchFamily="2" charset="-122"/>
              </a:rPr>
              <a:t>类名</a:t>
            </a:r>
          </a:p>
        </p:txBody>
      </p:sp>
      <p:sp>
        <p:nvSpPr>
          <p:cNvPr id="24583" name="Text Box 18"/>
          <p:cNvSpPr txBox="1">
            <a:spLocks noChangeArrowheads="1"/>
          </p:cNvSpPr>
          <p:nvPr/>
        </p:nvSpPr>
        <p:spPr bwMode="auto">
          <a:xfrm>
            <a:off x="547688" y="493713"/>
            <a:ext cx="8258175"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fontAlgn="ctr" hangingPunct="1">
              <a:buClrTx/>
              <a:buFontTx/>
              <a:buNone/>
            </a:pPr>
            <a:r>
              <a:rPr kumimoji="1" lang="en-US" altLang="zh-CN" sz="2400" b="1">
                <a:latin typeface="楷体_GB2312" pitchFamily="49" charset="-122"/>
                <a:ea typeface="楷体_GB2312" pitchFamily="49" charset="-122"/>
              </a:rPr>
              <a:t>    </a:t>
            </a:r>
            <a:r>
              <a:rPr kumimoji="1" lang="zh-CN" altLang="en-US" sz="2400" b="1">
                <a:latin typeface="楷体_GB2312" pitchFamily="49" charset="-122"/>
                <a:ea typeface="楷体_GB2312" pitchFamily="49" charset="-122"/>
              </a:rPr>
              <a:t>对象是对象类的实例</a:t>
            </a:r>
            <a:r>
              <a:rPr kumimoji="1" lang="en-US" altLang="zh-CN" sz="2400" b="1">
                <a:latin typeface="Times New Roman" panose="02020603050405020304" pitchFamily="18" charset="0"/>
                <a:ea typeface="楷体_GB2312" pitchFamily="49" charset="-122"/>
              </a:rPr>
              <a:t>(instance)</a:t>
            </a:r>
            <a:r>
              <a:rPr kumimoji="1" lang="en-US" altLang="zh-CN" sz="2400" b="1">
                <a:latin typeface="楷体_GB2312" pitchFamily="49" charset="-122"/>
                <a:ea typeface="楷体_GB2312" pitchFamily="49" charset="-122"/>
              </a:rPr>
              <a:t>,</a:t>
            </a:r>
            <a:r>
              <a:rPr kumimoji="1" lang="zh-CN" altLang="en-US" sz="2400" b="1">
                <a:latin typeface="楷体_GB2312" pitchFamily="49" charset="-122"/>
                <a:ea typeface="楷体_GB2312" pitchFamily="49" charset="-122"/>
              </a:rPr>
              <a:t>用对象图来描述。对象图亦分长式和短式。</a:t>
            </a:r>
            <a:endParaRPr kumimoji="1" lang="zh-CN" altLang="en-US" sz="2400">
              <a:latin typeface="Times New Roman" panose="02020603050405020304" pitchFamily="18" charset="0"/>
            </a:endParaRPr>
          </a:p>
        </p:txBody>
      </p:sp>
      <p:grpSp>
        <p:nvGrpSpPr>
          <p:cNvPr id="24584" name="Group 19"/>
          <p:cNvGrpSpPr>
            <a:grpSpLocks/>
          </p:cNvGrpSpPr>
          <p:nvPr/>
        </p:nvGrpSpPr>
        <p:grpSpPr bwMode="auto">
          <a:xfrm>
            <a:off x="6464300" y="1530350"/>
            <a:ext cx="1411288" cy="974725"/>
            <a:chOff x="3008" y="2169"/>
            <a:chExt cx="867" cy="614"/>
          </a:xfrm>
        </p:grpSpPr>
        <p:sp>
          <p:nvSpPr>
            <p:cNvPr id="490516" name="Rectangle 20"/>
            <p:cNvSpPr>
              <a:spLocks noChangeArrowheads="1"/>
            </p:cNvSpPr>
            <p:nvPr/>
          </p:nvSpPr>
          <p:spPr bwMode="auto">
            <a:xfrm>
              <a:off x="3024" y="2188"/>
              <a:ext cx="816" cy="574"/>
            </a:xfrm>
            <a:prstGeom prst="rect">
              <a:avLst/>
            </a:prstGeom>
            <a:solidFill>
              <a:srgbClr val="003399">
                <a:alpha val="50000"/>
              </a:srgbClr>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defRPr/>
              </a:pPr>
              <a:endParaRPr kumimoji="1" lang="zh-CN" altLang="zh-CN" b="1">
                <a:solidFill>
                  <a:srgbClr val="FFFFFF"/>
                </a:solidFill>
                <a:effectLst>
                  <a:outerShdw blurRad="38100" dist="38100" dir="2700000" algn="tl">
                    <a:srgbClr val="000000"/>
                  </a:outerShdw>
                </a:effectLst>
                <a:latin typeface="Times New Roman" pitchFamily="18" charset="0"/>
              </a:endParaRPr>
            </a:p>
          </p:txBody>
        </p:sp>
        <p:sp>
          <p:nvSpPr>
            <p:cNvPr id="490517" name="Text Box 21"/>
            <p:cNvSpPr txBox="1">
              <a:spLocks noChangeArrowheads="1"/>
            </p:cNvSpPr>
            <p:nvPr/>
          </p:nvSpPr>
          <p:spPr bwMode="auto">
            <a:xfrm>
              <a:off x="3008" y="2169"/>
              <a:ext cx="867" cy="231"/>
            </a:xfrm>
            <a:prstGeom prst="rect">
              <a:avLst/>
            </a:prstGeom>
            <a:noFill/>
            <a:ln>
              <a:noFill/>
            </a:ln>
            <a:effectLst/>
            <a:extLst>
              <a:ext uri="{909E8E84-426E-40DD-AFC4-6F175D3DCCD1}">
                <a14:hiddenFill xmlns:a14="http://schemas.microsoft.com/office/drawing/2010/main">
                  <a:solidFill>
                    <a:srgbClr val="003399">
                      <a:alpha val="50000"/>
                    </a:srgbClr>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kumimoji="1" lang="zh-CN" altLang="en-US" b="1" u="sng">
                  <a:solidFill>
                    <a:srgbClr val="FFFFFF"/>
                  </a:solidFill>
                  <a:effectLst>
                    <a:outerShdw blurRad="38100" dist="38100" dir="2700000" algn="tl">
                      <a:srgbClr val="C0C0C0"/>
                    </a:outerShdw>
                  </a:effectLst>
                  <a:latin typeface="Times New Roman" pitchFamily="18" charset="0"/>
                </a:rPr>
                <a:t>对象名</a:t>
              </a:r>
              <a:r>
                <a:rPr kumimoji="1" lang="en-US" altLang="zh-CN" b="1" u="sng">
                  <a:solidFill>
                    <a:srgbClr val="FFFFFF"/>
                  </a:solidFill>
                  <a:effectLst>
                    <a:outerShdw blurRad="38100" dist="38100" dir="2700000" algn="tl">
                      <a:srgbClr val="C0C0C0"/>
                    </a:outerShdw>
                  </a:effectLst>
                  <a:latin typeface="Times New Roman" pitchFamily="18" charset="0"/>
                </a:rPr>
                <a:t>:</a:t>
              </a:r>
              <a:r>
                <a:rPr kumimoji="1" lang="zh-CN" altLang="en-US" b="1" u="sng">
                  <a:solidFill>
                    <a:srgbClr val="FFFFFF"/>
                  </a:solidFill>
                  <a:effectLst>
                    <a:outerShdw blurRad="38100" dist="38100" dir="2700000" algn="tl">
                      <a:srgbClr val="C0C0C0"/>
                    </a:outerShdw>
                  </a:effectLst>
                  <a:latin typeface="Times New Roman" pitchFamily="18" charset="0"/>
                </a:rPr>
                <a:t>类名</a:t>
              </a:r>
            </a:p>
          </p:txBody>
        </p:sp>
        <p:sp>
          <p:nvSpPr>
            <p:cNvPr id="490518" name="Text Box 22"/>
            <p:cNvSpPr txBox="1">
              <a:spLocks noChangeArrowheads="1"/>
            </p:cNvSpPr>
            <p:nvPr/>
          </p:nvSpPr>
          <p:spPr bwMode="auto">
            <a:xfrm>
              <a:off x="3178" y="2355"/>
              <a:ext cx="395" cy="231"/>
            </a:xfrm>
            <a:prstGeom prst="rect">
              <a:avLst/>
            </a:prstGeom>
            <a:noFill/>
            <a:ln>
              <a:noFill/>
            </a:ln>
            <a:effectLst/>
            <a:extLst>
              <a:ext uri="{909E8E84-426E-40DD-AFC4-6F175D3DCCD1}">
                <a14:hiddenFill xmlns:a14="http://schemas.microsoft.com/office/drawing/2010/main">
                  <a:solidFill>
                    <a:srgbClr val="003399">
                      <a:alpha val="50000"/>
                    </a:srgbClr>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kumimoji="1" lang="zh-CN" altLang="en-US" b="1">
                  <a:solidFill>
                    <a:srgbClr val="FFFFFF"/>
                  </a:solidFill>
                  <a:effectLst>
                    <a:outerShdw blurRad="38100" dist="38100" dir="2700000" algn="tl">
                      <a:srgbClr val="C0C0C0"/>
                    </a:outerShdw>
                  </a:effectLst>
                  <a:latin typeface="Times New Roman" pitchFamily="18" charset="0"/>
                </a:rPr>
                <a:t>属性</a:t>
              </a:r>
            </a:p>
          </p:txBody>
        </p:sp>
        <p:sp>
          <p:nvSpPr>
            <p:cNvPr id="490519" name="Text Box 23"/>
            <p:cNvSpPr txBox="1">
              <a:spLocks noChangeArrowheads="1"/>
            </p:cNvSpPr>
            <p:nvPr/>
          </p:nvSpPr>
          <p:spPr bwMode="auto">
            <a:xfrm>
              <a:off x="3200" y="2552"/>
              <a:ext cx="396" cy="231"/>
            </a:xfrm>
            <a:prstGeom prst="rect">
              <a:avLst/>
            </a:prstGeom>
            <a:noFill/>
            <a:ln>
              <a:noFill/>
            </a:ln>
            <a:effectLst/>
            <a:extLst>
              <a:ext uri="{909E8E84-426E-40DD-AFC4-6F175D3DCCD1}">
                <a14:hiddenFill xmlns:a14="http://schemas.microsoft.com/office/drawing/2010/main">
                  <a:solidFill>
                    <a:srgbClr val="003399">
                      <a:alpha val="50000"/>
                    </a:srgbClr>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kumimoji="1" lang="zh-CN" altLang="en-US" b="1">
                  <a:solidFill>
                    <a:srgbClr val="FFFFFF"/>
                  </a:solidFill>
                  <a:effectLst>
                    <a:outerShdw blurRad="38100" dist="38100" dir="2700000" algn="tl">
                      <a:srgbClr val="C0C0C0"/>
                    </a:outerShdw>
                  </a:effectLst>
                  <a:latin typeface="Times New Roman" pitchFamily="18" charset="0"/>
                </a:rPr>
                <a:t>操作</a:t>
              </a:r>
            </a:p>
          </p:txBody>
        </p:sp>
        <p:sp>
          <p:nvSpPr>
            <p:cNvPr id="24613" name="Line 24"/>
            <p:cNvSpPr>
              <a:spLocks noChangeShapeType="1"/>
            </p:cNvSpPr>
            <p:nvPr/>
          </p:nvSpPr>
          <p:spPr bwMode="auto">
            <a:xfrm>
              <a:off x="3016" y="2576"/>
              <a:ext cx="81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614" name="Line 25"/>
            <p:cNvSpPr>
              <a:spLocks noChangeShapeType="1"/>
            </p:cNvSpPr>
            <p:nvPr/>
          </p:nvSpPr>
          <p:spPr bwMode="auto">
            <a:xfrm>
              <a:off x="3024" y="2392"/>
              <a:ext cx="81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90522" name="Rectangle 26"/>
          <p:cNvSpPr>
            <a:spLocks noChangeArrowheads="1"/>
          </p:cNvSpPr>
          <p:nvPr/>
        </p:nvSpPr>
        <p:spPr bwMode="auto">
          <a:xfrm>
            <a:off x="5076825" y="1795463"/>
            <a:ext cx="838200" cy="304800"/>
          </a:xfrm>
          <a:prstGeom prst="rect">
            <a:avLst/>
          </a:prstGeom>
          <a:solidFill>
            <a:srgbClr val="0000A6"/>
          </a:solidFill>
          <a:ln w="28575">
            <a:solidFill>
              <a:srgbClr val="FFBA55"/>
            </a:solidFill>
            <a:miter lim="800000"/>
            <a:headEnd/>
            <a:tailEnd/>
          </a:ln>
          <a:effectLst>
            <a:outerShdw dist="35921" dir="2700000" algn="ctr" rotWithShape="0">
              <a:schemeClr val="bg2"/>
            </a:outerShdw>
          </a:effectLst>
        </p:spPr>
        <p:txBody>
          <a:bodyPr wrap="none" anchor="ctr"/>
          <a:lstStyle/>
          <a:p>
            <a:pPr algn="ctr" eaLnBrk="1" fontAlgn="ctr" hangingPunct="1">
              <a:lnSpc>
                <a:spcPct val="90000"/>
              </a:lnSpc>
              <a:spcBef>
                <a:spcPct val="20000"/>
              </a:spcBef>
              <a:defRPr/>
            </a:pPr>
            <a:r>
              <a:rPr kumimoji="1" lang="zh-CN" altLang="en-US" b="1">
                <a:solidFill>
                  <a:srgbClr val="FFFFFF"/>
                </a:solidFill>
                <a:effectLst>
                  <a:outerShdw blurRad="38100" dist="38100" dir="2700000" algn="tl">
                    <a:srgbClr val="000000"/>
                  </a:outerShdw>
                </a:effectLst>
                <a:latin typeface="宋体" pitchFamily="2" charset="-122"/>
              </a:rPr>
              <a:t>对象名</a:t>
            </a:r>
          </a:p>
        </p:txBody>
      </p:sp>
      <p:sp>
        <p:nvSpPr>
          <p:cNvPr id="490523" name="Text Box 27"/>
          <p:cNvSpPr txBox="1">
            <a:spLocks noChangeArrowheads="1"/>
          </p:cNvSpPr>
          <p:nvPr/>
        </p:nvSpPr>
        <p:spPr bwMode="auto">
          <a:xfrm>
            <a:off x="3984625" y="2800350"/>
            <a:ext cx="1403350" cy="312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fontAlgn="ctr" hangingPunct="1">
              <a:lnSpc>
                <a:spcPct val="90000"/>
              </a:lnSpc>
              <a:spcBef>
                <a:spcPct val="20000"/>
              </a:spcBef>
              <a:defRPr/>
            </a:pPr>
            <a:r>
              <a:rPr kumimoji="1" lang="zh-CN" altLang="en-US" sz="1600">
                <a:effectLst>
                  <a:outerShdw blurRad="38100" dist="38100" dir="2700000" algn="tl">
                    <a:srgbClr val="C0C0C0"/>
                  </a:outerShdw>
                </a:effectLst>
                <a:latin typeface="宋体" pitchFamily="2" charset="-122"/>
              </a:rPr>
              <a:t>类图与对象图</a:t>
            </a:r>
          </a:p>
        </p:txBody>
      </p:sp>
      <p:grpSp>
        <p:nvGrpSpPr>
          <p:cNvPr id="24587" name="Group 28"/>
          <p:cNvGrpSpPr>
            <a:grpSpLocks/>
          </p:cNvGrpSpPr>
          <p:nvPr/>
        </p:nvGrpSpPr>
        <p:grpSpPr bwMode="auto">
          <a:xfrm>
            <a:off x="1476375" y="3429000"/>
            <a:ext cx="3924300" cy="2679700"/>
            <a:chOff x="1420" y="804"/>
            <a:chExt cx="2499" cy="1688"/>
          </a:xfrm>
        </p:grpSpPr>
        <p:sp>
          <p:nvSpPr>
            <p:cNvPr id="24592" name="Rectangle 29"/>
            <p:cNvSpPr>
              <a:spLocks noChangeArrowheads="1"/>
            </p:cNvSpPr>
            <p:nvPr/>
          </p:nvSpPr>
          <p:spPr bwMode="auto">
            <a:xfrm>
              <a:off x="1428" y="1194"/>
              <a:ext cx="755" cy="820"/>
            </a:xfrm>
            <a:prstGeom prst="rect">
              <a:avLst/>
            </a:prstGeom>
            <a:noFill/>
            <a:ln w="9525">
              <a:solidFill>
                <a:srgbClr val="66FFFF"/>
              </a:solidFill>
              <a:miter lim="800000"/>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24593" name="Rectangle 30"/>
            <p:cNvSpPr>
              <a:spLocks noChangeArrowheads="1"/>
            </p:cNvSpPr>
            <p:nvPr/>
          </p:nvSpPr>
          <p:spPr bwMode="auto">
            <a:xfrm>
              <a:off x="2689" y="804"/>
              <a:ext cx="1159" cy="781"/>
            </a:xfrm>
            <a:prstGeom prst="rect">
              <a:avLst/>
            </a:prstGeom>
            <a:noFill/>
            <a:ln w="9525">
              <a:solidFill>
                <a:srgbClr val="66FFFF"/>
              </a:solidFill>
              <a:miter lim="800000"/>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24594" name="Rectangle 31"/>
            <p:cNvSpPr>
              <a:spLocks noChangeArrowheads="1"/>
            </p:cNvSpPr>
            <p:nvPr/>
          </p:nvSpPr>
          <p:spPr bwMode="auto">
            <a:xfrm>
              <a:off x="2695" y="1692"/>
              <a:ext cx="1162" cy="780"/>
            </a:xfrm>
            <a:prstGeom prst="rect">
              <a:avLst/>
            </a:prstGeom>
            <a:noFill/>
            <a:ln w="9525">
              <a:solidFill>
                <a:srgbClr val="66FFFF"/>
              </a:solidFill>
              <a:miter lim="800000"/>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24595" name="Line 32"/>
            <p:cNvSpPr>
              <a:spLocks noChangeShapeType="1"/>
            </p:cNvSpPr>
            <p:nvPr/>
          </p:nvSpPr>
          <p:spPr bwMode="auto">
            <a:xfrm>
              <a:off x="1420" y="1558"/>
              <a:ext cx="763" cy="0"/>
            </a:xfrm>
            <a:prstGeom prst="line">
              <a:avLst/>
            </a:prstGeom>
            <a:noFill/>
            <a:ln w="9525">
              <a:solidFill>
                <a:srgbClr val="66FFFF"/>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24596" name="Line 33"/>
            <p:cNvSpPr>
              <a:spLocks noChangeShapeType="1"/>
            </p:cNvSpPr>
            <p:nvPr/>
          </p:nvSpPr>
          <p:spPr bwMode="auto">
            <a:xfrm>
              <a:off x="2707" y="1222"/>
              <a:ext cx="1141" cy="0"/>
            </a:xfrm>
            <a:prstGeom prst="line">
              <a:avLst/>
            </a:prstGeom>
            <a:noFill/>
            <a:ln w="9525">
              <a:solidFill>
                <a:srgbClr val="66FFFF"/>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24597" name="Line 34"/>
            <p:cNvSpPr>
              <a:spLocks noChangeShapeType="1"/>
            </p:cNvSpPr>
            <p:nvPr/>
          </p:nvSpPr>
          <p:spPr bwMode="auto">
            <a:xfrm>
              <a:off x="2710" y="2090"/>
              <a:ext cx="1146" cy="0"/>
            </a:xfrm>
            <a:prstGeom prst="line">
              <a:avLst/>
            </a:prstGeom>
            <a:noFill/>
            <a:ln w="9525">
              <a:solidFill>
                <a:srgbClr val="66FFFF"/>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24598" name="Text Box 35"/>
            <p:cNvSpPr txBox="1">
              <a:spLocks noChangeArrowheads="1"/>
            </p:cNvSpPr>
            <p:nvPr/>
          </p:nvSpPr>
          <p:spPr bwMode="auto">
            <a:xfrm>
              <a:off x="1425" y="1221"/>
              <a:ext cx="764" cy="212"/>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zh-CN" altLang="en-US" sz="1600" b="1">
                  <a:latin typeface="Times New Roman" panose="02020603050405020304" pitchFamily="18" charset="0"/>
                </a:rPr>
                <a:t>丁一：作家</a:t>
              </a:r>
            </a:p>
          </p:txBody>
        </p:sp>
        <p:sp>
          <p:nvSpPr>
            <p:cNvPr id="24599" name="Text Box 36"/>
            <p:cNvSpPr txBox="1">
              <a:spLocks noChangeArrowheads="1"/>
            </p:cNvSpPr>
            <p:nvPr/>
          </p:nvSpPr>
          <p:spPr bwMode="auto">
            <a:xfrm>
              <a:off x="1464" y="1614"/>
              <a:ext cx="709" cy="366"/>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zh-CN" altLang="en-US" sz="1600" b="1">
                  <a:latin typeface="Times New Roman" panose="02020603050405020304" pitchFamily="18" charset="0"/>
                </a:rPr>
                <a:t>姓名</a:t>
              </a:r>
              <a:r>
                <a:rPr kumimoji="1" lang="en-US" altLang="zh-CN" sz="1600" b="1">
                  <a:latin typeface="Times New Roman" panose="02020603050405020304" pitchFamily="18" charset="0"/>
                </a:rPr>
                <a:t>=</a:t>
              </a:r>
              <a:r>
                <a:rPr kumimoji="1" lang="zh-CN" altLang="en-US" sz="1600" b="1">
                  <a:latin typeface="Times New Roman" panose="02020603050405020304" pitchFamily="18" charset="0"/>
                </a:rPr>
                <a:t>丁一</a:t>
              </a:r>
            </a:p>
            <a:p>
              <a:pPr eaLnBrk="1" hangingPunct="1">
                <a:spcBef>
                  <a:spcPct val="0"/>
                </a:spcBef>
                <a:buClrTx/>
                <a:buFontTx/>
                <a:buNone/>
              </a:pPr>
              <a:r>
                <a:rPr kumimoji="1" lang="zh-CN" altLang="en-US" sz="1600" b="1">
                  <a:latin typeface="Times New Roman" panose="02020603050405020304" pitchFamily="18" charset="0"/>
                </a:rPr>
                <a:t>年龄</a:t>
              </a:r>
              <a:r>
                <a:rPr kumimoji="1" lang="en-US" altLang="zh-CN" sz="1600" b="1">
                  <a:latin typeface="Times New Roman" panose="02020603050405020304" pitchFamily="18" charset="0"/>
                </a:rPr>
                <a:t>=30</a:t>
              </a:r>
            </a:p>
          </p:txBody>
        </p:sp>
        <p:sp>
          <p:nvSpPr>
            <p:cNvPr id="24600" name="Text Box 37"/>
            <p:cNvSpPr txBox="1">
              <a:spLocks noChangeArrowheads="1"/>
            </p:cNvSpPr>
            <p:nvPr/>
          </p:nvSpPr>
          <p:spPr bwMode="auto">
            <a:xfrm>
              <a:off x="2642" y="867"/>
              <a:ext cx="1239" cy="366"/>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600" b="1" u="sng">
                  <a:latin typeface="Times New Roman" panose="02020603050405020304" pitchFamily="18" charset="0"/>
                </a:rPr>
                <a:t>丁一办公室中的</a:t>
              </a:r>
              <a:r>
                <a:rPr kumimoji="1" lang="en-US" altLang="zh-CN" sz="1600" b="1" u="sng">
                  <a:latin typeface="Times New Roman" panose="02020603050405020304" pitchFamily="18" charset="0"/>
                </a:rPr>
                <a:t>PC:</a:t>
              </a:r>
            </a:p>
            <a:p>
              <a:pPr algn="ctr" eaLnBrk="1" hangingPunct="1">
                <a:spcBef>
                  <a:spcPct val="0"/>
                </a:spcBef>
                <a:buClrTx/>
                <a:buFontTx/>
                <a:buNone/>
              </a:pPr>
              <a:r>
                <a:rPr kumimoji="1" lang="zh-CN" altLang="en-US" sz="1600" b="1" u="sng">
                  <a:latin typeface="Times New Roman" panose="02020603050405020304" pitchFamily="18" charset="0"/>
                </a:rPr>
                <a:t>计算机</a:t>
              </a:r>
            </a:p>
          </p:txBody>
        </p:sp>
        <p:sp>
          <p:nvSpPr>
            <p:cNvPr id="24601" name="Line 38"/>
            <p:cNvSpPr>
              <a:spLocks noChangeShapeType="1"/>
            </p:cNvSpPr>
            <p:nvPr/>
          </p:nvSpPr>
          <p:spPr bwMode="auto">
            <a:xfrm>
              <a:off x="1494" y="1442"/>
              <a:ext cx="564" cy="0"/>
            </a:xfrm>
            <a:prstGeom prst="line">
              <a:avLst/>
            </a:prstGeom>
            <a:noFill/>
            <a:ln w="9525">
              <a:solidFill>
                <a:srgbClr val="66FFFF"/>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24602" name="Text Box 39"/>
            <p:cNvSpPr txBox="1">
              <a:spLocks noChangeArrowheads="1"/>
            </p:cNvSpPr>
            <p:nvPr/>
          </p:nvSpPr>
          <p:spPr bwMode="auto">
            <a:xfrm>
              <a:off x="2800" y="1228"/>
              <a:ext cx="1057" cy="366"/>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zh-CN" altLang="en-US" sz="1600" b="1">
                  <a:latin typeface="Times New Roman" panose="02020603050405020304" pitchFamily="18" charset="0"/>
                </a:rPr>
                <a:t>名称</a:t>
              </a:r>
              <a:r>
                <a:rPr kumimoji="1" lang="en-US" altLang="zh-CN" sz="1600" b="1">
                  <a:latin typeface="Times New Roman" panose="02020603050405020304" pitchFamily="18" charset="0"/>
                </a:rPr>
                <a:t>=Dell    466</a:t>
              </a:r>
            </a:p>
            <a:p>
              <a:pPr eaLnBrk="1" hangingPunct="1">
                <a:spcBef>
                  <a:spcPct val="0"/>
                </a:spcBef>
                <a:buClrTx/>
                <a:buFontTx/>
                <a:buNone/>
              </a:pPr>
              <a:r>
                <a:rPr kumimoji="1" lang="zh-CN" altLang="en-US" sz="1600" b="1">
                  <a:latin typeface="Times New Roman" panose="02020603050405020304" pitchFamily="18" charset="0"/>
                </a:rPr>
                <a:t>内存</a:t>
              </a:r>
              <a:r>
                <a:rPr kumimoji="1" lang="en-US" altLang="zh-CN" sz="1600" b="1">
                  <a:latin typeface="Times New Roman" panose="02020603050405020304" pitchFamily="18" charset="0"/>
                </a:rPr>
                <a:t>=64</a:t>
              </a:r>
            </a:p>
          </p:txBody>
        </p:sp>
        <p:sp>
          <p:nvSpPr>
            <p:cNvPr id="24603" name="Text Box 40"/>
            <p:cNvSpPr txBox="1">
              <a:spLocks noChangeArrowheads="1"/>
            </p:cNvSpPr>
            <p:nvPr/>
          </p:nvSpPr>
          <p:spPr bwMode="auto">
            <a:xfrm>
              <a:off x="2837" y="1733"/>
              <a:ext cx="980" cy="366"/>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zh-CN" altLang="en-US" sz="1600" b="1">
                  <a:latin typeface="Times New Roman" panose="02020603050405020304" pitchFamily="18" charset="0"/>
                </a:rPr>
                <a:t>丁一家里的</a:t>
              </a:r>
              <a:r>
                <a:rPr kumimoji="1" lang="en-US" altLang="zh-CN" sz="1600" b="1">
                  <a:latin typeface="Times New Roman" panose="02020603050405020304" pitchFamily="18" charset="0"/>
                </a:rPr>
                <a:t>PC:</a:t>
              </a:r>
            </a:p>
            <a:p>
              <a:pPr eaLnBrk="1" hangingPunct="1">
                <a:spcBef>
                  <a:spcPct val="0"/>
                </a:spcBef>
                <a:buClrTx/>
                <a:buFontTx/>
                <a:buNone/>
              </a:pPr>
              <a:r>
                <a:rPr kumimoji="1" lang="en-US" altLang="zh-CN" sz="1600" b="1">
                  <a:latin typeface="Times New Roman" panose="02020603050405020304" pitchFamily="18" charset="0"/>
                </a:rPr>
                <a:t>       </a:t>
              </a:r>
              <a:r>
                <a:rPr kumimoji="1" lang="zh-CN" altLang="en-US" sz="1600" b="1">
                  <a:latin typeface="Times New Roman" panose="02020603050405020304" pitchFamily="18" charset="0"/>
                </a:rPr>
                <a:t>计算机</a:t>
              </a:r>
            </a:p>
          </p:txBody>
        </p:sp>
        <p:sp>
          <p:nvSpPr>
            <p:cNvPr id="24604" name="Line 41"/>
            <p:cNvSpPr>
              <a:spLocks noChangeShapeType="1"/>
            </p:cNvSpPr>
            <p:nvPr/>
          </p:nvSpPr>
          <p:spPr bwMode="auto">
            <a:xfrm>
              <a:off x="3020" y="1905"/>
              <a:ext cx="720" cy="0"/>
            </a:xfrm>
            <a:prstGeom prst="line">
              <a:avLst/>
            </a:prstGeom>
            <a:noFill/>
            <a:ln w="9525">
              <a:solidFill>
                <a:srgbClr val="66FFFF"/>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24605" name="Line 42"/>
            <p:cNvSpPr>
              <a:spLocks noChangeShapeType="1"/>
            </p:cNvSpPr>
            <p:nvPr/>
          </p:nvSpPr>
          <p:spPr bwMode="auto">
            <a:xfrm>
              <a:off x="3176" y="2046"/>
              <a:ext cx="408" cy="0"/>
            </a:xfrm>
            <a:prstGeom prst="line">
              <a:avLst/>
            </a:prstGeom>
            <a:noFill/>
            <a:ln w="9525">
              <a:solidFill>
                <a:srgbClr val="66FFFF"/>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24606" name="Text Box 43"/>
            <p:cNvSpPr txBox="1">
              <a:spLocks noChangeArrowheads="1"/>
            </p:cNvSpPr>
            <p:nvPr/>
          </p:nvSpPr>
          <p:spPr bwMode="auto">
            <a:xfrm>
              <a:off x="2660" y="2126"/>
              <a:ext cx="1259" cy="366"/>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zh-CN" altLang="en-US" sz="1600" b="1">
                  <a:latin typeface="Times New Roman" panose="02020603050405020304" pitchFamily="18" charset="0"/>
                </a:rPr>
                <a:t>名称</a:t>
              </a:r>
              <a:r>
                <a:rPr kumimoji="1" lang="en-US" altLang="zh-CN" sz="1600" b="1">
                  <a:latin typeface="Times New Roman" panose="02020603050405020304" pitchFamily="18" charset="0"/>
                </a:rPr>
                <a:t>=</a:t>
              </a:r>
              <a:r>
                <a:rPr kumimoji="1" lang="zh-CN" altLang="en-US" sz="1600" b="1">
                  <a:latin typeface="Times New Roman" panose="02020603050405020304" pitchFamily="18" charset="0"/>
                </a:rPr>
                <a:t>长城</a:t>
              </a:r>
              <a:r>
                <a:rPr kumimoji="1" lang="en-US" altLang="zh-CN" sz="1600" b="1">
                  <a:latin typeface="Times New Roman" panose="02020603050405020304" pitchFamily="18" charset="0"/>
                </a:rPr>
                <a:t>PII MMX</a:t>
              </a:r>
            </a:p>
            <a:p>
              <a:pPr eaLnBrk="1" hangingPunct="1">
                <a:spcBef>
                  <a:spcPct val="0"/>
                </a:spcBef>
                <a:buClrTx/>
                <a:buFontTx/>
                <a:buNone/>
              </a:pPr>
              <a:r>
                <a:rPr kumimoji="1" lang="zh-CN" altLang="en-US" sz="1600" b="1">
                  <a:latin typeface="Times New Roman" panose="02020603050405020304" pitchFamily="18" charset="0"/>
                </a:rPr>
                <a:t>内存</a:t>
              </a:r>
              <a:r>
                <a:rPr kumimoji="1" lang="en-US" altLang="zh-CN" sz="1600" b="1">
                  <a:latin typeface="Times New Roman" panose="02020603050405020304" pitchFamily="18" charset="0"/>
                </a:rPr>
                <a:t>=64</a:t>
              </a:r>
            </a:p>
          </p:txBody>
        </p:sp>
        <p:sp>
          <p:nvSpPr>
            <p:cNvPr id="24607" name="Line 44"/>
            <p:cNvSpPr>
              <a:spLocks noChangeShapeType="1"/>
            </p:cNvSpPr>
            <p:nvPr/>
          </p:nvSpPr>
          <p:spPr bwMode="auto">
            <a:xfrm flipV="1">
              <a:off x="2183" y="1383"/>
              <a:ext cx="492" cy="312"/>
            </a:xfrm>
            <a:prstGeom prst="line">
              <a:avLst/>
            </a:prstGeom>
            <a:noFill/>
            <a:ln w="9525">
              <a:solidFill>
                <a:srgbClr val="66FFFF"/>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24608" name="Line 45"/>
            <p:cNvSpPr>
              <a:spLocks noChangeShapeType="1"/>
            </p:cNvSpPr>
            <p:nvPr/>
          </p:nvSpPr>
          <p:spPr bwMode="auto">
            <a:xfrm>
              <a:off x="2194" y="1704"/>
              <a:ext cx="487" cy="300"/>
            </a:xfrm>
            <a:prstGeom prst="line">
              <a:avLst/>
            </a:prstGeom>
            <a:noFill/>
            <a:ln w="9525">
              <a:solidFill>
                <a:srgbClr val="66FFFF"/>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grpSp>
      <p:sp>
        <p:nvSpPr>
          <p:cNvPr id="490542" name="Text Box 46"/>
          <p:cNvSpPr txBox="1">
            <a:spLocks noChangeArrowheads="1"/>
          </p:cNvSpPr>
          <p:nvPr/>
        </p:nvSpPr>
        <p:spPr bwMode="auto">
          <a:xfrm>
            <a:off x="4441825" y="6196013"/>
            <a:ext cx="793750" cy="312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fontAlgn="ctr" hangingPunct="1">
              <a:lnSpc>
                <a:spcPct val="90000"/>
              </a:lnSpc>
              <a:spcBef>
                <a:spcPct val="20000"/>
              </a:spcBef>
              <a:defRPr/>
            </a:pPr>
            <a:r>
              <a:rPr kumimoji="1" lang="zh-CN" altLang="en-US" sz="1600">
                <a:effectLst>
                  <a:outerShdw blurRad="38100" dist="38100" dir="2700000" algn="tl">
                    <a:srgbClr val="C0C0C0"/>
                  </a:outerShdw>
                </a:effectLst>
                <a:latin typeface="宋体" pitchFamily="2" charset="-122"/>
              </a:rPr>
              <a:t>对象图</a:t>
            </a:r>
          </a:p>
        </p:txBody>
      </p:sp>
      <p:sp>
        <p:nvSpPr>
          <p:cNvPr id="24589" name="Oval 47">
            <a:hlinkClick r:id="" action="ppaction://hlinkshowjump?jump=previousslide"/>
          </p:cNvPr>
          <p:cNvSpPr>
            <a:spLocks noChangeArrowheads="1"/>
          </p:cNvSpPr>
          <p:nvPr/>
        </p:nvSpPr>
        <p:spPr bwMode="auto">
          <a:xfrm>
            <a:off x="6370638" y="6383338"/>
            <a:ext cx="754062" cy="334962"/>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CC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24590" name="Oval 48">
            <a:hlinkClick r:id="" action="ppaction://hlinkshowjump?jump=nextslide"/>
          </p:cNvPr>
          <p:cNvSpPr>
            <a:spLocks noChangeArrowheads="1"/>
          </p:cNvSpPr>
          <p:nvPr/>
        </p:nvSpPr>
        <p:spPr bwMode="auto">
          <a:xfrm>
            <a:off x="7237413" y="6388100"/>
            <a:ext cx="754062" cy="334963"/>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CC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24591" name="Oval 49">
            <a:hlinkClick r:id="" action="ppaction://hlinkshowjump?jump=firstslide"/>
          </p:cNvPr>
          <p:cNvSpPr>
            <a:spLocks noChangeArrowheads="1"/>
          </p:cNvSpPr>
          <p:nvPr/>
        </p:nvSpPr>
        <p:spPr bwMode="auto">
          <a:xfrm>
            <a:off x="8147050" y="6388100"/>
            <a:ext cx="754063" cy="334963"/>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CC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Tree>
  </p:cSld>
  <p:clrMapOvr>
    <a:masterClrMapping/>
  </p:clrMapOvr>
  <p:transition advClick="0">
    <p:wheel spokes="8"/>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2000"/>
                                  </p:stCondLst>
                                  <p:childTnLst>
                                    <p:set>
                                      <p:cBhvr>
                                        <p:cTn id="6" dur="1" fill="hold">
                                          <p:stCondLst>
                                            <p:cond delay="499"/>
                                          </p:stCondLst>
                                        </p:cTn>
                                        <p:tgtEl>
                                          <p:spTgt spid="4904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日期占位符 1"/>
          <p:cNvSpPr>
            <a:spLocks noGrp="1"/>
          </p:cNvSpPr>
          <p:nvPr>
            <p:ph type="dt" sz="quarter" idx="10"/>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B86AFF3A-9846-401F-92BB-FDC1B43B8C50}" type="datetime8">
              <a:rPr lang="zh-CN" altLang="en-US" sz="1400" smtClean="0"/>
              <a:pPr>
                <a:spcBef>
                  <a:spcPct val="0"/>
                </a:spcBef>
                <a:buClrTx/>
                <a:buFontTx/>
                <a:buNone/>
              </a:pPr>
              <a:t>2020年5月12日3时0分</a:t>
            </a:fld>
            <a:endParaRPr lang="en-US" altLang="zh-CN" sz="1400" smtClean="0"/>
          </a:p>
        </p:txBody>
      </p:sp>
      <p:sp>
        <p:nvSpPr>
          <p:cNvPr id="25603" name="灯片编号占位符 3"/>
          <p:cNvSpPr>
            <a:spLocks noGrp="1"/>
          </p:cNvSpPr>
          <p:nvPr>
            <p:ph type="sldNum" sz="quarter" idx="12"/>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50F78121-827B-41A2-914B-02F3D7150BDE}" type="slidenum">
              <a:rPr lang="en-US" altLang="zh-CN" sz="1400" smtClean="0"/>
              <a:pPr>
                <a:spcBef>
                  <a:spcPct val="0"/>
                </a:spcBef>
                <a:buClrTx/>
                <a:buFontTx/>
                <a:buNone/>
              </a:pPr>
              <a:t>12</a:t>
            </a:fld>
            <a:endParaRPr lang="en-US" altLang="zh-CN" sz="1400" smtClean="0"/>
          </a:p>
        </p:txBody>
      </p:sp>
      <p:sp>
        <p:nvSpPr>
          <p:cNvPr id="491522" name="Text Box 2"/>
          <p:cNvSpPr txBox="1">
            <a:spLocks noChangeArrowheads="1"/>
          </p:cNvSpPr>
          <p:nvPr/>
        </p:nvSpPr>
        <p:spPr bwMode="auto">
          <a:xfrm>
            <a:off x="292100" y="639763"/>
            <a:ext cx="8709025" cy="6035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05000"/>
              </a:lnSpc>
              <a:spcBef>
                <a:spcPct val="20000"/>
              </a:spcBef>
              <a:defRPr/>
            </a:pPr>
            <a:r>
              <a:rPr kumimoji="1" lang="en-US" altLang="zh-CN" sz="2400" b="1">
                <a:effectLst>
                  <a:outerShdw blurRad="38100" dist="38100" dir="2700000" algn="tl">
                    <a:srgbClr val="C0C0C0"/>
                  </a:outerShdw>
                </a:effectLst>
                <a:latin typeface="宋体" pitchFamily="2" charset="-122"/>
                <a:ea typeface="楷体_GB2312" pitchFamily="49" charset="-122"/>
              </a:rPr>
              <a:t>(1)</a:t>
            </a:r>
            <a:r>
              <a:rPr kumimoji="1" lang="zh-CN" altLang="en-US" sz="2400" b="1">
                <a:effectLst>
                  <a:outerShdw blurRad="38100" dist="38100" dir="2700000" algn="tl">
                    <a:srgbClr val="C0C0C0"/>
                  </a:outerShdw>
                </a:effectLst>
                <a:latin typeface="宋体" pitchFamily="2" charset="-122"/>
                <a:ea typeface="楷体_GB2312" pitchFamily="49" charset="-122"/>
              </a:rPr>
              <a:t>属性</a:t>
            </a:r>
            <a:r>
              <a:rPr kumimoji="1" lang="en-US" altLang="zh-CN" sz="2400" b="1">
                <a:effectLst>
                  <a:outerShdw blurRad="38100" dist="38100" dir="2700000" algn="tl">
                    <a:srgbClr val="C0C0C0"/>
                  </a:outerShdw>
                </a:effectLst>
                <a:latin typeface="宋体" pitchFamily="2" charset="-122"/>
                <a:ea typeface="楷体_GB2312" pitchFamily="49" charset="-122"/>
              </a:rPr>
              <a:t>(</a:t>
            </a:r>
            <a:r>
              <a:rPr kumimoji="1" lang="en-US" altLang="zh-CN" sz="2400" b="1">
                <a:latin typeface="Times New Roman" pitchFamily="18" charset="0"/>
                <a:ea typeface="楷体_GB2312" pitchFamily="49" charset="-122"/>
              </a:rPr>
              <a:t>attribute</a:t>
            </a:r>
            <a:r>
              <a:rPr kumimoji="1" lang="en-US" altLang="zh-CN" sz="2400" b="1">
                <a:effectLst>
                  <a:outerShdw blurRad="38100" dist="38100" dir="2700000" algn="tl">
                    <a:srgbClr val="C0C0C0"/>
                  </a:outerShdw>
                </a:effectLst>
                <a:latin typeface="宋体" pitchFamily="2" charset="-122"/>
                <a:ea typeface="楷体_GB2312" pitchFamily="49" charset="-122"/>
              </a:rPr>
              <a:t>)</a:t>
            </a:r>
          </a:p>
          <a:p>
            <a:pPr eaLnBrk="1" hangingPunct="1">
              <a:lnSpc>
                <a:spcPct val="105000"/>
              </a:lnSpc>
              <a:spcBef>
                <a:spcPct val="20000"/>
              </a:spcBef>
              <a:defRPr/>
            </a:pPr>
            <a:r>
              <a:rPr kumimoji="1" lang="en-US" altLang="zh-CN" sz="2400" b="1">
                <a:latin typeface="宋体" pitchFamily="2" charset="-122"/>
                <a:ea typeface="楷体_GB2312" pitchFamily="49" charset="-122"/>
              </a:rPr>
              <a:t>  </a:t>
            </a:r>
            <a:r>
              <a:rPr kumimoji="1" lang="zh-CN" altLang="en-US" sz="2400" b="1">
                <a:latin typeface="宋体" pitchFamily="2" charset="-122"/>
                <a:ea typeface="楷体_GB2312" pitchFamily="49" charset="-122"/>
              </a:rPr>
              <a:t>属性用来描述类的特征，表示需要处理的数据。</a:t>
            </a:r>
          </a:p>
          <a:p>
            <a:pPr eaLnBrk="1" hangingPunct="1">
              <a:lnSpc>
                <a:spcPct val="105000"/>
              </a:lnSpc>
              <a:spcBef>
                <a:spcPct val="20000"/>
              </a:spcBef>
              <a:defRPr/>
            </a:pPr>
            <a:r>
              <a:rPr kumimoji="1" lang="zh-CN" altLang="en-US" sz="2400" b="1">
                <a:latin typeface="宋体" pitchFamily="2" charset="-122"/>
                <a:ea typeface="楷体_GB2312" pitchFamily="49" charset="-122"/>
              </a:rPr>
              <a:t>  </a:t>
            </a:r>
            <a:r>
              <a:rPr kumimoji="1" lang="zh-CN" altLang="en-US" sz="2400" b="1">
                <a:latin typeface="楷体_GB2312" pitchFamily="49" charset="-122"/>
                <a:ea typeface="楷体_GB2312" pitchFamily="49" charset="-122"/>
              </a:rPr>
              <a:t>属性定义：</a:t>
            </a:r>
          </a:p>
          <a:p>
            <a:pPr eaLnBrk="1" hangingPunct="1">
              <a:lnSpc>
                <a:spcPct val="105000"/>
              </a:lnSpc>
              <a:spcBef>
                <a:spcPct val="55000"/>
              </a:spcBef>
              <a:defRPr/>
            </a:pPr>
            <a:r>
              <a:rPr kumimoji="1" lang="zh-CN" altLang="en-US" sz="2400" b="1">
                <a:latin typeface="楷体_GB2312" pitchFamily="49" charset="-122"/>
                <a:ea typeface="楷体_GB2312" pitchFamily="49" charset="-122"/>
              </a:rPr>
              <a:t> </a:t>
            </a:r>
            <a:r>
              <a:rPr kumimoji="1" lang="en-US" altLang="zh-CN" sz="2400" b="1">
                <a:effectLst>
                  <a:outerShdw blurRad="38100" dist="38100" dir="2700000" algn="tl">
                    <a:srgbClr val="C0C0C0"/>
                  </a:outerShdw>
                </a:effectLst>
                <a:latin typeface="Times New Roman" pitchFamily="18" charset="0"/>
                <a:ea typeface="楷体_GB2312" pitchFamily="49" charset="-122"/>
              </a:rPr>
              <a:t>visibility  attribute-name : type =  initial-value  {property-string}</a:t>
            </a:r>
          </a:p>
          <a:p>
            <a:pPr algn="just" eaLnBrk="1" hangingPunct="1">
              <a:lnSpc>
                <a:spcPct val="105000"/>
              </a:lnSpc>
              <a:spcBef>
                <a:spcPct val="20000"/>
              </a:spcBef>
              <a:defRPr/>
            </a:pPr>
            <a:r>
              <a:rPr kumimoji="1" lang="en-US" altLang="zh-CN" sz="2400" b="1">
                <a:latin typeface="楷体_GB2312" pitchFamily="49" charset="-122"/>
                <a:ea typeface="楷体_GB2312" pitchFamily="49" charset="-122"/>
              </a:rPr>
              <a:t>   </a:t>
            </a:r>
            <a:r>
              <a:rPr kumimoji="1" lang="zh-CN" altLang="en-US" sz="2400" b="1">
                <a:effectLst>
                  <a:outerShdw blurRad="38100" dist="38100" dir="2700000" algn="tl">
                    <a:srgbClr val="C0C0C0"/>
                  </a:outerShdw>
                </a:effectLst>
                <a:latin typeface="楷体_GB2312" pitchFamily="49" charset="-122"/>
                <a:ea typeface="楷体_GB2312" pitchFamily="49" charset="-122"/>
              </a:rPr>
              <a:t>可见性  属性名：类型</a:t>
            </a:r>
            <a:r>
              <a:rPr kumimoji="1" lang="en-US" altLang="zh-CN" sz="2400" b="1">
                <a:effectLst>
                  <a:outerShdw blurRad="38100" dist="38100" dir="2700000" algn="tl">
                    <a:srgbClr val="C0C0C0"/>
                  </a:outerShdw>
                </a:effectLst>
                <a:latin typeface="楷体_GB2312" pitchFamily="49" charset="-122"/>
                <a:ea typeface="楷体_GB2312" pitchFamily="49" charset="-122"/>
              </a:rPr>
              <a:t>=</a:t>
            </a:r>
            <a:r>
              <a:rPr kumimoji="1" lang="zh-CN" altLang="en-US" sz="2400" b="1">
                <a:effectLst>
                  <a:outerShdw blurRad="38100" dist="38100" dir="2700000" algn="tl">
                    <a:srgbClr val="C0C0C0"/>
                  </a:outerShdw>
                </a:effectLst>
                <a:latin typeface="楷体_GB2312" pitchFamily="49" charset="-122"/>
                <a:ea typeface="楷体_GB2312" pitchFamily="49" charset="-122"/>
              </a:rPr>
              <a:t>缺省值</a:t>
            </a:r>
            <a:r>
              <a:rPr kumimoji="1" lang="en-US" altLang="zh-CN" sz="2400" b="1">
                <a:effectLst>
                  <a:outerShdw blurRad="38100" dist="38100" dir="2700000" algn="tl">
                    <a:srgbClr val="C0C0C0"/>
                  </a:outerShdw>
                </a:effectLst>
                <a:latin typeface="楷体_GB2312" pitchFamily="49" charset="-122"/>
                <a:ea typeface="楷体_GB2312" pitchFamily="49" charset="-122"/>
              </a:rPr>
              <a:t>{</a:t>
            </a:r>
            <a:r>
              <a:rPr kumimoji="1" lang="zh-CN" altLang="en-US" sz="2400" b="1">
                <a:effectLst>
                  <a:outerShdw blurRad="38100" dist="38100" dir="2700000" algn="tl">
                    <a:srgbClr val="C0C0C0"/>
                  </a:outerShdw>
                </a:effectLst>
                <a:latin typeface="楷体_GB2312" pitchFamily="49" charset="-122"/>
                <a:ea typeface="楷体_GB2312" pitchFamily="49" charset="-122"/>
              </a:rPr>
              <a:t>约束特性</a:t>
            </a:r>
            <a:r>
              <a:rPr kumimoji="1" lang="en-US" altLang="zh-CN" sz="2400" b="1">
                <a:effectLst>
                  <a:outerShdw blurRad="38100" dist="38100" dir="2700000" algn="tl">
                    <a:srgbClr val="C0C0C0"/>
                  </a:outerShdw>
                </a:effectLst>
                <a:latin typeface="楷体_GB2312" pitchFamily="49" charset="-122"/>
                <a:ea typeface="楷体_GB2312" pitchFamily="49" charset="-122"/>
              </a:rPr>
              <a:t>}</a:t>
            </a:r>
          </a:p>
          <a:p>
            <a:pPr eaLnBrk="1" hangingPunct="1">
              <a:lnSpc>
                <a:spcPct val="105000"/>
              </a:lnSpc>
              <a:spcBef>
                <a:spcPct val="50000"/>
              </a:spcBef>
              <a:defRPr/>
            </a:pPr>
            <a:r>
              <a:rPr kumimoji="1" lang="en-US" altLang="zh-CN" sz="2400" b="1">
                <a:latin typeface="楷体_GB2312" pitchFamily="49" charset="-122"/>
                <a:ea typeface="楷体_GB2312" pitchFamily="49" charset="-122"/>
              </a:rPr>
              <a:t> </a:t>
            </a:r>
            <a:r>
              <a:rPr kumimoji="1" lang="zh-CN" altLang="en-US" sz="2400" b="1">
                <a:latin typeface="楷体_GB2312" pitchFamily="49" charset="-122"/>
                <a:ea typeface="楷体_GB2312" pitchFamily="49" charset="-122"/>
              </a:rPr>
              <a:t>其中：可见性</a:t>
            </a:r>
            <a:r>
              <a:rPr kumimoji="1" lang="en-US" altLang="zh-CN" sz="2400" b="1">
                <a:latin typeface="楷体_GB2312" pitchFamily="49" charset="-122"/>
                <a:ea typeface="楷体_GB2312" pitchFamily="49" charset="-122"/>
              </a:rPr>
              <a:t>(</a:t>
            </a:r>
            <a:r>
              <a:rPr kumimoji="1" lang="en-US" altLang="zh-CN" sz="2400" b="1">
                <a:latin typeface="Times New Roman" pitchFamily="18" charset="0"/>
                <a:ea typeface="楷体_GB2312" pitchFamily="49" charset="-122"/>
              </a:rPr>
              <a:t>visibility)</a:t>
            </a:r>
            <a:r>
              <a:rPr kumimoji="1" lang="zh-CN" altLang="en-US" sz="2400" b="1">
                <a:latin typeface="Times New Roman" pitchFamily="18" charset="0"/>
                <a:ea typeface="楷体_GB2312" pitchFamily="49" charset="-122"/>
              </a:rPr>
              <a:t>表示该属性对类外的元素是否可见。</a:t>
            </a:r>
          </a:p>
          <a:p>
            <a:pPr eaLnBrk="1" hangingPunct="1">
              <a:spcBef>
                <a:spcPct val="20000"/>
              </a:spcBef>
              <a:defRPr/>
            </a:pPr>
            <a:r>
              <a:rPr kumimoji="1" lang="zh-CN" altLang="en-US" sz="2400" b="1">
                <a:latin typeface="楷体_GB2312" pitchFamily="49" charset="-122"/>
                <a:ea typeface="楷体_GB2312" pitchFamily="49" charset="-122"/>
              </a:rPr>
              <a:t>分为：</a:t>
            </a:r>
          </a:p>
          <a:p>
            <a:pPr eaLnBrk="1" hangingPunct="1">
              <a:lnSpc>
                <a:spcPct val="105000"/>
              </a:lnSpc>
              <a:spcBef>
                <a:spcPct val="20000"/>
              </a:spcBef>
              <a:defRPr/>
            </a:pPr>
            <a:r>
              <a:rPr kumimoji="1" lang="zh-CN" altLang="en-US" sz="2400" b="1">
                <a:latin typeface="楷体_GB2312" pitchFamily="49" charset="-122"/>
                <a:ea typeface="楷体_GB2312" pitchFamily="49" charset="-122"/>
              </a:rPr>
              <a:t>   </a:t>
            </a:r>
            <a:r>
              <a:rPr kumimoji="1" lang="en-US" altLang="zh-CN" sz="2400" b="1">
                <a:latin typeface="Times New Roman" pitchFamily="18" charset="0"/>
                <a:ea typeface="楷体_GB2312" pitchFamily="49" charset="-122"/>
              </a:rPr>
              <a:t>public</a:t>
            </a:r>
            <a:r>
              <a:rPr kumimoji="1" lang="zh-CN" altLang="en-US" sz="2400" b="1">
                <a:latin typeface="楷体_GB2312" pitchFamily="49" charset="-122"/>
                <a:ea typeface="楷体_GB2312" pitchFamily="49" charset="-122"/>
              </a:rPr>
              <a:t>（</a:t>
            </a:r>
            <a:r>
              <a:rPr kumimoji="1" lang="en-US" altLang="zh-CN" sz="2400" b="1">
                <a:latin typeface="楷体_GB2312" pitchFamily="49" charset="-122"/>
                <a:ea typeface="楷体_GB2312" pitchFamily="49" charset="-122"/>
              </a:rPr>
              <a:t>+</a:t>
            </a:r>
            <a:r>
              <a:rPr kumimoji="1" lang="zh-CN" altLang="en-US" sz="2400" b="1">
                <a:latin typeface="楷体_GB2312" pitchFamily="49" charset="-122"/>
                <a:ea typeface="楷体_GB2312" pitchFamily="49" charset="-122"/>
              </a:rPr>
              <a:t>） 公有的，即模型中的任何类都可以访问该属性。</a:t>
            </a:r>
          </a:p>
          <a:p>
            <a:pPr eaLnBrk="1" hangingPunct="1">
              <a:lnSpc>
                <a:spcPct val="105000"/>
              </a:lnSpc>
              <a:spcBef>
                <a:spcPct val="20000"/>
              </a:spcBef>
              <a:defRPr/>
            </a:pPr>
            <a:r>
              <a:rPr kumimoji="1" lang="zh-CN" altLang="en-US" sz="2400" b="1">
                <a:latin typeface="楷体_GB2312" pitchFamily="49" charset="-122"/>
                <a:ea typeface="楷体_GB2312" pitchFamily="49" charset="-122"/>
              </a:rPr>
              <a:t>   </a:t>
            </a:r>
            <a:r>
              <a:rPr kumimoji="1" lang="en-US" altLang="zh-CN" sz="2400" b="1">
                <a:latin typeface="Times New Roman" pitchFamily="18" charset="0"/>
                <a:ea typeface="楷体_GB2312" pitchFamily="49" charset="-122"/>
              </a:rPr>
              <a:t>private</a:t>
            </a:r>
            <a:r>
              <a:rPr kumimoji="1" lang="zh-CN" altLang="en-US" sz="2400" b="1">
                <a:latin typeface="楷体_GB2312" pitchFamily="49" charset="-122"/>
                <a:ea typeface="楷体_GB2312" pitchFamily="49" charset="-122"/>
              </a:rPr>
              <a:t>（</a:t>
            </a:r>
            <a:r>
              <a:rPr kumimoji="1" lang="en-US" altLang="zh-CN" sz="2400" b="1">
                <a:latin typeface="楷体_GB2312" pitchFamily="49" charset="-122"/>
                <a:ea typeface="楷体_GB2312" pitchFamily="49" charset="-122"/>
              </a:rPr>
              <a:t>-</a:t>
            </a:r>
            <a:r>
              <a:rPr kumimoji="1" lang="zh-CN" altLang="en-US" sz="2400" b="1">
                <a:latin typeface="楷体_GB2312" pitchFamily="49" charset="-122"/>
                <a:ea typeface="楷体_GB2312" pitchFamily="49" charset="-122"/>
              </a:rPr>
              <a:t>） 私有的，表示不能被别的类访问。</a:t>
            </a:r>
          </a:p>
          <a:p>
            <a:pPr eaLnBrk="1" hangingPunct="1">
              <a:lnSpc>
                <a:spcPct val="105000"/>
              </a:lnSpc>
              <a:spcBef>
                <a:spcPct val="20000"/>
              </a:spcBef>
              <a:defRPr/>
            </a:pPr>
            <a:r>
              <a:rPr kumimoji="1" lang="zh-CN" altLang="en-US" sz="2400" b="1">
                <a:latin typeface="楷体_GB2312" pitchFamily="49" charset="-122"/>
                <a:ea typeface="楷体_GB2312" pitchFamily="49" charset="-122"/>
              </a:rPr>
              <a:t>   </a:t>
            </a:r>
            <a:r>
              <a:rPr kumimoji="1" lang="en-US" altLang="zh-CN" sz="2400" b="1">
                <a:latin typeface="Times New Roman" pitchFamily="18" charset="0"/>
                <a:ea typeface="楷体_GB2312" pitchFamily="49" charset="-122"/>
              </a:rPr>
              <a:t>protected</a:t>
            </a:r>
            <a:r>
              <a:rPr kumimoji="1" lang="zh-CN" altLang="en-US" sz="2400" b="1">
                <a:latin typeface="楷体_GB2312" pitchFamily="49" charset="-122"/>
                <a:ea typeface="楷体_GB2312" pitchFamily="49" charset="-122"/>
              </a:rPr>
              <a:t>（</a:t>
            </a:r>
            <a:r>
              <a:rPr kumimoji="1" lang="en-US" altLang="zh-CN" sz="2400" b="1">
                <a:latin typeface="楷体_GB2312" pitchFamily="49" charset="-122"/>
                <a:ea typeface="楷体_GB2312" pitchFamily="49" charset="-122"/>
              </a:rPr>
              <a:t>#</a:t>
            </a:r>
            <a:r>
              <a:rPr kumimoji="1" lang="zh-CN" altLang="en-US" sz="2400" b="1">
                <a:latin typeface="楷体_GB2312" pitchFamily="49" charset="-122"/>
                <a:ea typeface="楷体_GB2312" pitchFamily="49" charset="-122"/>
              </a:rPr>
              <a:t>） 受保护的，表示该属性只能被该类及其子类访问。</a:t>
            </a:r>
          </a:p>
          <a:p>
            <a:pPr eaLnBrk="1" hangingPunct="1">
              <a:lnSpc>
                <a:spcPct val="105000"/>
              </a:lnSpc>
              <a:spcBef>
                <a:spcPct val="20000"/>
              </a:spcBef>
              <a:defRPr/>
            </a:pPr>
            <a:r>
              <a:rPr kumimoji="1" lang="zh-CN" altLang="en-US" sz="2400" b="1">
                <a:latin typeface="楷体_GB2312" pitchFamily="49" charset="-122"/>
                <a:ea typeface="楷体_GB2312" pitchFamily="49" charset="-122"/>
              </a:rPr>
              <a:t> 如果可见性未申明，表示其可见性不确定。</a:t>
            </a:r>
          </a:p>
        </p:txBody>
      </p:sp>
      <p:pic>
        <p:nvPicPr>
          <p:cNvPr id="491523" name="Picture 3" descr="变色小球"/>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600075" y="4273550"/>
            <a:ext cx="160338" cy="160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1524" name="Picture 4" descr="变色小球"/>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600075" y="4733925"/>
            <a:ext cx="160338" cy="160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1525" name="Picture 5" descr="变色小球"/>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600075" y="5202238"/>
            <a:ext cx="160338" cy="16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8" name="Oval 7">
            <a:hlinkClick r:id="" action="ppaction://hlinkshowjump?jump=previousslide"/>
          </p:cNvPr>
          <p:cNvSpPr>
            <a:spLocks noChangeArrowheads="1"/>
          </p:cNvSpPr>
          <p:nvPr/>
        </p:nvSpPr>
        <p:spPr bwMode="auto">
          <a:xfrm>
            <a:off x="6370638" y="6383338"/>
            <a:ext cx="754062" cy="334962"/>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CC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25609" name="Oval 8">
            <a:hlinkClick r:id="" action="ppaction://hlinkshowjump?jump=nextslide"/>
          </p:cNvPr>
          <p:cNvSpPr>
            <a:spLocks noChangeArrowheads="1"/>
          </p:cNvSpPr>
          <p:nvPr/>
        </p:nvSpPr>
        <p:spPr bwMode="auto">
          <a:xfrm>
            <a:off x="7237413" y="6388100"/>
            <a:ext cx="754062" cy="334963"/>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CC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25610" name="Oval 9">
            <a:hlinkClick r:id="" action="ppaction://hlinkshowjump?jump=firstslide"/>
          </p:cNvPr>
          <p:cNvSpPr>
            <a:spLocks noChangeArrowheads="1"/>
          </p:cNvSpPr>
          <p:nvPr/>
        </p:nvSpPr>
        <p:spPr bwMode="auto">
          <a:xfrm>
            <a:off x="8147050" y="6388100"/>
            <a:ext cx="754063" cy="334963"/>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CC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Tree>
  </p:cSld>
  <p:clrMapOvr>
    <a:masterClrMapping/>
  </p:clrMapOvr>
  <p:transition advClick="0">
    <p:wheel spokes="8"/>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491522"/>
                                        </p:tgtEl>
                                        <p:attrNameLst>
                                          <p:attrName>style.visibility</p:attrName>
                                        </p:attrNameLst>
                                      </p:cBhvr>
                                      <p:to>
                                        <p:strVal val="visible"/>
                                      </p:to>
                                    </p:set>
                                    <p:animEffect transition="in" filter="wipe(up)">
                                      <p:cBhvr>
                                        <p:cTn id="7" dur="500"/>
                                        <p:tgtEl>
                                          <p:spTgt spid="491522"/>
                                        </p:tgtEl>
                                      </p:cBhvr>
                                    </p:animEffect>
                                  </p:childTnLst>
                                </p:cTn>
                              </p:par>
                            </p:childTnLst>
                          </p:cTn>
                        </p:par>
                        <p:par>
                          <p:cTn id="8" fill="hold" nodeType="afterGroup">
                            <p:stCondLst>
                              <p:cond delay="500"/>
                            </p:stCondLst>
                            <p:childTnLst>
                              <p:par>
                                <p:cTn id="9" presetID="1" presetClass="entr" presetSubtype="0" fill="hold" nodeType="afterEffect">
                                  <p:stCondLst>
                                    <p:cond delay="0"/>
                                  </p:stCondLst>
                                  <p:childTnLst>
                                    <p:set>
                                      <p:cBhvr>
                                        <p:cTn id="10" dur="1" fill="hold">
                                          <p:stCondLst>
                                            <p:cond delay="499"/>
                                          </p:stCondLst>
                                        </p:cTn>
                                        <p:tgtEl>
                                          <p:spTgt spid="491523"/>
                                        </p:tgtEl>
                                        <p:attrNameLst>
                                          <p:attrName>style.visibility</p:attrName>
                                        </p:attrNameLst>
                                      </p:cBhvr>
                                      <p:to>
                                        <p:strVal val="visible"/>
                                      </p:to>
                                    </p:set>
                                  </p:childTnLst>
                                </p:cTn>
                              </p:par>
                            </p:childTnLst>
                          </p:cTn>
                        </p:par>
                        <p:par>
                          <p:cTn id="11" fill="hold" nodeType="afterGroup">
                            <p:stCondLst>
                              <p:cond delay="1000"/>
                            </p:stCondLst>
                            <p:childTnLst>
                              <p:par>
                                <p:cTn id="12" presetID="1" presetClass="entr" presetSubtype="0" fill="hold" nodeType="afterEffect">
                                  <p:stCondLst>
                                    <p:cond delay="0"/>
                                  </p:stCondLst>
                                  <p:childTnLst>
                                    <p:set>
                                      <p:cBhvr>
                                        <p:cTn id="13" dur="1" fill="hold">
                                          <p:stCondLst>
                                            <p:cond delay="499"/>
                                          </p:stCondLst>
                                        </p:cTn>
                                        <p:tgtEl>
                                          <p:spTgt spid="491524"/>
                                        </p:tgtEl>
                                        <p:attrNameLst>
                                          <p:attrName>style.visibility</p:attrName>
                                        </p:attrNameLst>
                                      </p:cBhvr>
                                      <p:to>
                                        <p:strVal val="visible"/>
                                      </p:to>
                                    </p:set>
                                  </p:childTnLst>
                                </p:cTn>
                              </p:par>
                            </p:childTnLst>
                          </p:cTn>
                        </p:par>
                        <p:par>
                          <p:cTn id="14" fill="hold" nodeType="afterGroup">
                            <p:stCondLst>
                              <p:cond delay="1500"/>
                            </p:stCondLst>
                            <p:childTnLst>
                              <p:par>
                                <p:cTn id="15" presetID="1" presetClass="entr" presetSubtype="0" fill="hold" nodeType="afterEffect">
                                  <p:stCondLst>
                                    <p:cond delay="0"/>
                                  </p:stCondLst>
                                  <p:childTnLst>
                                    <p:set>
                                      <p:cBhvr>
                                        <p:cTn id="16" dur="1" fill="hold">
                                          <p:stCondLst>
                                            <p:cond delay="499"/>
                                          </p:stCondLst>
                                        </p:cTn>
                                        <p:tgtEl>
                                          <p:spTgt spid="4915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22"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日期占位符 1"/>
          <p:cNvSpPr>
            <a:spLocks noGrp="1"/>
          </p:cNvSpPr>
          <p:nvPr>
            <p:ph type="dt" sz="quarter" idx="10"/>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096C5AFC-995D-43BC-8180-D532F762DDE6}" type="datetime8">
              <a:rPr lang="zh-CN" altLang="en-US" sz="1400" smtClean="0"/>
              <a:pPr>
                <a:spcBef>
                  <a:spcPct val="0"/>
                </a:spcBef>
                <a:buClrTx/>
                <a:buFontTx/>
                <a:buNone/>
              </a:pPr>
              <a:t>2020年5月12日3时0分</a:t>
            </a:fld>
            <a:endParaRPr lang="en-US" altLang="zh-CN" sz="1400" smtClean="0"/>
          </a:p>
        </p:txBody>
      </p:sp>
      <p:sp>
        <p:nvSpPr>
          <p:cNvPr id="26627" name="灯片编号占位符 3"/>
          <p:cNvSpPr>
            <a:spLocks noGrp="1"/>
          </p:cNvSpPr>
          <p:nvPr>
            <p:ph type="sldNum" sz="quarter" idx="12"/>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5A2E4521-A90A-40AF-B6AC-DF64EB65A4AA}" type="slidenum">
              <a:rPr lang="en-US" altLang="zh-CN" sz="1400" smtClean="0"/>
              <a:pPr>
                <a:spcBef>
                  <a:spcPct val="0"/>
                </a:spcBef>
                <a:buClrTx/>
                <a:buFontTx/>
                <a:buNone/>
              </a:pPr>
              <a:t>13</a:t>
            </a:fld>
            <a:endParaRPr lang="en-US" altLang="zh-CN" sz="1400" smtClean="0"/>
          </a:p>
        </p:txBody>
      </p:sp>
      <p:sp>
        <p:nvSpPr>
          <p:cNvPr id="492546" name="Text Box 2"/>
          <p:cNvSpPr txBox="1">
            <a:spLocks noChangeArrowheads="1"/>
          </p:cNvSpPr>
          <p:nvPr/>
        </p:nvSpPr>
        <p:spPr bwMode="auto">
          <a:xfrm>
            <a:off x="128588" y="679450"/>
            <a:ext cx="8890000" cy="5343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05000"/>
              </a:lnSpc>
              <a:spcBef>
                <a:spcPct val="20000"/>
              </a:spcBef>
              <a:defRPr/>
            </a:pPr>
            <a:r>
              <a:rPr kumimoji="1" lang="en-US" altLang="zh-CN" sz="2400" b="1">
                <a:effectLst>
                  <a:outerShdw blurRad="38100" dist="38100" dir="2700000" algn="tl">
                    <a:srgbClr val="C0C0C0"/>
                  </a:outerShdw>
                </a:effectLst>
                <a:latin typeface="楷体_GB2312" pitchFamily="49" charset="-122"/>
                <a:ea typeface="楷体_GB2312" pitchFamily="49" charset="-122"/>
              </a:rPr>
              <a:t>(2) </a:t>
            </a:r>
            <a:r>
              <a:rPr kumimoji="1" lang="zh-CN" altLang="en-US" sz="2400" b="1">
                <a:effectLst>
                  <a:outerShdw blurRad="38100" dist="38100" dir="2700000" algn="tl">
                    <a:srgbClr val="C0C0C0"/>
                  </a:outerShdw>
                </a:effectLst>
                <a:latin typeface="楷体_GB2312" pitchFamily="49" charset="-122"/>
                <a:ea typeface="楷体_GB2312" pitchFamily="49" charset="-122"/>
              </a:rPr>
              <a:t>操作</a:t>
            </a:r>
          </a:p>
          <a:p>
            <a:pPr eaLnBrk="1" hangingPunct="1">
              <a:lnSpc>
                <a:spcPct val="105000"/>
              </a:lnSpc>
              <a:spcBef>
                <a:spcPct val="20000"/>
              </a:spcBef>
              <a:defRPr/>
            </a:pPr>
            <a:r>
              <a:rPr kumimoji="1" lang="zh-CN" altLang="en-US" sz="2400" b="1">
                <a:latin typeface="宋体" pitchFamily="2" charset="-122"/>
                <a:ea typeface="楷体_GB2312" pitchFamily="49" charset="-122"/>
              </a:rPr>
              <a:t>    对数据的具体处理方法的描述则放在操作部分，操作说明了该类能做些什么工作。操作通常称为函数，它是类的一个组成部分，只能作用于该类的对象上。</a:t>
            </a:r>
            <a:endParaRPr kumimoji="1" lang="zh-CN" altLang="en-US" sz="2400" b="1">
              <a:latin typeface="楷体_GB2312" pitchFamily="49" charset="-122"/>
              <a:ea typeface="楷体_GB2312" pitchFamily="49" charset="-122"/>
            </a:endParaRPr>
          </a:p>
          <a:p>
            <a:pPr eaLnBrk="1" hangingPunct="1">
              <a:lnSpc>
                <a:spcPct val="105000"/>
              </a:lnSpc>
              <a:spcBef>
                <a:spcPct val="20000"/>
              </a:spcBef>
              <a:defRPr/>
            </a:pPr>
            <a:r>
              <a:rPr kumimoji="1" lang="zh-CN" altLang="en-US" sz="2400" b="1">
                <a:latin typeface="楷体_GB2312" pitchFamily="49" charset="-122"/>
                <a:ea typeface="楷体_GB2312" pitchFamily="49" charset="-122"/>
              </a:rPr>
              <a:t>  操作定义：</a:t>
            </a:r>
            <a:endParaRPr kumimoji="1" lang="zh-CN" altLang="en-US" sz="2400" b="1">
              <a:latin typeface="Times New Roman" pitchFamily="18" charset="0"/>
              <a:ea typeface="楷体_GB2312" pitchFamily="49" charset="-122"/>
            </a:endParaRPr>
          </a:p>
          <a:p>
            <a:pPr eaLnBrk="1" hangingPunct="1">
              <a:lnSpc>
                <a:spcPct val="105000"/>
              </a:lnSpc>
              <a:spcBef>
                <a:spcPct val="5000"/>
              </a:spcBef>
              <a:defRPr/>
            </a:pPr>
            <a:r>
              <a:rPr kumimoji="1" lang="zh-CN" altLang="en-US" sz="2400" b="1">
                <a:latin typeface="Times New Roman" pitchFamily="18" charset="0"/>
                <a:ea typeface="楷体_GB2312" pitchFamily="49" charset="-122"/>
              </a:rPr>
              <a:t>  </a:t>
            </a:r>
            <a:r>
              <a:rPr kumimoji="1" lang="en-US" altLang="zh-CN" sz="2400" b="1">
                <a:latin typeface="Times New Roman" pitchFamily="18" charset="0"/>
                <a:ea typeface="楷体_GB2312" pitchFamily="49" charset="-122"/>
              </a:rPr>
              <a:t>visibility operating-name(parameter-list): return-type {property- </a:t>
            </a:r>
          </a:p>
          <a:p>
            <a:pPr eaLnBrk="1" hangingPunct="1">
              <a:lnSpc>
                <a:spcPct val="105000"/>
              </a:lnSpc>
              <a:spcBef>
                <a:spcPct val="5000"/>
              </a:spcBef>
              <a:defRPr/>
            </a:pPr>
            <a:r>
              <a:rPr kumimoji="1" lang="en-US" altLang="zh-CN" sz="2400" b="1">
                <a:latin typeface="Times New Roman" pitchFamily="18" charset="0"/>
                <a:ea typeface="楷体_GB2312" pitchFamily="49" charset="-122"/>
              </a:rPr>
              <a:t>  string}</a:t>
            </a:r>
          </a:p>
          <a:p>
            <a:pPr eaLnBrk="1" hangingPunct="1">
              <a:lnSpc>
                <a:spcPct val="105000"/>
              </a:lnSpc>
              <a:spcBef>
                <a:spcPct val="45000"/>
              </a:spcBef>
              <a:defRPr/>
            </a:pPr>
            <a:r>
              <a:rPr kumimoji="1" lang="en-US" altLang="zh-CN" sz="2400" b="1">
                <a:latin typeface="楷体_GB2312" pitchFamily="49" charset="-122"/>
                <a:ea typeface="楷体_GB2312" pitchFamily="49" charset="-122"/>
              </a:rPr>
              <a:t>   </a:t>
            </a:r>
            <a:r>
              <a:rPr kumimoji="1" lang="zh-CN" altLang="en-US" sz="2400" b="1">
                <a:effectLst>
                  <a:outerShdw blurRad="38100" dist="38100" dir="2700000" algn="tl">
                    <a:srgbClr val="C0C0C0"/>
                  </a:outerShdw>
                </a:effectLst>
                <a:latin typeface="楷体_GB2312" pitchFamily="49" charset="-122"/>
                <a:ea typeface="楷体_GB2312" pitchFamily="49" charset="-122"/>
              </a:rPr>
              <a:t>可见性 操作名（参数表）：返回类型</a:t>
            </a:r>
            <a:r>
              <a:rPr kumimoji="1" lang="en-US" altLang="zh-CN" sz="2400" b="1">
                <a:effectLst>
                  <a:outerShdw blurRad="38100" dist="38100" dir="2700000" algn="tl">
                    <a:srgbClr val="C0C0C0"/>
                  </a:outerShdw>
                </a:effectLst>
                <a:latin typeface="楷体_GB2312" pitchFamily="49" charset="-122"/>
                <a:ea typeface="楷体_GB2312" pitchFamily="49" charset="-122"/>
              </a:rPr>
              <a:t>{</a:t>
            </a:r>
            <a:r>
              <a:rPr kumimoji="1" lang="zh-CN" altLang="en-US" sz="2400" b="1">
                <a:effectLst>
                  <a:outerShdw blurRad="38100" dist="38100" dir="2700000" algn="tl">
                    <a:srgbClr val="C0C0C0"/>
                  </a:outerShdw>
                </a:effectLst>
                <a:latin typeface="楷体_GB2312" pitchFamily="49" charset="-122"/>
                <a:ea typeface="楷体_GB2312" pitchFamily="49" charset="-122"/>
              </a:rPr>
              <a:t>约束特性</a:t>
            </a:r>
            <a:r>
              <a:rPr kumimoji="1" lang="en-US" altLang="zh-CN" sz="2400" b="1">
                <a:effectLst>
                  <a:outerShdw blurRad="38100" dist="38100" dir="2700000" algn="tl">
                    <a:srgbClr val="C0C0C0"/>
                  </a:outerShdw>
                </a:effectLst>
                <a:latin typeface="楷体_GB2312" pitchFamily="49" charset="-122"/>
                <a:ea typeface="楷体_GB2312" pitchFamily="49" charset="-122"/>
              </a:rPr>
              <a:t>}</a:t>
            </a:r>
          </a:p>
          <a:p>
            <a:pPr eaLnBrk="1" hangingPunct="1">
              <a:lnSpc>
                <a:spcPct val="105000"/>
              </a:lnSpc>
              <a:spcBef>
                <a:spcPct val="20000"/>
              </a:spcBef>
              <a:defRPr/>
            </a:pPr>
            <a:r>
              <a:rPr kumimoji="1" lang="en-US" altLang="zh-CN" sz="2400" b="1">
                <a:latin typeface="楷体_GB2312" pitchFamily="49" charset="-122"/>
                <a:ea typeface="楷体_GB2312" pitchFamily="49" charset="-122"/>
              </a:rPr>
              <a:t>   </a:t>
            </a:r>
            <a:r>
              <a:rPr kumimoji="1" lang="zh-CN" altLang="en-US" sz="2400" b="1">
                <a:latin typeface="楷体_GB2312" pitchFamily="49" charset="-122"/>
                <a:ea typeface="楷体_GB2312" pitchFamily="49" charset="-122"/>
              </a:rPr>
              <a:t>其中：可见性同上。</a:t>
            </a:r>
          </a:p>
          <a:p>
            <a:pPr eaLnBrk="1" hangingPunct="1">
              <a:lnSpc>
                <a:spcPct val="105000"/>
              </a:lnSpc>
              <a:spcBef>
                <a:spcPct val="20000"/>
              </a:spcBef>
              <a:defRPr/>
            </a:pPr>
            <a:r>
              <a:rPr kumimoji="1" lang="zh-CN" altLang="en-US" sz="2400" b="1">
                <a:latin typeface="楷体_GB2312" pitchFamily="49" charset="-122"/>
                <a:ea typeface="楷体_GB2312" pitchFamily="49" charset="-122"/>
              </a:rPr>
              <a:t>   参数表：参数名：类型，</a:t>
            </a:r>
            <a:r>
              <a:rPr kumimoji="1" lang="en-US" altLang="zh-CN" sz="2400" b="1">
                <a:latin typeface="Times New Roman"/>
                <a:ea typeface="楷体_GB2312" pitchFamily="49" charset="-122"/>
              </a:rPr>
              <a:t>…</a:t>
            </a:r>
            <a:endParaRPr kumimoji="1" lang="en-US" altLang="zh-CN" sz="2400" b="1">
              <a:latin typeface="楷体_GB2312" pitchFamily="49" charset="-122"/>
              <a:ea typeface="楷体_GB2312" pitchFamily="49" charset="-122"/>
            </a:endParaRPr>
          </a:p>
          <a:p>
            <a:pPr eaLnBrk="1" hangingPunct="1">
              <a:lnSpc>
                <a:spcPct val="105000"/>
              </a:lnSpc>
              <a:spcBef>
                <a:spcPct val="20000"/>
              </a:spcBef>
              <a:defRPr/>
            </a:pPr>
            <a:r>
              <a:rPr kumimoji="1" lang="en-US" altLang="zh-CN" sz="2400" b="1">
                <a:latin typeface="楷体_GB2312" pitchFamily="49" charset="-122"/>
                <a:ea typeface="楷体_GB2312" pitchFamily="49" charset="-122"/>
              </a:rPr>
              <a:t>   </a:t>
            </a:r>
            <a:r>
              <a:rPr kumimoji="1" lang="en-US" altLang="zh-CN" sz="2400" b="1">
                <a:latin typeface="Times New Roman" pitchFamily="18" charset="0"/>
                <a:ea typeface="楷体_GB2312" pitchFamily="49" charset="-122"/>
              </a:rPr>
              <a:t>Parameter-name :type =default-value</a:t>
            </a:r>
            <a:endParaRPr kumimoji="1" lang="en-US" altLang="zh-CN" sz="2400" b="1">
              <a:latin typeface="楷体_GB2312" pitchFamily="49" charset="-122"/>
              <a:ea typeface="楷体_GB2312" pitchFamily="49" charset="-122"/>
            </a:endParaRPr>
          </a:p>
          <a:p>
            <a:pPr eaLnBrk="1" hangingPunct="1">
              <a:lnSpc>
                <a:spcPct val="105000"/>
              </a:lnSpc>
              <a:spcBef>
                <a:spcPct val="20000"/>
              </a:spcBef>
              <a:defRPr/>
            </a:pPr>
            <a:r>
              <a:rPr kumimoji="1" lang="en-US" altLang="zh-CN" sz="2400" b="1">
                <a:latin typeface="楷体_GB2312" pitchFamily="49" charset="-122"/>
                <a:ea typeface="楷体_GB2312" pitchFamily="49" charset="-122"/>
              </a:rPr>
              <a:t>   </a:t>
            </a:r>
            <a:r>
              <a:rPr kumimoji="1" lang="zh-CN" altLang="en-US" sz="2400" b="1">
                <a:latin typeface="楷体_GB2312" pitchFamily="49" charset="-122"/>
                <a:ea typeface="楷体_GB2312" pitchFamily="49" charset="-122"/>
              </a:rPr>
              <a:t>返回类型：操作返回的结果类型。</a:t>
            </a:r>
          </a:p>
        </p:txBody>
      </p:sp>
      <p:sp>
        <p:nvSpPr>
          <p:cNvPr id="26629" name="Rectangle 4"/>
          <p:cNvSpPr>
            <a:spLocks noGrp="1" noRot="1" noChangeArrowheads="1"/>
          </p:cNvSpPr>
          <p:nvPr>
            <p:ph type="title" idx="4294967295"/>
          </p:nvPr>
        </p:nvSpPr>
        <p:spPr>
          <a:xfrm>
            <a:off x="6877050" y="57150"/>
            <a:ext cx="2266950" cy="171450"/>
          </a:xfrm>
        </p:spPr>
        <p:txBody>
          <a:bodyPr/>
          <a:lstStyle/>
          <a:p>
            <a:pPr algn="r" eaLnBrk="1" hangingPunct="1"/>
            <a:r>
              <a:rPr lang="zh-CN" altLang="en-US" sz="1400" smtClean="0">
                <a:solidFill>
                  <a:srgbClr val="052E95"/>
                </a:solidFill>
              </a:rPr>
              <a:t>类图的描述</a:t>
            </a:r>
          </a:p>
        </p:txBody>
      </p:sp>
      <p:sp>
        <p:nvSpPr>
          <p:cNvPr id="26630" name="Rectangle 5">
            <a:hlinkClick r:id="" action="ppaction://hlinkshowjump?jump=previousslide"/>
          </p:cNvPr>
          <p:cNvSpPr>
            <a:spLocks noChangeArrowheads="1"/>
          </p:cNvSpPr>
          <p:nvPr/>
        </p:nvSpPr>
        <p:spPr bwMode="auto">
          <a:xfrm>
            <a:off x="6367463" y="6353175"/>
            <a:ext cx="731837" cy="401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26631" name="Rectangle 6">
            <a:hlinkClick r:id="" action="ppaction://hlinkshowjump?jump=nextslide"/>
          </p:cNvPr>
          <p:cNvSpPr>
            <a:spLocks noChangeArrowheads="1"/>
          </p:cNvSpPr>
          <p:nvPr/>
        </p:nvSpPr>
        <p:spPr bwMode="auto">
          <a:xfrm>
            <a:off x="7258050" y="6378575"/>
            <a:ext cx="746125" cy="379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26632" name="Rectangle 7">
            <a:hlinkClick r:id="" action="ppaction://hlinkshowjump?jump=firstslide"/>
          </p:cNvPr>
          <p:cNvSpPr>
            <a:spLocks noChangeArrowheads="1"/>
          </p:cNvSpPr>
          <p:nvPr/>
        </p:nvSpPr>
        <p:spPr bwMode="auto">
          <a:xfrm>
            <a:off x="8156575" y="6356350"/>
            <a:ext cx="704850" cy="415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Tree>
  </p:cSld>
  <p:clrMapOvr>
    <a:masterClrMapping/>
  </p:clrMapOvr>
  <p:transition advClick="0">
    <p:wheel spokes="8"/>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日期占位符 1"/>
          <p:cNvSpPr>
            <a:spLocks noGrp="1"/>
          </p:cNvSpPr>
          <p:nvPr>
            <p:ph type="dt" sz="quarter" idx="10"/>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498B5643-ED40-47B3-86AF-CE50E164475D}" type="datetime8">
              <a:rPr lang="zh-CN" altLang="en-US" sz="1400" smtClean="0"/>
              <a:pPr>
                <a:spcBef>
                  <a:spcPct val="0"/>
                </a:spcBef>
                <a:buClrTx/>
                <a:buFontTx/>
                <a:buNone/>
              </a:pPr>
              <a:t>2020年5月12日3时0分</a:t>
            </a:fld>
            <a:endParaRPr lang="en-US" altLang="zh-CN" sz="1400" smtClean="0"/>
          </a:p>
        </p:txBody>
      </p:sp>
      <p:sp>
        <p:nvSpPr>
          <p:cNvPr id="27651" name="灯片编号占位符 3"/>
          <p:cNvSpPr>
            <a:spLocks noGrp="1"/>
          </p:cNvSpPr>
          <p:nvPr>
            <p:ph type="sldNum" sz="quarter" idx="12"/>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5BDF8064-6DFF-4E63-A458-D276450A9B7E}" type="slidenum">
              <a:rPr lang="en-US" altLang="zh-CN" sz="1400" smtClean="0"/>
              <a:pPr>
                <a:spcBef>
                  <a:spcPct val="0"/>
                </a:spcBef>
                <a:buClrTx/>
                <a:buFontTx/>
                <a:buNone/>
              </a:pPr>
              <a:t>14</a:t>
            </a:fld>
            <a:endParaRPr lang="en-US" altLang="zh-CN" sz="1400" smtClean="0"/>
          </a:p>
        </p:txBody>
      </p:sp>
      <p:sp>
        <p:nvSpPr>
          <p:cNvPr id="27652" name="Text Box 3"/>
          <p:cNvSpPr txBox="1">
            <a:spLocks noChangeArrowheads="1"/>
          </p:cNvSpPr>
          <p:nvPr/>
        </p:nvSpPr>
        <p:spPr bwMode="auto">
          <a:xfrm>
            <a:off x="434975" y="836613"/>
            <a:ext cx="8302625"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kumimoji="1" lang="en-US" altLang="zh-CN" sz="2200">
                <a:latin typeface="Times New Roman" panose="02020603050405020304" pitchFamily="18" charset="0"/>
              </a:rPr>
              <a:t>       UML</a:t>
            </a:r>
            <a:r>
              <a:rPr kumimoji="1" lang="zh-CN" altLang="en-US" sz="2200" b="1">
                <a:latin typeface="Times New Roman" panose="02020603050405020304" pitchFamily="18" charset="0"/>
                <a:ea typeface="楷体_GB2312" pitchFamily="49" charset="-122"/>
              </a:rPr>
              <a:t>中类的关系有关联</a:t>
            </a:r>
            <a:r>
              <a:rPr kumimoji="1" lang="en-US" altLang="zh-CN" sz="2200" b="1">
                <a:latin typeface="Times New Roman" panose="02020603050405020304" pitchFamily="18" charset="0"/>
                <a:ea typeface="楷体_GB2312" pitchFamily="49" charset="-122"/>
              </a:rPr>
              <a:t>(association) </a:t>
            </a:r>
            <a:r>
              <a:rPr kumimoji="1" lang="zh-CN" altLang="en-US" sz="2200" b="1">
                <a:latin typeface="Times New Roman" panose="02020603050405020304" pitchFamily="18" charset="0"/>
                <a:ea typeface="楷体_GB2312" pitchFamily="49" charset="-122"/>
              </a:rPr>
              <a:t>、聚集</a:t>
            </a:r>
            <a:r>
              <a:rPr kumimoji="1" lang="en-US" altLang="zh-CN" sz="2200" b="1">
                <a:latin typeface="Times New Roman" panose="02020603050405020304" pitchFamily="18" charset="0"/>
                <a:ea typeface="楷体_GB2312" pitchFamily="49" charset="-122"/>
              </a:rPr>
              <a:t>(aggregation) </a:t>
            </a:r>
            <a:r>
              <a:rPr kumimoji="1" lang="zh-CN" altLang="en-US" sz="2200" b="1">
                <a:latin typeface="Times New Roman" panose="02020603050405020304" pitchFamily="18" charset="0"/>
                <a:ea typeface="楷体_GB2312" pitchFamily="49" charset="-122"/>
              </a:rPr>
              <a:t>、泛化</a:t>
            </a:r>
            <a:r>
              <a:rPr kumimoji="1" lang="en-US" altLang="zh-CN" sz="2200" b="1">
                <a:latin typeface="Times New Roman" panose="02020603050405020304" pitchFamily="18" charset="0"/>
                <a:ea typeface="楷体_GB2312" pitchFamily="49" charset="-122"/>
              </a:rPr>
              <a:t>(generalization) </a:t>
            </a:r>
            <a:r>
              <a:rPr kumimoji="1" lang="zh-CN" altLang="en-US" sz="2200" b="1">
                <a:latin typeface="Times New Roman" panose="02020603050405020304" pitchFamily="18" charset="0"/>
                <a:ea typeface="楷体_GB2312" pitchFamily="49" charset="-122"/>
              </a:rPr>
              <a:t>、 依赖</a:t>
            </a:r>
            <a:r>
              <a:rPr kumimoji="1" lang="en-US" altLang="zh-CN" sz="2200" b="1">
                <a:latin typeface="Times New Roman" panose="02020603050405020304" pitchFamily="18" charset="0"/>
                <a:ea typeface="楷体_GB2312" pitchFamily="49" charset="-122"/>
              </a:rPr>
              <a:t>(depending) ,</a:t>
            </a:r>
            <a:r>
              <a:rPr kumimoji="1" lang="zh-CN" altLang="en-US" sz="2200" b="1">
                <a:latin typeface="Times New Roman" panose="02020603050405020304" pitchFamily="18" charset="0"/>
                <a:ea typeface="楷体_GB2312" pitchFamily="49" charset="-122"/>
              </a:rPr>
              <a:t>实现。</a:t>
            </a:r>
          </a:p>
        </p:txBody>
      </p:sp>
      <p:sp>
        <p:nvSpPr>
          <p:cNvPr id="494596" name="Text Box 4"/>
          <p:cNvSpPr txBox="1">
            <a:spLocks noChangeArrowheads="1"/>
          </p:cNvSpPr>
          <p:nvPr/>
        </p:nvSpPr>
        <p:spPr bwMode="auto">
          <a:xfrm>
            <a:off x="762000" y="3200400"/>
            <a:ext cx="4616450" cy="126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defRPr/>
            </a:pPr>
            <a:r>
              <a:rPr kumimoji="1" lang="zh-CN" altLang="en-US" sz="2400" b="1">
                <a:solidFill>
                  <a:schemeClr val="tx2"/>
                </a:solidFill>
                <a:effectLst>
                  <a:outerShdw blurRad="38100" dist="38100" dir="2700000" algn="tl">
                    <a:srgbClr val="C0C0C0"/>
                  </a:outerShdw>
                </a:effectLst>
                <a:latin typeface="Times New Roman" pitchFamily="18" charset="0"/>
                <a:ea typeface="楷体_GB2312" pitchFamily="49" charset="-122"/>
              </a:rPr>
              <a:t>一、关联</a:t>
            </a:r>
          </a:p>
          <a:p>
            <a:pPr eaLnBrk="1" hangingPunct="1">
              <a:spcBef>
                <a:spcPct val="20000"/>
              </a:spcBef>
              <a:defRPr/>
            </a:pPr>
            <a:r>
              <a:rPr kumimoji="1" lang="zh-CN" altLang="en-US" sz="2400" b="1">
                <a:latin typeface="Times New Roman" pitchFamily="18" charset="0"/>
                <a:ea typeface="楷体_GB2312" pitchFamily="49" charset="-122"/>
              </a:rPr>
              <a:t>        关联是</a:t>
            </a:r>
            <a:r>
              <a:rPr kumimoji="1" lang="zh-CN" altLang="en-US" sz="2400" b="1">
                <a:latin typeface="Times New Roman" pitchFamily="18" charset="0"/>
              </a:rPr>
              <a:t>表示</a:t>
            </a:r>
            <a:r>
              <a:rPr kumimoji="1" lang="zh-CN" altLang="en-US" sz="2400" b="1">
                <a:latin typeface="Times New Roman" pitchFamily="18" charset="0"/>
                <a:ea typeface="楷体_GB2312" pitchFamily="49" charset="-122"/>
              </a:rPr>
              <a:t>实例之间的结构关系</a:t>
            </a:r>
          </a:p>
        </p:txBody>
      </p:sp>
      <p:grpSp>
        <p:nvGrpSpPr>
          <p:cNvPr id="494597" name="Group 5"/>
          <p:cNvGrpSpPr>
            <a:grpSpLocks/>
          </p:cNvGrpSpPr>
          <p:nvPr/>
        </p:nvGrpSpPr>
        <p:grpSpPr bwMode="auto">
          <a:xfrm>
            <a:off x="5037138" y="3981450"/>
            <a:ext cx="3770312" cy="1141413"/>
            <a:chOff x="3175" y="933"/>
            <a:chExt cx="2375" cy="719"/>
          </a:xfrm>
        </p:grpSpPr>
        <p:sp>
          <p:nvSpPr>
            <p:cNvPr id="27662" name="Rectangle 6"/>
            <p:cNvSpPr>
              <a:spLocks noChangeArrowheads="1"/>
            </p:cNvSpPr>
            <p:nvPr/>
          </p:nvSpPr>
          <p:spPr bwMode="auto">
            <a:xfrm>
              <a:off x="4787" y="1278"/>
              <a:ext cx="403" cy="357"/>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27663" name="Rectangle 7"/>
            <p:cNvSpPr>
              <a:spLocks noChangeArrowheads="1"/>
            </p:cNvSpPr>
            <p:nvPr/>
          </p:nvSpPr>
          <p:spPr bwMode="auto">
            <a:xfrm>
              <a:off x="3175" y="1104"/>
              <a:ext cx="356" cy="22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800" b="1">
                  <a:solidFill>
                    <a:schemeClr val="bg2"/>
                  </a:solidFill>
                  <a:latin typeface="Times New Roman" panose="02020603050405020304" pitchFamily="18" charset="0"/>
                </a:rPr>
                <a:t>公司</a:t>
              </a:r>
            </a:p>
          </p:txBody>
        </p:sp>
        <p:sp>
          <p:nvSpPr>
            <p:cNvPr id="27664" name="Rectangle 8"/>
            <p:cNvSpPr>
              <a:spLocks noChangeArrowheads="1"/>
            </p:cNvSpPr>
            <p:nvPr/>
          </p:nvSpPr>
          <p:spPr bwMode="auto">
            <a:xfrm>
              <a:off x="4558" y="1110"/>
              <a:ext cx="356" cy="22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800" b="1">
                  <a:solidFill>
                    <a:schemeClr val="bg2"/>
                  </a:solidFill>
                  <a:latin typeface="Times New Roman" panose="02020603050405020304" pitchFamily="18" charset="0"/>
                </a:rPr>
                <a:t>员工</a:t>
              </a:r>
            </a:p>
          </p:txBody>
        </p:sp>
        <p:sp>
          <p:nvSpPr>
            <p:cNvPr id="27665" name="Line 9"/>
            <p:cNvSpPr>
              <a:spLocks noChangeShapeType="1"/>
            </p:cNvSpPr>
            <p:nvPr/>
          </p:nvSpPr>
          <p:spPr bwMode="auto">
            <a:xfrm>
              <a:off x="3531" y="1223"/>
              <a:ext cx="1033"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666" name="Text Box 10"/>
            <p:cNvSpPr txBox="1">
              <a:spLocks noChangeArrowheads="1"/>
            </p:cNvSpPr>
            <p:nvPr/>
          </p:nvSpPr>
          <p:spPr bwMode="auto">
            <a:xfrm>
              <a:off x="3519" y="997"/>
              <a:ext cx="109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FontTx/>
                <a:buNone/>
              </a:pPr>
              <a:r>
                <a:rPr kumimoji="1" lang="en-US" altLang="zh-CN" sz="1600" b="1">
                  <a:latin typeface="Times New Roman" panose="02020603050405020304" pitchFamily="18" charset="0"/>
                </a:rPr>
                <a:t>0..</a:t>
              </a:r>
              <a:r>
                <a:rPr kumimoji="1" lang="en-US" altLang="zh-CN" sz="2000" b="1">
                  <a:latin typeface="Times New Roman" panose="02020603050405020304" pitchFamily="18" charset="0"/>
                </a:rPr>
                <a:t>* </a:t>
              </a:r>
              <a:r>
                <a:rPr kumimoji="1" lang="zh-CN" altLang="en-US" sz="1600" b="1">
                  <a:latin typeface="Times New Roman" panose="02020603050405020304" pitchFamily="18" charset="0"/>
                </a:rPr>
                <a:t>顾 佣      </a:t>
              </a:r>
              <a:r>
                <a:rPr kumimoji="1" lang="en-US" altLang="zh-CN" sz="1600" b="1">
                  <a:latin typeface="Times New Roman" panose="02020603050405020304" pitchFamily="18" charset="0"/>
                </a:rPr>
                <a:t>0..*</a:t>
              </a:r>
            </a:p>
          </p:txBody>
        </p:sp>
        <p:sp>
          <p:nvSpPr>
            <p:cNvPr id="27667" name="Text Box 11"/>
            <p:cNvSpPr txBox="1">
              <a:spLocks noChangeArrowheads="1"/>
            </p:cNvSpPr>
            <p:nvPr/>
          </p:nvSpPr>
          <p:spPr bwMode="auto">
            <a:xfrm>
              <a:off x="3766" y="1254"/>
              <a:ext cx="667"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FontTx/>
                <a:buNone/>
              </a:pPr>
              <a:r>
                <a:rPr kumimoji="1" lang="zh-CN" altLang="en-US" sz="1600" b="1">
                  <a:latin typeface="Times New Roman" panose="02020603050405020304" pitchFamily="18" charset="0"/>
                </a:rPr>
                <a:t>工作于</a:t>
              </a:r>
            </a:p>
          </p:txBody>
        </p:sp>
        <p:sp>
          <p:nvSpPr>
            <p:cNvPr id="27668" name="AutoShape 12"/>
            <p:cNvSpPr>
              <a:spLocks noChangeArrowheads="1"/>
            </p:cNvSpPr>
            <p:nvPr/>
          </p:nvSpPr>
          <p:spPr bwMode="auto">
            <a:xfrm rot="5400000">
              <a:off x="4198" y="1086"/>
              <a:ext cx="80" cy="83"/>
            </a:xfrm>
            <a:prstGeom prst="triangle">
              <a:avLst>
                <a:gd name="adj" fmla="val 50000"/>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27669" name="AutoShape 13"/>
            <p:cNvSpPr>
              <a:spLocks noChangeArrowheads="1"/>
            </p:cNvSpPr>
            <p:nvPr/>
          </p:nvSpPr>
          <p:spPr bwMode="auto">
            <a:xfrm rot="16200000" flipH="1">
              <a:off x="3779" y="1320"/>
              <a:ext cx="80" cy="83"/>
            </a:xfrm>
            <a:prstGeom prst="triangle">
              <a:avLst>
                <a:gd name="adj" fmla="val 50000"/>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27670" name="Text Box 14"/>
            <p:cNvSpPr txBox="1">
              <a:spLocks noChangeArrowheads="1"/>
            </p:cNvSpPr>
            <p:nvPr/>
          </p:nvSpPr>
          <p:spPr bwMode="auto">
            <a:xfrm>
              <a:off x="5158" y="1271"/>
              <a:ext cx="39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kumimoji="1" lang="zh-CN" altLang="en-US" sz="1600" b="1">
                  <a:latin typeface="Times New Roman" panose="02020603050405020304" pitchFamily="18" charset="0"/>
                </a:rPr>
                <a:t>管理</a:t>
              </a:r>
            </a:p>
          </p:txBody>
        </p:sp>
        <p:sp>
          <p:nvSpPr>
            <p:cNvPr id="27671" name="Text Box 15"/>
            <p:cNvSpPr txBox="1">
              <a:spLocks noChangeArrowheads="1"/>
            </p:cNvSpPr>
            <p:nvPr/>
          </p:nvSpPr>
          <p:spPr bwMode="auto">
            <a:xfrm>
              <a:off x="4416" y="1299"/>
              <a:ext cx="385" cy="3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ct val="0"/>
                </a:spcBef>
                <a:buClrTx/>
                <a:buFontTx/>
                <a:buNone/>
              </a:pPr>
              <a:r>
                <a:rPr kumimoji="1" lang="en-US" altLang="zh-CN" sz="1600" b="1">
                  <a:latin typeface="Times New Roman" panose="02020603050405020304" pitchFamily="18" charset="0"/>
                </a:rPr>
                <a:t> 1..</a:t>
              </a:r>
              <a:r>
                <a:rPr kumimoji="1" lang="en-US" altLang="zh-CN" sz="1800" b="1">
                  <a:latin typeface="Times New Roman" panose="02020603050405020304" pitchFamily="18" charset="0"/>
                </a:rPr>
                <a:t>*</a:t>
              </a:r>
            </a:p>
            <a:p>
              <a:pPr eaLnBrk="1" hangingPunct="1">
                <a:lnSpc>
                  <a:spcPct val="90000"/>
                </a:lnSpc>
                <a:spcBef>
                  <a:spcPct val="0"/>
                </a:spcBef>
                <a:buClrTx/>
                <a:buFontTx/>
                <a:buNone/>
              </a:pPr>
              <a:r>
                <a:rPr kumimoji="1" lang="zh-CN" altLang="en-US" sz="1600" b="1">
                  <a:latin typeface="Times New Roman" panose="02020603050405020304" pitchFamily="18" charset="0"/>
                </a:rPr>
                <a:t>工人</a:t>
              </a:r>
            </a:p>
          </p:txBody>
        </p:sp>
        <p:sp>
          <p:nvSpPr>
            <p:cNvPr id="27672" name="AutoShape 16"/>
            <p:cNvSpPr>
              <a:spLocks noChangeArrowheads="1"/>
            </p:cNvSpPr>
            <p:nvPr/>
          </p:nvSpPr>
          <p:spPr bwMode="auto">
            <a:xfrm rot="10800000" flipH="1">
              <a:off x="5315" y="1470"/>
              <a:ext cx="80" cy="83"/>
            </a:xfrm>
            <a:prstGeom prst="triangle">
              <a:avLst>
                <a:gd name="adj" fmla="val 50000"/>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27673" name="Text Box 17"/>
            <p:cNvSpPr txBox="1">
              <a:spLocks noChangeArrowheads="1"/>
            </p:cNvSpPr>
            <p:nvPr/>
          </p:nvSpPr>
          <p:spPr bwMode="auto">
            <a:xfrm>
              <a:off x="4855" y="933"/>
              <a:ext cx="440" cy="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5000"/>
                </a:lnSpc>
                <a:spcBef>
                  <a:spcPct val="0"/>
                </a:spcBef>
                <a:buClrTx/>
                <a:buFontTx/>
                <a:buNone/>
              </a:pPr>
              <a:r>
                <a:rPr kumimoji="1" lang="zh-CN" altLang="en-US" sz="1600" b="1">
                  <a:latin typeface="Times New Roman" panose="02020603050405020304" pitchFamily="18" charset="0"/>
                </a:rPr>
                <a:t>老板</a:t>
              </a:r>
            </a:p>
            <a:p>
              <a:pPr algn="ctr" eaLnBrk="1" hangingPunct="1">
                <a:lnSpc>
                  <a:spcPct val="95000"/>
                </a:lnSpc>
                <a:spcBef>
                  <a:spcPct val="0"/>
                </a:spcBef>
                <a:buClrTx/>
                <a:buFontTx/>
                <a:buNone/>
              </a:pPr>
              <a:r>
                <a:rPr kumimoji="1" lang="en-US" altLang="zh-CN" sz="1600" b="1">
                  <a:latin typeface="Times New Roman" panose="02020603050405020304" pitchFamily="18" charset="0"/>
                </a:rPr>
                <a:t>0..1</a:t>
              </a:r>
            </a:p>
          </p:txBody>
        </p:sp>
      </p:grpSp>
      <p:sp>
        <p:nvSpPr>
          <p:cNvPr id="494610" name="Text Box 18"/>
          <p:cNvSpPr txBox="1">
            <a:spLocks noChangeArrowheads="1"/>
          </p:cNvSpPr>
          <p:nvPr/>
        </p:nvSpPr>
        <p:spPr bwMode="auto">
          <a:xfrm>
            <a:off x="5943600" y="5181600"/>
            <a:ext cx="2738438" cy="312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fontAlgn="ctr" hangingPunct="1">
              <a:lnSpc>
                <a:spcPct val="90000"/>
              </a:lnSpc>
              <a:spcBef>
                <a:spcPct val="20000"/>
              </a:spcBef>
              <a:defRPr/>
            </a:pPr>
            <a:r>
              <a:rPr kumimoji="1" lang="zh-CN" altLang="en-US" sz="1600">
                <a:effectLst>
                  <a:outerShdw blurRad="38100" dist="38100" dir="2700000" algn="tl">
                    <a:srgbClr val="C0C0C0"/>
                  </a:outerShdw>
                </a:effectLst>
                <a:latin typeface="宋体" pitchFamily="2" charset="-122"/>
              </a:rPr>
              <a:t>图</a:t>
            </a:r>
            <a:r>
              <a:rPr kumimoji="1" lang="en-US" altLang="zh-CN" sz="1600">
                <a:effectLst>
                  <a:outerShdw blurRad="38100" dist="38100" dir="2700000" algn="tl">
                    <a:srgbClr val="C0C0C0"/>
                  </a:outerShdw>
                </a:effectLst>
                <a:latin typeface="宋体" pitchFamily="2" charset="-122"/>
              </a:rPr>
              <a:t>A </a:t>
            </a:r>
            <a:r>
              <a:rPr kumimoji="1" lang="zh-CN" altLang="en-US" sz="1600">
                <a:effectLst>
                  <a:outerShdw blurRad="38100" dist="38100" dir="2700000" algn="tl">
                    <a:srgbClr val="C0C0C0"/>
                  </a:outerShdw>
                </a:effectLst>
                <a:latin typeface="宋体" pitchFamily="2" charset="-122"/>
              </a:rPr>
              <a:t>顾佣关联</a:t>
            </a:r>
          </a:p>
        </p:txBody>
      </p:sp>
      <p:sp>
        <p:nvSpPr>
          <p:cNvPr id="494625" name="Rectangle 33"/>
          <p:cNvSpPr>
            <a:spLocks noGrp="1" noRot="1" noChangeArrowheads="1"/>
          </p:cNvSpPr>
          <p:nvPr>
            <p:ph type="title" idx="4294967295"/>
          </p:nvPr>
        </p:nvSpPr>
        <p:spPr>
          <a:xfrm>
            <a:off x="411163" y="377825"/>
            <a:ext cx="5407025" cy="576263"/>
          </a:xfrm>
        </p:spPr>
        <p:txBody>
          <a:bodyPr/>
          <a:lstStyle/>
          <a:p>
            <a:pPr algn="l" eaLnBrk="1" hangingPunct="1">
              <a:defRPr/>
            </a:pPr>
            <a:r>
              <a:rPr lang="en-US" altLang="zh-CN" sz="2400" smtClean="0">
                <a:effectLst>
                  <a:outerShdw blurRad="38100" dist="38100" dir="2700000" algn="tl">
                    <a:srgbClr val="C0C0C0"/>
                  </a:outerShdw>
                </a:effectLst>
                <a:latin typeface="华文新魏" pitchFamily="2" charset="-122"/>
                <a:ea typeface="华文新魏" pitchFamily="2" charset="-122"/>
              </a:rPr>
              <a:t>UML</a:t>
            </a:r>
            <a:r>
              <a:rPr lang="zh-CN" altLang="en-US" sz="2400" smtClean="0">
                <a:effectLst>
                  <a:outerShdw blurRad="38100" dist="38100" dir="2700000" algn="tl">
                    <a:srgbClr val="C0C0C0"/>
                  </a:outerShdw>
                </a:effectLst>
                <a:latin typeface="华文新魏" pitchFamily="2" charset="-122"/>
                <a:ea typeface="华文新魏" pitchFamily="2" charset="-122"/>
              </a:rPr>
              <a:t>中类之间的关系</a:t>
            </a:r>
          </a:p>
        </p:txBody>
      </p:sp>
      <p:sp>
        <p:nvSpPr>
          <p:cNvPr id="27657" name="Oval 48">
            <a:hlinkClick r:id="" action="ppaction://hlinkshowjump?jump=previousslide"/>
          </p:cNvPr>
          <p:cNvSpPr>
            <a:spLocks noChangeArrowheads="1"/>
          </p:cNvSpPr>
          <p:nvPr/>
        </p:nvSpPr>
        <p:spPr bwMode="auto">
          <a:xfrm>
            <a:off x="6370638" y="6383338"/>
            <a:ext cx="754062" cy="334962"/>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CC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27658" name="Oval 49">
            <a:hlinkClick r:id="" action="ppaction://hlinkshowjump?jump=nextslide"/>
          </p:cNvPr>
          <p:cNvSpPr>
            <a:spLocks noChangeArrowheads="1"/>
          </p:cNvSpPr>
          <p:nvPr/>
        </p:nvSpPr>
        <p:spPr bwMode="auto">
          <a:xfrm>
            <a:off x="7237413" y="6388100"/>
            <a:ext cx="754062" cy="334963"/>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CC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27659" name="Oval 50">
            <a:hlinkClick r:id="" action="ppaction://hlinkshowjump?jump=firstslide"/>
          </p:cNvPr>
          <p:cNvSpPr>
            <a:spLocks noChangeArrowheads="1"/>
          </p:cNvSpPr>
          <p:nvPr/>
        </p:nvSpPr>
        <p:spPr bwMode="auto">
          <a:xfrm>
            <a:off x="8147050" y="6388100"/>
            <a:ext cx="754063" cy="334963"/>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CC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27660" name="Rectangle 51"/>
          <p:cNvSpPr>
            <a:spLocks noChangeArrowheads="1"/>
          </p:cNvSpPr>
          <p:nvPr/>
        </p:nvSpPr>
        <p:spPr bwMode="auto">
          <a:xfrm>
            <a:off x="914400" y="1752600"/>
            <a:ext cx="6821488"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zh-CN" altLang="en-US" sz="2400" b="1">
                <a:latin typeface="Times New Roman" panose="02020603050405020304" pitchFamily="18" charset="0"/>
              </a:rPr>
              <a:t>　　依赖表示类之间的使用关系。</a:t>
            </a:r>
            <a:br>
              <a:rPr kumimoji="1" lang="zh-CN" altLang="en-US" sz="2400" b="1">
                <a:latin typeface="Times New Roman" panose="02020603050405020304" pitchFamily="18" charset="0"/>
              </a:rPr>
            </a:br>
            <a:r>
              <a:rPr kumimoji="1" lang="zh-CN" altLang="en-US" sz="2400" b="1">
                <a:latin typeface="Times New Roman" panose="02020603050405020304" pitchFamily="18" charset="0"/>
              </a:rPr>
              <a:t>　　泛化</a:t>
            </a:r>
            <a:r>
              <a:rPr kumimoji="1" lang="en-US" altLang="zh-CN" sz="2400" b="1">
                <a:latin typeface="Times New Roman" panose="02020603050405020304" pitchFamily="18" charset="0"/>
              </a:rPr>
              <a:t>(</a:t>
            </a:r>
            <a:r>
              <a:rPr kumimoji="1" lang="zh-CN" altLang="en-US" sz="2400" b="1">
                <a:latin typeface="Times New Roman" panose="02020603050405020304" pitchFamily="18" charset="0"/>
              </a:rPr>
              <a:t>概括</a:t>
            </a:r>
            <a:r>
              <a:rPr kumimoji="1" lang="en-US" altLang="zh-CN" sz="2400" b="1">
                <a:latin typeface="Times New Roman" panose="02020603050405020304" pitchFamily="18" charset="0"/>
              </a:rPr>
              <a:t>)</a:t>
            </a:r>
            <a:r>
              <a:rPr kumimoji="1" lang="zh-CN" altLang="en-US" sz="2400" b="1">
                <a:latin typeface="Times New Roman" panose="02020603050405020304" pitchFamily="18" charset="0"/>
              </a:rPr>
              <a:t>表示一般类和特殊类之间的关系。</a:t>
            </a:r>
            <a:br>
              <a:rPr kumimoji="1" lang="zh-CN" altLang="en-US" sz="2400" b="1">
                <a:latin typeface="Times New Roman" panose="02020603050405020304" pitchFamily="18" charset="0"/>
              </a:rPr>
            </a:br>
            <a:r>
              <a:rPr kumimoji="1" lang="zh-CN" altLang="en-US" sz="2400" b="1">
                <a:latin typeface="Times New Roman" panose="02020603050405020304" pitchFamily="18" charset="0"/>
              </a:rPr>
              <a:t>　　关联和聚集都表示实例之间的结构关系。</a:t>
            </a:r>
          </a:p>
        </p:txBody>
      </p:sp>
      <p:sp>
        <p:nvSpPr>
          <p:cNvPr id="27661" name="Line 52"/>
          <p:cNvSpPr>
            <a:spLocks noChangeShapeType="1"/>
          </p:cNvSpPr>
          <p:nvPr/>
        </p:nvSpPr>
        <p:spPr bwMode="auto">
          <a:xfrm>
            <a:off x="5867400" y="1981200"/>
            <a:ext cx="12954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Tree>
  </p:cSld>
  <p:clrMapOvr>
    <a:masterClrMapping/>
  </p:clrMapOvr>
  <p:transition advClick="0">
    <p:wheel spokes="8"/>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94596"/>
                                        </p:tgtEl>
                                        <p:attrNameLst>
                                          <p:attrName>style.visibility</p:attrName>
                                        </p:attrNameLst>
                                      </p:cBhvr>
                                      <p:to>
                                        <p:strVal val="visible"/>
                                      </p:to>
                                    </p:set>
                                    <p:animEffect transition="in" filter="wipe(up)">
                                      <p:cBhvr>
                                        <p:cTn id="7" dur="500"/>
                                        <p:tgtEl>
                                          <p:spTgt spid="49459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499"/>
                                          </p:stCondLst>
                                        </p:cTn>
                                        <p:tgtEl>
                                          <p:spTgt spid="494597"/>
                                        </p:tgtEl>
                                        <p:attrNameLst>
                                          <p:attrName>style.visibility</p:attrName>
                                        </p:attrNameLst>
                                      </p:cBhvr>
                                      <p:to>
                                        <p:strVal val="visible"/>
                                      </p:to>
                                    </p:set>
                                  </p:childTnLst>
                                </p:cTn>
                              </p:par>
                            </p:childTnLst>
                          </p:cTn>
                        </p:par>
                        <p:par>
                          <p:cTn id="12" fill="hold" nodeType="afterGroup">
                            <p:stCondLst>
                              <p:cond delay="500"/>
                            </p:stCondLst>
                            <p:childTnLst>
                              <p:par>
                                <p:cTn id="13" presetID="1" presetClass="entr" presetSubtype="0" fill="hold" grpId="0" nodeType="afterEffect">
                                  <p:stCondLst>
                                    <p:cond delay="0"/>
                                  </p:stCondLst>
                                  <p:childTnLst>
                                    <p:set>
                                      <p:cBhvr>
                                        <p:cTn id="14" dur="1" fill="hold">
                                          <p:stCondLst>
                                            <p:cond delay="499"/>
                                          </p:stCondLst>
                                        </p:cTn>
                                        <p:tgtEl>
                                          <p:spTgt spid="4946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4596" grpId="0" autoUpdateAnimBg="0"/>
      <p:bldP spid="494610"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日期占位符 1"/>
          <p:cNvSpPr>
            <a:spLocks noGrp="1"/>
          </p:cNvSpPr>
          <p:nvPr>
            <p:ph type="dt" sz="quarter" idx="10"/>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0EB192B8-46C6-4EE0-9C37-A1DA5BD05E19}" type="datetime8">
              <a:rPr lang="zh-CN" altLang="en-US" sz="1400" smtClean="0"/>
              <a:pPr>
                <a:spcBef>
                  <a:spcPct val="0"/>
                </a:spcBef>
                <a:buClrTx/>
                <a:buFontTx/>
                <a:buNone/>
              </a:pPr>
              <a:t>2020年5月12日3时0分</a:t>
            </a:fld>
            <a:endParaRPr lang="en-US" altLang="zh-CN" sz="1400" smtClean="0"/>
          </a:p>
        </p:txBody>
      </p:sp>
      <p:sp>
        <p:nvSpPr>
          <p:cNvPr id="28675" name="灯片编号占位符 3"/>
          <p:cNvSpPr>
            <a:spLocks noGrp="1"/>
          </p:cNvSpPr>
          <p:nvPr>
            <p:ph type="sldNum" sz="quarter" idx="12"/>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46382497-B263-4AC1-8DEA-01E01FA80180}" type="slidenum">
              <a:rPr lang="en-US" altLang="zh-CN" sz="1400" smtClean="0"/>
              <a:pPr>
                <a:spcBef>
                  <a:spcPct val="0"/>
                </a:spcBef>
                <a:buClrTx/>
                <a:buFontTx/>
                <a:buNone/>
              </a:pPr>
              <a:t>15</a:t>
            </a:fld>
            <a:endParaRPr lang="en-US" altLang="zh-CN" sz="1400" smtClean="0"/>
          </a:p>
        </p:txBody>
      </p:sp>
      <p:sp>
        <p:nvSpPr>
          <p:cNvPr id="28676" name="Text Box 3"/>
          <p:cNvSpPr txBox="1">
            <a:spLocks noChangeArrowheads="1"/>
          </p:cNvSpPr>
          <p:nvPr/>
        </p:nvSpPr>
        <p:spPr bwMode="auto">
          <a:xfrm>
            <a:off x="260350" y="803275"/>
            <a:ext cx="8694738"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kumimoji="1" lang="en-US" altLang="zh-CN" sz="2400" b="1">
                <a:solidFill>
                  <a:srgbClr val="FF3399"/>
                </a:solidFill>
                <a:latin typeface="Times New Roman" panose="02020603050405020304" pitchFamily="18" charset="0"/>
                <a:ea typeface="楷体_GB2312" pitchFamily="49" charset="-122"/>
              </a:rPr>
              <a:t>     </a:t>
            </a:r>
            <a:r>
              <a:rPr kumimoji="1" lang="zh-CN" altLang="en-US" sz="2800" b="1">
                <a:solidFill>
                  <a:srgbClr val="FF3399"/>
                </a:solidFill>
                <a:latin typeface="Times New Roman" panose="02020603050405020304" pitchFamily="18" charset="0"/>
                <a:ea typeface="楷体_GB2312" pitchFamily="49" charset="-122"/>
              </a:rPr>
              <a:t>聚集是一种特殊的关联，它指出类间的“整体</a:t>
            </a:r>
            <a:r>
              <a:rPr kumimoji="1" lang="en-US" altLang="zh-CN" sz="2800" b="1">
                <a:solidFill>
                  <a:srgbClr val="FF3399"/>
                </a:solidFill>
                <a:latin typeface="Times New Roman" panose="02020603050405020304" pitchFamily="18" charset="0"/>
                <a:ea typeface="楷体_GB2312" pitchFamily="49" charset="-122"/>
              </a:rPr>
              <a:t>-</a:t>
            </a:r>
            <a:r>
              <a:rPr kumimoji="1" lang="zh-CN" altLang="en-US" sz="2800" b="1">
                <a:solidFill>
                  <a:srgbClr val="FF3399"/>
                </a:solidFill>
                <a:latin typeface="Times New Roman" panose="02020603050405020304" pitchFamily="18" charset="0"/>
                <a:ea typeface="楷体_GB2312" pitchFamily="49" charset="-122"/>
              </a:rPr>
              <a:t>部分”关系</a:t>
            </a:r>
            <a:r>
              <a:rPr kumimoji="1" lang="zh-CN" altLang="en-US" sz="2800" b="1">
                <a:latin typeface="Times New Roman" panose="02020603050405020304" pitchFamily="18" charset="0"/>
                <a:ea typeface="楷体_GB2312" pitchFamily="49" charset="-122"/>
              </a:rPr>
              <a:t>。关联</a:t>
            </a:r>
            <a:r>
              <a:rPr kumimoji="1" lang="zh-CN" altLang="en-US" sz="2400" b="1">
                <a:latin typeface="Times New Roman" panose="02020603050405020304" pitchFamily="18" charset="0"/>
                <a:ea typeface="楷体_GB2312" pitchFamily="49" charset="-122"/>
              </a:rPr>
              <a:t>又分为：</a:t>
            </a:r>
          </a:p>
        </p:txBody>
      </p:sp>
      <p:sp>
        <p:nvSpPr>
          <p:cNvPr id="496644" name="Text Box 4"/>
          <p:cNvSpPr txBox="1">
            <a:spLocks noChangeArrowheads="1"/>
          </p:cNvSpPr>
          <p:nvPr/>
        </p:nvSpPr>
        <p:spPr bwMode="auto">
          <a:xfrm>
            <a:off x="304800" y="1584325"/>
            <a:ext cx="8664575" cy="1223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20000"/>
              </a:spcBef>
              <a:defRPr/>
            </a:pPr>
            <a:r>
              <a:rPr kumimoji="1" lang="en-US" altLang="zh-CN" sz="2400" b="1">
                <a:effectLst>
                  <a:outerShdw blurRad="38100" dist="38100" dir="2700000" algn="tl">
                    <a:srgbClr val="C0C0C0"/>
                  </a:outerShdw>
                </a:effectLst>
                <a:latin typeface="Times New Roman" pitchFamily="18" charset="0"/>
                <a:ea typeface="楷体_GB2312" pitchFamily="49" charset="-122"/>
              </a:rPr>
              <a:t>1</a:t>
            </a:r>
            <a:r>
              <a:rPr kumimoji="1" lang="zh-CN" altLang="en-US" sz="2400" b="1">
                <a:effectLst>
                  <a:outerShdw blurRad="38100" dist="38100" dir="2700000" algn="tl">
                    <a:srgbClr val="C0C0C0"/>
                  </a:outerShdw>
                </a:effectLst>
                <a:latin typeface="Times New Roman" pitchFamily="18" charset="0"/>
                <a:ea typeface="楷体_GB2312" pitchFamily="49" charset="-122"/>
              </a:rPr>
              <a:t>、聚集</a:t>
            </a:r>
            <a:r>
              <a:rPr kumimoji="1" lang="en-US" altLang="zh-CN" sz="2400" b="1">
                <a:effectLst>
                  <a:outerShdw blurRad="38100" dist="38100" dir="2700000" algn="tl">
                    <a:srgbClr val="C0C0C0"/>
                  </a:outerShdw>
                </a:effectLst>
                <a:latin typeface="Times New Roman" pitchFamily="18" charset="0"/>
                <a:ea typeface="楷体_GB2312" pitchFamily="49" charset="-122"/>
              </a:rPr>
              <a:t>(aggregation)</a:t>
            </a:r>
          </a:p>
          <a:p>
            <a:pPr eaLnBrk="1" hangingPunct="1">
              <a:spcBef>
                <a:spcPct val="10000"/>
              </a:spcBef>
              <a:defRPr/>
            </a:pPr>
            <a:r>
              <a:rPr kumimoji="1" lang="zh-CN" altLang="en-US" sz="2400" b="1">
                <a:latin typeface="Times New Roman" pitchFamily="18" charset="0"/>
                <a:ea typeface="楷体_GB2312" pitchFamily="49" charset="-122"/>
              </a:rPr>
              <a:t>聚集：整体类由部分类组成的关联，其中部分类可以独立于整体类而存在。</a:t>
            </a:r>
          </a:p>
        </p:txBody>
      </p:sp>
      <p:grpSp>
        <p:nvGrpSpPr>
          <p:cNvPr id="496645" name="Group 5"/>
          <p:cNvGrpSpPr>
            <a:grpSpLocks/>
          </p:cNvGrpSpPr>
          <p:nvPr/>
        </p:nvGrpSpPr>
        <p:grpSpPr bwMode="auto">
          <a:xfrm>
            <a:off x="1685925" y="2900363"/>
            <a:ext cx="2228850" cy="385762"/>
            <a:chOff x="600" y="1548"/>
            <a:chExt cx="1404" cy="288"/>
          </a:xfrm>
        </p:grpSpPr>
        <p:sp>
          <p:nvSpPr>
            <p:cNvPr id="28714" name="Rectangle 6"/>
            <p:cNvSpPr>
              <a:spLocks noChangeArrowheads="1"/>
            </p:cNvSpPr>
            <p:nvPr/>
          </p:nvSpPr>
          <p:spPr bwMode="auto">
            <a:xfrm>
              <a:off x="600" y="1548"/>
              <a:ext cx="504" cy="276"/>
            </a:xfrm>
            <a:prstGeom prst="rect">
              <a:avLst/>
            </a:prstGeom>
            <a:solidFill>
              <a:schemeClr val="tx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800" b="1">
                  <a:solidFill>
                    <a:schemeClr val="bg2"/>
                  </a:solidFill>
                  <a:latin typeface="Times New Roman" panose="02020603050405020304" pitchFamily="18" charset="0"/>
                </a:rPr>
                <a:t>整体类</a:t>
              </a:r>
            </a:p>
          </p:txBody>
        </p:sp>
        <p:sp>
          <p:nvSpPr>
            <p:cNvPr id="28715" name="Rectangle 7"/>
            <p:cNvSpPr>
              <a:spLocks noChangeArrowheads="1"/>
            </p:cNvSpPr>
            <p:nvPr/>
          </p:nvSpPr>
          <p:spPr bwMode="auto">
            <a:xfrm>
              <a:off x="1488" y="1560"/>
              <a:ext cx="516" cy="276"/>
            </a:xfrm>
            <a:prstGeom prst="rect">
              <a:avLst/>
            </a:prstGeom>
            <a:solidFill>
              <a:schemeClr val="tx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800" b="1">
                  <a:solidFill>
                    <a:schemeClr val="bg2"/>
                  </a:solidFill>
                  <a:latin typeface="Times New Roman" panose="02020603050405020304" pitchFamily="18" charset="0"/>
                </a:rPr>
                <a:t>部分类</a:t>
              </a:r>
            </a:p>
          </p:txBody>
        </p:sp>
        <p:sp>
          <p:nvSpPr>
            <p:cNvPr id="28716" name="AutoShape 8"/>
            <p:cNvSpPr>
              <a:spLocks noChangeArrowheads="1"/>
            </p:cNvSpPr>
            <p:nvPr/>
          </p:nvSpPr>
          <p:spPr bwMode="auto">
            <a:xfrm>
              <a:off x="1116" y="1644"/>
              <a:ext cx="108" cy="96"/>
            </a:xfrm>
            <a:prstGeom prst="diamond">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28717" name="Line 9"/>
            <p:cNvSpPr>
              <a:spLocks noChangeShapeType="1"/>
            </p:cNvSpPr>
            <p:nvPr/>
          </p:nvSpPr>
          <p:spPr bwMode="auto">
            <a:xfrm>
              <a:off x="1236" y="1692"/>
              <a:ext cx="25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96650" name="Text Box 10"/>
          <p:cNvSpPr txBox="1">
            <a:spLocks noChangeArrowheads="1"/>
          </p:cNvSpPr>
          <p:nvPr/>
        </p:nvSpPr>
        <p:spPr bwMode="auto">
          <a:xfrm>
            <a:off x="228600" y="3581400"/>
            <a:ext cx="8650288" cy="1206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20000"/>
              </a:spcBef>
              <a:defRPr/>
            </a:pPr>
            <a:r>
              <a:rPr kumimoji="1" lang="zh-CN" altLang="en-US" sz="2400" b="1">
                <a:effectLst>
                  <a:outerShdw blurRad="38100" dist="38100" dir="2700000" algn="tl">
                    <a:srgbClr val="C0C0C0"/>
                  </a:outerShdw>
                </a:effectLst>
                <a:latin typeface="Times New Roman" pitchFamily="18" charset="0"/>
                <a:ea typeface="楷体_GB2312" pitchFamily="49" charset="-122"/>
              </a:rPr>
              <a:t>２、组合 或组装</a:t>
            </a:r>
            <a:r>
              <a:rPr kumimoji="1" lang="en-US" altLang="zh-CN" sz="2400" b="1">
                <a:effectLst>
                  <a:outerShdw blurRad="38100" dist="38100" dir="2700000" algn="tl">
                    <a:srgbClr val="C0C0C0"/>
                  </a:outerShdw>
                </a:effectLst>
                <a:latin typeface="Times New Roman" pitchFamily="18" charset="0"/>
                <a:ea typeface="楷体_GB2312" pitchFamily="49" charset="-122"/>
              </a:rPr>
              <a:t>(composition)</a:t>
            </a:r>
          </a:p>
          <a:p>
            <a:pPr eaLnBrk="1" hangingPunct="1">
              <a:spcBef>
                <a:spcPct val="5000"/>
              </a:spcBef>
              <a:defRPr/>
            </a:pPr>
            <a:r>
              <a:rPr kumimoji="1" lang="zh-CN" altLang="en-US" sz="2400" b="1">
                <a:latin typeface="Times New Roman" pitchFamily="18" charset="0"/>
                <a:ea typeface="楷体_GB2312" pitchFamily="49" charset="-122"/>
              </a:rPr>
              <a:t>组装：整体类由部分类组成的关联，其中部分类不可以独立于整体类而存在。整体与部分同时存在。</a:t>
            </a:r>
          </a:p>
        </p:txBody>
      </p:sp>
      <p:grpSp>
        <p:nvGrpSpPr>
          <p:cNvPr id="496651" name="Group 11"/>
          <p:cNvGrpSpPr>
            <a:grpSpLocks/>
          </p:cNvGrpSpPr>
          <p:nvPr/>
        </p:nvGrpSpPr>
        <p:grpSpPr bwMode="auto">
          <a:xfrm>
            <a:off x="925513" y="5129213"/>
            <a:ext cx="2228850" cy="457200"/>
            <a:chOff x="1080" y="2556"/>
            <a:chExt cx="1404" cy="288"/>
          </a:xfrm>
        </p:grpSpPr>
        <p:sp>
          <p:nvSpPr>
            <p:cNvPr id="28710" name="Rectangle 12"/>
            <p:cNvSpPr>
              <a:spLocks noChangeArrowheads="1"/>
            </p:cNvSpPr>
            <p:nvPr/>
          </p:nvSpPr>
          <p:spPr bwMode="auto">
            <a:xfrm>
              <a:off x="1080" y="2556"/>
              <a:ext cx="504" cy="276"/>
            </a:xfrm>
            <a:prstGeom prst="rect">
              <a:avLst/>
            </a:prstGeom>
            <a:solidFill>
              <a:schemeClr val="tx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800" b="1">
                  <a:solidFill>
                    <a:schemeClr val="bg2"/>
                  </a:solidFill>
                  <a:latin typeface="Times New Roman" panose="02020603050405020304" pitchFamily="18" charset="0"/>
                </a:rPr>
                <a:t>整体类</a:t>
              </a:r>
            </a:p>
          </p:txBody>
        </p:sp>
        <p:sp>
          <p:nvSpPr>
            <p:cNvPr id="28711" name="Rectangle 13"/>
            <p:cNvSpPr>
              <a:spLocks noChangeArrowheads="1"/>
            </p:cNvSpPr>
            <p:nvPr/>
          </p:nvSpPr>
          <p:spPr bwMode="auto">
            <a:xfrm>
              <a:off x="1968" y="2568"/>
              <a:ext cx="516" cy="276"/>
            </a:xfrm>
            <a:prstGeom prst="rect">
              <a:avLst/>
            </a:prstGeom>
            <a:solidFill>
              <a:schemeClr val="tx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800" b="1">
                  <a:solidFill>
                    <a:schemeClr val="bg2"/>
                  </a:solidFill>
                  <a:latin typeface="Times New Roman" panose="02020603050405020304" pitchFamily="18" charset="0"/>
                </a:rPr>
                <a:t>部分类</a:t>
              </a:r>
            </a:p>
          </p:txBody>
        </p:sp>
        <p:sp>
          <p:nvSpPr>
            <p:cNvPr id="28712" name="AutoShape 14"/>
            <p:cNvSpPr>
              <a:spLocks noChangeArrowheads="1"/>
            </p:cNvSpPr>
            <p:nvPr/>
          </p:nvSpPr>
          <p:spPr bwMode="auto">
            <a:xfrm>
              <a:off x="1596" y="2652"/>
              <a:ext cx="108" cy="96"/>
            </a:xfrm>
            <a:prstGeom prst="diamond">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28713" name="Line 15"/>
            <p:cNvSpPr>
              <a:spLocks noChangeShapeType="1"/>
            </p:cNvSpPr>
            <p:nvPr/>
          </p:nvSpPr>
          <p:spPr bwMode="auto">
            <a:xfrm>
              <a:off x="1716" y="2700"/>
              <a:ext cx="25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96656" name="Group 16"/>
          <p:cNvGrpSpPr>
            <a:grpSpLocks/>
          </p:cNvGrpSpPr>
          <p:nvPr/>
        </p:nvGrpSpPr>
        <p:grpSpPr bwMode="auto">
          <a:xfrm>
            <a:off x="3541713" y="4711700"/>
            <a:ext cx="2247900" cy="1427163"/>
            <a:chOff x="3180" y="2352"/>
            <a:chExt cx="1416" cy="972"/>
          </a:xfrm>
        </p:grpSpPr>
        <p:sp>
          <p:nvSpPr>
            <p:cNvPr id="28701" name="Rectangle 17"/>
            <p:cNvSpPr>
              <a:spLocks noChangeArrowheads="1"/>
            </p:cNvSpPr>
            <p:nvPr/>
          </p:nvSpPr>
          <p:spPr bwMode="auto">
            <a:xfrm>
              <a:off x="3180" y="2688"/>
              <a:ext cx="504" cy="276"/>
            </a:xfrm>
            <a:prstGeom prst="rect">
              <a:avLst/>
            </a:prstGeom>
            <a:solidFill>
              <a:schemeClr val="tx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800" b="1">
                  <a:solidFill>
                    <a:schemeClr val="bg2"/>
                  </a:solidFill>
                  <a:latin typeface="Times New Roman" panose="02020603050405020304" pitchFamily="18" charset="0"/>
                </a:rPr>
                <a:t>窗口</a:t>
              </a:r>
            </a:p>
          </p:txBody>
        </p:sp>
        <p:sp>
          <p:nvSpPr>
            <p:cNvPr id="28702" name="Rectangle 18"/>
            <p:cNvSpPr>
              <a:spLocks noChangeArrowheads="1"/>
            </p:cNvSpPr>
            <p:nvPr/>
          </p:nvSpPr>
          <p:spPr bwMode="auto">
            <a:xfrm>
              <a:off x="4068" y="2700"/>
              <a:ext cx="516" cy="276"/>
            </a:xfrm>
            <a:prstGeom prst="rect">
              <a:avLst/>
            </a:prstGeom>
            <a:solidFill>
              <a:schemeClr val="tx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800" b="1">
                  <a:solidFill>
                    <a:schemeClr val="bg2"/>
                  </a:solidFill>
                  <a:latin typeface="Times New Roman" panose="02020603050405020304" pitchFamily="18" charset="0"/>
                </a:rPr>
                <a:t>工具框</a:t>
              </a:r>
            </a:p>
          </p:txBody>
        </p:sp>
        <p:sp>
          <p:nvSpPr>
            <p:cNvPr id="28703" name="AutoShape 19"/>
            <p:cNvSpPr>
              <a:spLocks noChangeArrowheads="1"/>
            </p:cNvSpPr>
            <p:nvPr/>
          </p:nvSpPr>
          <p:spPr bwMode="auto">
            <a:xfrm>
              <a:off x="3696" y="2784"/>
              <a:ext cx="108" cy="96"/>
            </a:xfrm>
            <a:prstGeom prst="diamond">
              <a:avLst/>
            </a:prstGeom>
            <a:solidFill>
              <a:schemeClr val="accent1"/>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28704" name="Line 20"/>
            <p:cNvSpPr>
              <a:spLocks noChangeShapeType="1"/>
            </p:cNvSpPr>
            <p:nvPr/>
          </p:nvSpPr>
          <p:spPr bwMode="auto">
            <a:xfrm>
              <a:off x="3816" y="2832"/>
              <a:ext cx="25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705" name="Rectangle 21"/>
            <p:cNvSpPr>
              <a:spLocks noChangeArrowheads="1"/>
            </p:cNvSpPr>
            <p:nvPr/>
          </p:nvSpPr>
          <p:spPr bwMode="auto">
            <a:xfrm>
              <a:off x="4080" y="3048"/>
              <a:ext cx="516" cy="276"/>
            </a:xfrm>
            <a:prstGeom prst="rect">
              <a:avLst/>
            </a:prstGeom>
            <a:solidFill>
              <a:schemeClr val="tx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800" b="1">
                  <a:solidFill>
                    <a:schemeClr val="bg2"/>
                  </a:solidFill>
                  <a:latin typeface="Times New Roman" panose="02020603050405020304" pitchFamily="18" charset="0"/>
                </a:rPr>
                <a:t>显示区</a:t>
              </a:r>
            </a:p>
          </p:txBody>
        </p:sp>
        <p:sp>
          <p:nvSpPr>
            <p:cNvPr id="28706" name="Rectangle 22"/>
            <p:cNvSpPr>
              <a:spLocks noChangeArrowheads="1"/>
            </p:cNvSpPr>
            <p:nvPr/>
          </p:nvSpPr>
          <p:spPr bwMode="auto">
            <a:xfrm>
              <a:off x="4068" y="2352"/>
              <a:ext cx="516" cy="276"/>
            </a:xfrm>
            <a:prstGeom prst="rect">
              <a:avLst/>
            </a:prstGeom>
            <a:solidFill>
              <a:schemeClr val="tx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800" b="1">
                  <a:solidFill>
                    <a:schemeClr val="bg2"/>
                  </a:solidFill>
                  <a:latin typeface="Times New Roman" panose="02020603050405020304" pitchFamily="18" charset="0"/>
                </a:rPr>
                <a:t>标题</a:t>
              </a:r>
            </a:p>
          </p:txBody>
        </p:sp>
        <p:sp>
          <p:nvSpPr>
            <p:cNvPr id="28707" name="Line 23"/>
            <p:cNvSpPr>
              <a:spLocks noChangeShapeType="1"/>
            </p:cNvSpPr>
            <p:nvPr/>
          </p:nvSpPr>
          <p:spPr bwMode="auto">
            <a:xfrm>
              <a:off x="3936" y="2496"/>
              <a:ext cx="0" cy="70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708" name="Line 24"/>
            <p:cNvSpPr>
              <a:spLocks noChangeShapeType="1"/>
            </p:cNvSpPr>
            <p:nvPr/>
          </p:nvSpPr>
          <p:spPr bwMode="auto">
            <a:xfrm>
              <a:off x="3936" y="2496"/>
              <a:ext cx="12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709" name="Line 25"/>
            <p:cNvSpPr>
              <a:spLocks noChangeShapeType="1"/>
            </p:cNvSpPr>
            <p:nvPr/>
          </p:nvSpPr>
          <p:spPr bwMode="auto">
            <a:xfrm>
              <a:off x="3936" y="3192"/>
              <a:ext cx="13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96666" name="Text Box 26"/>
          <p:cNvSpPr txBox="1">
            <a:spLocks noChangeArrowheads="1"/>
          </p:cNvSpPr>
          <p:nvPr/>
        </p:nvSpPr>
        <p:spPr bwMode="auto">
          <a:xfrm>
            <a:off x="3451225" y="3406775"/>
            <a:ext cx="2492375" cy="312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fontAlgn="ctr" hangingPunct="1">
              <a:lnSpc>
                <a:spcPct val="90000"/>
              </a:lnSpc>
              <a:spcBef>
                <a:spcPct val="20000"/>
              </a:spcBef>
              <a:defRPr/>
            </a:pPr>
            <a:r>
              <a:rPr kumimoji="1" lang="zh-CN" altLang="en-US" sz="1600">
                <a:effectLst>
                  <a:outerShdw blurRad="38100" dist="38100" dir="2700000" algn="tl">
                    <a:srgbClr val="C0C0C0"/>
                  </a:outerShdw>
                </a:effectLst>
                <a:latin typeface="宋体" pitchFamily="2" charset="-122"/>
              </a:rPr>
              <a:t>聚集</a:t>
            </a:r>
          </a:p>
        </p:txBody>
      </p:sp>
      <p:grpSp>
        <p:nvGrpSpPr>
          <p:cNvPr id="496667" name="Group 27"/>
          <p:cNvGrpSpPr>
            <a:grpSpLocks/>
          </p:cNvGrpSpPr>
          <p:nvPr/>
        </p:nvGrpSpPr>
        <p:grpSpPr bwMode="auto">
          <a:xfrm>
            <a:off x="6261100" y="4657725"/>
            <a:ext cx="1857375" cy="1509713"/>
            <a:chOff x="3926" y="2880"/>
            <a:chExt cx="1170" cy="951"/>
          </a:xfrm>
        </p:grpSpPr>
        <p:sp>
          <p:nvSpPr>
            <p:cNvPr id="28695" name="Rectangle 28"/>
            <p:cNvSpPr>
              <a:spLocks noChangeArrowheads="1"/>
            </p:cNvSpPr>
            <p:nvPr/>
          </p:nvSpPr>
          <p:spPr bwMode="auto">
            <a:xfrm>
              <a:off x="3926" y="2889"/>
              <a:ext cx="1162" cy="942"/>
            </a:xfrm>
            <a:prstGeom prst="rect">
              <a:avLst/>
            </a:prstGeom>
            <a:solidFill>
              <a:schemeClr val="tx2"/>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28696" name="Line 29"/>
            <p:cNvSpPr>
              <a:spLocks noChangeShapeType="1"/>
            </p:cNvSpPr>
            <p:nvPr/>
          </p:nvSpPr>
          <p:spPr bwMode="auto">
            <a:xfrm>
              <a:off x="3926" y="3088"/>
              <a:ext cx="1170" cy="0"/>
            </a:xfrm>
            <a:prstGeom prst="line">
              <a:avLst/>
            </a:prstGeom>
            <a:noFill/>
            <a:ln w="1905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8697" name="Text Box 30"/>
            <p:cNvSpPr txBox="1">
              <a:spLocks noChangeArrowheads="1"/>
            </p:cNvSpPr>
            <p:nvPr/>
          </p:nvSpPr>
          <p:spPr bwMode="auto">
            <a:xfrm>
              <a:off x="4137" y="2880"/>
              <a:ext cx="771"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FontTx/>
                <a:buNone/>
              </a:pPr>
              <a:r>
                <a:rPr kumimoji="1" lang="zh-CN" altLang="en-US" sz="1600" b="1">
                  <a:solidFill>
                    <a:schemeClr val="bg2"/>
                  </a:solidFill>
                  <a:latin typeface="Times New Roman" panose="02020603050405020304" pitchFamily="18" charset="0"/>
                </a:rPr>
                <a:t>窗口</a:t>
              </a:r>
            </a:p>
          </p:txBody>
        </p:sp>
        <p:sp>
          <p:nvSpPr>
            <p:cNvPr id="28698" name="Rectangle 31"/>
            <p:cNvSpPr>
              <a:spLocks noChangeArrowheads="1"/>
            </p:cNvSpPr>
            <p:nvPr/>
          </p:nvSpPr>
          <p:spPr bwMode="auto">
            <a:xfrm>
              <a:off x="4118" y="3148"/>
              <a:ext cx="786" cy="147"/>
            </a:xfrm>
            <a:prstGeom prst="rect">
              <a:avLst/>
            </a:prstGeom>
            <a:solidFill>
              <a:schemeClr val="tx2"/>
            </a:solidFill>
            <a:ln w="1905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800" b="1">
                  <a:solidFill>
                    <a:schemeClr val="bg2"/>
                  </a:solidFill>
                  <a:latin typeface="Times New Roman" panose="02020603050405020304" pitchFamily="18" charset="0"/>
                </a:rPr>
                <a:t>标题</a:t>
              </a:r>
            </a:p>
          </p:txBody>
        </p:sp>
        <p:sp>
          <p:nvSpPr>
            <p:cNvPr id="28699" name="Rectangle 32"/>
            <p:cNvSpPr>
              <a:spLocks noChangeArrowheads="1"/>
            </p:cNvSpPr>
            <p:nvPr/>
          </p:nvSpPr>
          <p:spPr bwMode="auto">
            <a:xfrm>
              <a:off x="4118" y="3359"/>
              <a:ext cx="786" cy="148"/>
            </a:xfrm>
            <a:prstGeom prst="rect">
              <a:avLst/>
            </a:prstGeom>
            <a:solidFill>
              <a:schemeClr val="tx2"/>
            </a:solidFill>
            <a:ln w="1905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800" b="1">
                  <a:solidFill>
                    <a:schemeClr val="bg2"/>
                  </a:solidFill>
                  <a:latin typeface="Times New Roman" panose="02020603050405020304" pitchFamily="18" charset="0"/>
                </a:rPr>
                <a:t>工具框</a:t>
              </a:r>
            </a:p>
          </p:txBody>
        </p:sp>
        <p:sp>
          <p:nvSpPr>
            <p:cNvPr id="28700" name="Rectangle 33"/>
            <p:cNvSpPr>
              <a:spLocks noChangeArrowheads="1"/>
            </p:cNvSpPr>
            <p:nvPr/>
          </p:nvSpPr>
          <p:spPr bwMode="auto">
            <a:xfrm>
              <a:off x="4118" y="3605"/>
              <a:ext cx="786" cy="148"/>
            </a:xfrm>
            <a:prstGeom prst="rect">
              <a:avLst/>
            </a:prstGeom>
            <a:solidFill>
              <a:schemeClr val="tx2"/>
            </a:solidFill>
            <a:ln w="1905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800" b="1">
                  <a:solidFill>
                    <a:schemeClr val="bg2"/>
                  </a:solidFill>
                  <a:latin typeface="Times New Roman" panose="02020603050405020304" pitchFamily="18" charset="0"/>
                </a:rPr>
                <a:t>显示区</a:t>
              </a:r>
            </a:p>
          </p:txBody>
        </p:sp>
      </p:grpSp>
      <p:sp>
        <p:nvSpPr>
          <p:cNvPr id="496674" name="Text Box 34"/>
          <p:cNvSpPr txBox="1">
            <a:spLocks noChangeArrowheads="1"/>
          </p:cNvSpPr>
          <p:nvPr/>
        </p:nvSpPr>
        <p:spPr bwMode="auto">
          <a:xfrm>
            <a:off x="3200400" y="6248400"/>
            <a:ext cx="2492375" cy="312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fontAlgn="ctr" hangingPunct="1">
              <a:lnSpc>
                <a:spcPct val="90000"/>
              </a:lnSpc>
              <a:spcBef>
                <a:spcPct val="20000"/>
              </a:spcBef>
              <a:defRPr/>
            </a:pPr>
            <a:r>
              <a:rPr kumimoji="1" lang="zh-CN" altLang="en-US" sz="1600">
                <a:effectLst>
                  <a:outerShdw blurRad="38100" dist="38100" dir="2700000" algn="tl">
                    <a:srgbClr val="C0C0C0"/>
                  </a:outerShdw>
                </a:effectLst>
                <a:latin typeface="宋体" pitchFamily="2" charset="-122"/>
              </a:rPr>
              <a:t>组合关系</a:t>
            </a:r>
          </a:p>
        </p:txBody>
      </p:sp>
      <p:grpSp>
        <p:nvGrpSpPr>
          <p:cNvPr id="496676" name="Group 36"/>
          <p:cNvGrpSpPr>
            <a:grpSpLocks/>
          </p:cNvGrpSpPr>
          <p:nvPr/>
        </p:nvGrpSpPr>
        <p:grpSpPr bwMode="auto">
          <a:xfrm>
            <a:off x="5187950" y="2754313"/>
            <a:ext cx="2330450" cy="525462"/>
            <a:chOff x="3268" y="1735"/>
            <a:chExt cx="1468" cy="331"/>
          </a:xfrm>
        </p:grpSpPr>
        <p:sp>
          <p:nvSpPr>
            <p:cNvPr id="28689" name="Rectangle 37"/>
            <p:cNvSpPr>
              <a:spLocks noChangeArrowheads="1"/>
            </p:cNvSpPr>
            <p:nvPr/>
          </p:nvSpPr>
          <p:spPr bwMode="auto">
            <a:xfrm>
              <a:off x="3268" y="1835"/>
              <a:ext cx="480" cy="221"/>
            </a:xfrm>
            <a:prstGeom prst="rect">
              <a:avLst/>
            </a:prstGeom>
            <a:solidFill>
              <a:schemeClr val="tx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800" b="1">
                  <a:solidFill>
                    <a:schemeClr val="bg2"/>
                  </a:solidFill>
                  <a:latin typeface="Times New Roman" panose="02020603050405020304" pitchFamily="18" charset="0"/>
                </a:rPr>
                <a:t>项目</a:t>
              </a:r>
            </a:p>
          </p:txBody>
        </p:sp>
        <p:sp>
          <p:nvSpPr>
            <p:cNvPr id="28690" name="Rectangle 38"/>
            <p:cNvSpPr>
              <a:spLocks noChangeArrowheads="1"/>
            </p:cNvSpPr>
            <p:nvPr/>
          </p:nvSpPr>
          <p:spPr bwMode="auto">
            <a:xfrm>
              <a:off x="4244" y="1845"/>
              <a:ext cx="492" cy="221"/>
            </a:xfrm>
            <a:prstGeom prst="rect">
              <a:avLst/>
            </a:prstGeom>
            <a:solidFill>
              <a:schemeClr val="tx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800" b="1">
                  <a:solidFill>
                    <a:schemeClr val="bg2"/>
                  </a:solidFill>
                  <a:latin typeface="Times New Roman" panose="02020603050405020304" pitchFamily="18" charset="0"/>
                </a:rPr>
                <a:t>人员</a:t>
              </a:r>
            </a:p>
          </p:txBody>
        </p:sp>
        <p:sp>
          <p:nvSpPr>
            <p:cNvPr id="28691" name="AutoShape 39"/>
            <p:cNvSpPr>
              <a:spLocks noChangeArrowheads="1"/>
            </p:cNvSpPr>
            <p:nvPr/>
          </p:nvSpPr>
          <p:spPr bwMode="auto">
            <a:xfrm>
              <a:off x="3760" y="1912"/>
              <a:ext cx="102" cy="77"/>
            </a:xfrm>
            <a:prstGeom prst="diamond">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28692" name="Text Box 40"/>
            <p:cNvSpPr txBox="1">
              <a:spLocks noChangeArrowheads="1"/>
            </p:cNvSpPr>
            <p:nvPr/>
          </p:nvSpPr>
          <p:spPr bwMode="auto">
            <a:xfrm>
              <a:off x="3717" y="1738"/>
              <a:ext cx="219"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kumimoji="1" lang="zh-CN" altLang="en-US" sz="1600" b="1">
                  <a:latin typeface="Times New Roman" panose="02020603050405020304" pitchFamily="18" charset="0"/>
                </a:rPr>
                <a:t>＊</a:t>
              </a:r>
            </a:p>
          </p:txBody>
        </p:sp>
        <p:sp>
          <p:nvSpPr>
            <p:cNvPr id="28693" name="Text Box 41"/>
            <p:cNvSpPr txBox="1">
              <a:spLocks noChangeArrowheads="1"/>
            </p:cNvSpPr>
            <p:nvPr/>
          </p:nvSpPr>
          <p:spPr bwMode="auto">
            <a:xfrm>
              <a:off x="4044" y="1735"/>
              <a:ext cx="219"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kumimoji="1" lang="zh-CN" altLang="en-US" sz="1600" b="1">
                  <a:latin typeface="Times New Roman" panose="02020603050405020304" pitchFamily="18" charset="0"/>
                </a:rPr>
                <a:t>＊</a:t>
              </a:r>
            </a:p>
          </p:txBody>
        </p:sp>
        <p:sp>
          <p:nvSpPr>
            <p:cNvPr id="28694" name="Line 42"/>
            <p:cNvSpPr>
              <a:spLocks noChangeShapeType="1"/>
            </p:cNvSpPr>
            <p:nvPr/>
          </p:nvSpPr>
          <p:spPr bwMode="auto">
            <a:xfrm>
              <a:off x="3872" y="1960"/>
              <a:ext cx="384"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28686" name="Oval 43">
            <a:hlinkClick r:id="" action="ppaction://hlinkshowjump?jump=previousslide"/>
          </p:cNvPr>
          <p:cNvSpPr>
            <a:spLocks noChangeArrowheads="1"/>
          </p:cNvSpPr>
          <p:nvPr/>
        </p:nvSpPr>
        <p:spPr bwMode="auto">
          <a:xfrm>
            <a:off x="6370638" y="6383338"/>
            <a:ext cx="754062" cy="334962"/>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CC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28687" name="Oval 44">
            <a:hlinkClick r:id="" action="ppaction://hlinkshowjump?jump=nextslide"/>
          </p:cNvPr>
          <p:cNvSpPr>
            <a:spLocks noChangeArrowheads="1"/>
          </p:cNvSpPr>
          <p:nvPr/>
        </p:nvSpPr>
        <p:spPr bwMode="auto">
          <a:xfrm>
            <a:off x="7237413" y="6388100"/>
            <a:ext cx="754062" cy="334963"/>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CC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28688" name="Oval 45">
            <a:hlinkClick r:id="" action="ppaction://hlinkshowjump?jump=firstslide"/>
          </p:cNvPr>
          <p:cNvSpPr>
            <a:spLocks noChangeArrowheads="1"/>
          </p:cNvSpPr>
          <p:nvPr/>
        </p:nvSpPr>
        <p:spPr bwMode="auto">
          <a:xfrm>
            <a:off x="8147050" y="6388100"/>
            <a:ext cx="754063" cy="334963"/>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CC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Tree>
  </p:cSld>
  <p:clrMapOvr>
    <a:masterClrMapping/>
  </p:clrMapOvr>
  <p:transition advClick="0">
    <p:wheel spokes="8"/>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2000"/>
                                  </p:stCondLst>
                                  <p:childTnLst>
                                    <p:set>
                                      <p:cBhvr>
                                        <p:cTn id="6" dur="1" fill="hold">
                                          <p:stCondLst>
                                            <p:cond delay="0"/>
                                          </p:stCondLst>
                                        </p:cTn>
                                        <p:tgtEl>
                                          <p:spTgt spid="496644"/>
                                        </p:tgtEl>
                                        <p:attrNameLst>
                                          <p:attrName>style.visibility</p:attrName>
                                        </p:attrNameLst>
                                      </p:cBhvr>
                                      <p:to>
                                        <p:strVal val="visible"/>
                                      </p:to>
                                    </p:set>
                                    <p:animEffect transition="in" filter="wipe(up)">
                                      <p:cBhvr>
                                        <p:cTn id="7" dur="500"/>
                                        <p:tgtEl>
                                          <p:spTgt spid="496644"/>
                                        </p:tgtEl>
                                      </p:cBhvr>
                                    </p:animEffect>
                                  </p:childTnLst>
                                </p:cTn>
                              </p:par>
                            </p:childTnLst>
                          </p:cTn>
                        </p:par>
                        <p:par>
                          <p:cTn id="8" fill="hold" nodeType="afterGroup">
                            <p:stCondLst>
                              <p:cond delay="2500"/>
                            </p:stCondLst>
                            <p:childTnLst>
                              <p:par>
                                <p:cTn id="9" presetID="1" presetClass="entr" presetSubtype="0" fill="hold" nodeType="afterEffect">
                                  <p:stCondLst>
                                    <p:cond delay="4000"/>
                                  </p:stCondLst>
                                  <p:childTnLst>
                                    <p:set>
                                      <p:cBhvr>
                                        <p:cTn id="10" dur="1" fill="hold">
                                          <p:stCondLst>
                                            <p:cond delay="499"/>
                                          </p:stCondLst>
                                        </p:cTn>
                                        <p:tgtEl>
                                          <p:spTgt spid="496645"/>
                                        </p:tgtEl>
                                        <p:attrNameLst>
                                          <p:attrName>style.visibility</p:attrName>
                                        </p:attrNameLst>
                                      </p:cBhvr>
                                      <p:to>
                                        <p:strVal val="visible"/>
                                      </p:to>
                                    </p:set>
                                  </p:childTnLst>
                                </p:cTn>
                              </p:par>
                            </p:childTnLst>
                          </p:cTn>
                        </p:par>
                        <p:par>
                          <p:cTn id="11" fill="hold" nodeType="afterGroup">
                            <p:stCondLst>
                              <p:cond delay="7000"/>
                            </p:stCondLst>
                            <p:childTnLst>
                              <p:par>
                                <p:cTn id="12" presetID="1" presetClass="entr" presetSubtype="0" fill="hold" nodeType="afterEffect">
                                  <p:stCondLst>
                                    <p:cond delay="0"/>
                                  </p:stCondLst>
                                  <p:childTnLst>
                                    <p:set>
                                      <p:cBhvr>
                                        <p:cTn id="13" dur="1" fill="hold">
                                          <p:stCondLst>
                                            <p:cond delay="499"/>
                                          </p:stCondLst>
                                        </p:cTn>
                                        <p:tgtEl>
                                          <p:spTgt spid="496676"/>
                                        </p:tgtEl>
                                        <p:attrNameLst>
                                          <p:attrName>style.visibility</p:attrName>
                                        </p:attrNameLst>
                                      </p:cBhvr>
                                      <p:to>
                                        <p:strVal val="visible"/>
                                      </p:to>
                                    </p:set>
                                  </p:childTnLst>
                                </p:cTn>
                              </p:par>
                            </p:childTnLst>
                          </p:cTn>
                        </p:par>
                        <p:par>
                          <p:cTn id="14" fill="hold" nodeType="afterGroup">
                            <p:stCondLst>
                              <p:cond delay="7500"/>
                            </p:stCondLst>
                            <p:childTnLst>
                              <p:par>
                                <p:cTn id="15" presetID="1" presetClass="entr" presetSubtype="0" fill="hold" grpId="0" nodeType="afterEffect">
                                  <p:stCondLst>
                                    <p:cond delay="0"/>
                                  </p:stCondLst>
                                  <p:childTnLst>
                                    <p:set>
                                      <p:cBhvr>
                                        <p:cTn id="16" dur="1" fill="hold">
                                          <p:stCondLst>
                                            <p:cond delay="499"/>
                                          </p:stCondLst>
                                        </p:cTn>
                                        <p:tgtEl>
                                          <p:spTgt spid="496666"/>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496650"/>
                                        </p:tgtEl>
                                        <p:attrNameLst>
                                          <p:attrName>style.visibility</p:attrName>
                                        </p:attrNameLst>
                                      </p:cBhvr>
                                      <p:to>
                                        <p:strVal val="visible"/>
                                      </p:to>
                                    </p:set>
                                    <p:animEffect transition="in" filter="wipe(up)">
                                      <p:cBhvr>
                                        <p:cTn id="21" dur="500"/>
                                        <p:tgtEl>
                                          <p:spTgt spid="496650"/>
                                        </p:tgtEl>
                                      </p:cBhvr>
                                    </p:animEffect>
                                  </p:childTnLst>
                                </p:cTn>
                              </p:par>
                            </p:childTnLst>
                          </p:cTn>
                        </p:par>
                        <p:par>
                          <p:cTn id="22" fill="hold" nodeType="afterGroup">
                            <p:stCondLst>
                              <p:cond delay="500"/>
                            </p:stCondLst>
                            <p:childTnLst>
                              <p:par>
                                <p:cTn id="23" presetID="1" presetClass="entr" presetSubtype="0" fill="hold" nodeType="afterEffect">
                                  <p:stCondLst>
                                    <p:cond delay="0"/>
                                  </p:stCondLst>
                                  <p:childTnLst>
                                    <p:set>
                                      <p:cBhvr>
                                        <p:cTn id="24" dur="1" fill="hold">
                                          <p:stCondLst>
                                            <p:cond delay="499"/>
                                          </p:stCondLst>
                                        </p:cTn>
                                        <p:tgtEl>
                                          <p:spTgt spid="496651"/>
                                        </p:tgtEl>
                                        <p:attrNameLst>
                                          <p:attrName>style.visibility</p:attrName>
                                        </p:attrNameLst>
                                      </p:cBhvr>
                                      <p:to>
                                        <p:strVal val="visible"/>
                                      </p:to>
                                    </p:set>
                                  </p:childTnLst>
                                </p:cTn>
                              </p:par>
                            </p:childTnLst>
                          </p:cTn>
                        </p:par>
                        <p:par>
                          <p:cTn id="25" fill="hold" nodeType="afterGroup">
                            <p:stCondLst>
                              <p:cond delay="1000"/>
                            </p:stCondLst>
                            <p:childTnLst>
                              <p:par>
                                <p:cTn id="26" presetID="1" presetClass="entr" presetSubtype="0" fill="hold" nodeType="afterEffect">
                                  <p:stCondLst>
                                    <p:cond delay="0"/>
                                  </p:stCondLst>
                                  <p:childTnLst>
                                    <p:set>
                                      <p:cBhvr>
                                        <p:cTn id="27" dur="1" fill="hold">
                                          <p:stCondLst>
                                            <p:cond delay="499"/>
                                          </p:stCondLst>
                                        </p:cTn>
                                        <p:tgtEl>
                                          <p:spTgt spid="496656"/>
                                        </p:tgtEl>
                                        <p:attrNameLst>
                                          <p:attrName>style.visibility</p:attrName>
                                        </p:attrNameLst>
                                      </p:cBhvr>
                                      <p:to>
                                        <p:strVal val="visible"/>
                                      </p:to>
                                    </p:set>
                                  </p:childTnLst>
                                </p:cTn>
                              </p:par>
                            </p:childTnLst>
                          </p:cTn>
                        </p:par>
                        <p:par>
                          <p:cTn id="28" fill="hold" nodeType="afterGroup">
                            <p:stCondLst>
                              <p:cond delay="1500"/>
                            </p:stCondLst>
                            <p:childTnLst>
                              <p:par>
                                <p:cTn id="29" presetID="1" presetClass="entr" presetSubtype="0" fill="hold" grpId="0" nodeType="afterEffect">
                                  <p:stCondLst>
                                    <p:cond delay="0"/>
                                  </p:stCondLst>
                                  <p:childTnLst>
                                    <p:set>
                                      <p:cBhvr>
                                        <p:cTn id="30" dur="1" fill="hold">
                                          <p:stCondLst>
                                            <p:cond delay="499"/>
                                          </p:stCondLst>
                                        </p:cTn>
                                        <p:tgtEl>
                                          <p:spTgt spid="496674"/>
                                        </p:tgtEl>
                                        <p:attrNameLst>
                                          <p:attrName>style.visibility</p:attrName>
                                        </p:attrNameLst>
                                      </p:cBhvr>
                                      <p:to>
                                        <p:strVal val="visible"/>
                                      </p:to>
                                    </p:set>
                                  </p:childTnLst>
                                </p:cTn>
                              </p:par>
                            </p:childTnLst>
                          </p:cTn>
                        </p:par>
                        <p:par>
                          <p:cTn id="31" fill="hold" nodeType="afterGroup">
                            <p:stCondLst>
                              <p:cond delay="2000"/>
                            </p:stCondLst>
                            <p:childTnLst>
                              <p:par>
                                <p:cTn id="32" presetID="1" presetClass="entr" presetSubtype="0" fill="hold" nodeType="afterEffect">
                                  <p:stCondLst>
                                    <p:cond delay="0"/>
                                  </p:stCondLst>
                                  <p:childTnLst>
                                    <p:set>
                                      <p:cBhvr>
                                        <p:cTn id="33" dur="1" fill="hold">
                                          <p:stCondLst>
                                            <p:cond delay="499"/>
                                          </p:stCondLst>
                                        </p:cTn>
                                        <p:tgtEl>
                                          <p:spTgt spid="4966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6644" grpId="0" autoUpdateAnimBg="0"/>
      <p:bldP spid="496650" grpId="0" autoUpdateAnimBg="0"/>
      <p:bldP spid="496666" grpId="0" autoUpdateAnimBg="0"/>
      <p:bldP spid="496674"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日期占位符 1"/>
          <p:cNvSpPr>
            <a:spLocks noGrp="1"/>
          </p:cNvSpPr>
          <p:nvPr>
            <p:ph type="dt" sz="quarter" idx="10"/>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BF1B8ED1-D1C4-4190-BBBB-9A7BDAAA5EBA}" type="datetime8">
              <a:rPr lang="zh-CN" altLang="en-US" sz="1400" smtClean="0"/>
              <a:pPr>
                <a:spcBef>
                  <a:spcPct val="0"/>
                </a:spcBef>
                <a:buClrTx/>
                <a:buFontTx/>
                <a:buNone/>
              </a:pPr>
              <a:t>2020年5月12日3时0分</a:t>
            </a:fld>
            <a:endParaRPr lang="en-US" altLang="zh-CN" sz="1400" smtClean="0"/>
          </a:p>
        </p:txBody>
      </p:sp>
      <p:sp>
        <p:nvSpPr>
          <p:cNvPr id="29699" name="灯片编号占位符 3"/>
          <p:cNvSpPr>
            <a:spLocks noGrp="1"/>
          </p:cNvSpPr>
          <p:nvPr>
            <p:ph type="sldNum" sz="quarter" idx="12"/>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E83BBA42-F54A-44E7-BEFD-290D77CDC1F0}" type="slidenum">
              <a:rPr lang="en-US" altLang="zh-CN" sz="1400" smtClean="0"/>
              <a:pPr>
                <a:spcBef>
                  <a:spcPct val="0"/>
                </a:spcBef>
                <a:buClrTx/>
                <a:buFontTx/>
                <a:buNone/>
              </a:pPr>
              <a:t>16</a:t>
            </a:fld>
            <a:endParaRPr lang="en-US" altLang="zh-CN" sz="1400" smtClean="0"/>
          </a:p>
        </p:txBody>
      </p:sp>
      <p:sp>
        <p:nvSpPr>
          <p:cNvPr id="497666" name="Rectangle 2"/>
          <p:cNvSpPr>
            <a:spLocks noGrp="1" noRot="1" noChangeArrowheads="1"/>
          </p:cNvSpPr>
          <p:nvPr>
            <p:ph type="title" idx="4294967295"/>
          </p:nvPr>
        </p:nvSpPr>
        <p:spPr>
          <a:xfrm>
            <a:off x="307975" y="149225"/>
            <a:ext cx="3171825" cy="635000"/>
          </a:xfrm>
        </p:spPr>
        <p:txBody>
          <a:bodyPr/>
          <a:lstStyle/>
          <a:p>
            <a:pPr algn="l" eaLnBrk="1" hangingPunct="1">
              <a:defRPr/>
            </a:pPr>
            <a:r>
              <a:rPr lang="zh-CN" altLang="en-US" sz="2400" b="1" smtClean="0">
                <a:effectLst>
                  <a:outerShdw blurRad="38100" dist="38100" dir="2700000" algn="tl">
                    <a:srgbClr val="C0C0C0"/>
                  </a:outerShdw>
                </a:effectLst>
                <a:ea typeface="楷体_GB2312" pitchFamily="49" charset="-122"/>
              </a:rPr>
              <a:t>三、泛化</a:t>
            </a:r>
            <a:endParaRPr lang="zh-CN" altLang="en-US" sz="2400" b="1" smtClean="0">
              <a:solidFill>
                <a:schemeClr val="tx1"/>
              </a:solidFill>
              <a:ea typeface="楷体_GB2312" pitchFamily="49" charset="-122"/>
            </a:endParaRPr>
          </a:p>
        </p:txBody>
      </p:sp>
      <p:sp>
        <p:nvSpPr>
          <p:cNvPr id="497667" name="Text Box 3"/>
          <p:cNvSpPr txBox="1">
            <a:spLocks noChangeArrowheads="1"/>
          </p:cNvSpPr>
          <p:nvPr/>
        </p:nvSpPr>
        <p:spPr bwMode="auto">
          <a:xfrm>
            <a:off x="347663" y="698500"/>
            <a:ext cx="857885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defRPr/>
            </a:pPr>
            <a:r>
              <a:rPr kumimoji="1" lang="en-US" altLang="zh-CN" sz="2400" b="1">
                <a:latin typeface="Times New Roman" pitchFamily="18" charset="0"/>
                <a:ea typeface="楷体_GB2312" pitchFamily="49" charset="-122"/>
              </a:rPr>
              <a:t>        </a:t>
            </a:r>
            <a:r>
              <a:rPr kumimoji="1" lang="zh-CN" altLang="en-US" sz="2400" b="1">
                <a:latin typeface="Times New Roman" pitchFamily="18" charset="0"/>
                <a:ea typeface="楷体_GB2312" pitchFamily="49" charset="-122"/>
              </a:rPr>
              <a:t>泛化指出类之间的“一般与特殊关系”，即继承关系。父类与子类之间构成</a:t>
            </a:r>
            <a:r>
              <a:rPr kumimoji="1" lang="zh-CN" altLang="en-US" sz="2400" b="1">
                <a:solidFill>
                  <a:srgbClr val="FFFF00"/>
                </a:solidFill>
                <a:effectLst>
                  <a:outerShdw blurRad="38100" dist="38100" dir="2700000" algn="tl">
                    <a:srgbClr val="C0C0C0"/>
                  </a:outerShdw>
                </a:effectLst>
                <a:latin typeface="Times New Roman" pitchFamily="18" charset="0"/>
                <a:ea typeface="楷体_GB2312" pitchFamily="49" charset="-122"/>
              </a:rPr>
              <a:t>类的分层结构</a:t>
            </a:r>
            <a:r>
              <a:rPr kumimoji="1" lang="zh-CN" altLang="en-US" sz="2400" b="1">
                <a:latin typeface="Times New Roman" pitchFamily="18" charset="0"/>
                <a:ea typeface="楷体_GB2312" pitchFamily="49" charset="-122"/>
              </a:rPr>
              <a:t>。</a:t>
            </a:r>
          </a:p>
        </p:txBody>
      </p:sp>
      <p:grpSp>
        <p:nvGrpSpPr>
          <p:cNvPr id="29702" name="Group 4"/>
          <p:cNvGrpSpPr>
            <a:grpSpLocks/>
          </p:cNvGrpSpPr>
          <p:nvPr/>
        </p:nvGrpSpPr>
        <p:grpSpPr bwMode="auto">
          <a:xfrm>
            <a:off x="2106613" y="1676400"/>
            <a:ext cx="1838325" cy="355600"/>
            <a:chOff x="1044" y="3588"/>
            <a:chExt cx="1404" cy="288"/>
          </a:xfrm>
        </p:grpSpPr>
        <p:sp>
          <p:nvSpPr>
            <p:cNvPr id="29720" name="Rectangle 5"/>
            <p:cNvSpPr>
              <a:spLocks noChangeArrowheads="1"/>
            </p:cNvSpPr>
            <p:nvPr/>
          </p:nvSpPr>
          <p:spPr bwMode="auto">
            <a:xfrm>
              <a:off x="1044" y="3588"/>
              <a:ext cx="504" cy="276"/>
            </a:xfrm>
            <a:prstGeom prst="rect">
              <a:avLst/>
            </a:prstGeom>
            <a:solidFill>
              <a:schemeClr val="tx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600" b="1">
                  <a:solidFill>
                    <a:schemeClr val="bg2"/>
                  </a:solidFill>
                  <a:latin typeface="Times New Roman" panose="02020603050405020304" pitchFamily="18" charset="0"/>
                </a:rPr>
                <a:t>一般类</a:t>
              </a:r>
            </a:p>
          </p:txBody>
        </p:sp>
        <p:sp>
          <p:nvSpPr>
            <p:cNvPr id="29721" name="Rectangle 6"/>
            <p:cNvSpPr>
              <a:spLocks noChangeArrowheads="1"/>
            </p:cNvSpPr>
            <p:nvPr/>
          </p:nvSpPr>
          <p:spPr bwMode="auto">
            <a:xfrm>
              <a:off x="1932" y="3600"/>
              <a:ext cx="516" cy="276"/>
            </a:xfrm>
            <a:prstGeom prst="rect">
              <a:avLst/>
            </a:prstGeom>
            <a:solidFill>
              <a:schemeClr val="tx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600" b="1">
                  <a:solidFill>
                    <a:schemeClr val="bg2"/>
                  </a:solidFill>
                  <a:latin typeface="Times New Roman" panose="02020603050405020304" pitchFamily="18" charset="0"/>
                </a:rPr>
                <a:t>特殊</a:t>
              </a:r>
            </a:p>
          </p:txBody>
        </p:sp>
        <p:sp>
          <p:nvSpPr>
            <p:cNvPr id="29722" name="Line 7"/>
            <p:cNvSpPr>
              <a:spLocks noChangeShapeType="1"/>
            </p:cNvSpPr>
            <p:nvPr/>
          </p:nvSpPr>
          <p:spPr bwMode="auto">
            <a:xfrm>
              <a:off x="1680" y="3732"/>
              <a:ext cx="25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23" name="AutoShape 8"/>
            <p:cNvSpPr>
              <a:spLocks noChangeArrowheads="1"/>
            </p:cNvSpPr>
            <p:nvPr/>
          </p:nvSpPr>
          <p:spPr bwMode="auto">
            <a:xfrm rot="-5400000">
              <a:off x="1536" y="3660"/>
              <a:ext cx="162" cy="108"/>
            </a:xfrm>
            <a:prstGeom prst="triangle">
              <a:avLst>
                <a:gd name="adj" fmla="val 50000"/>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grpSp>
      <p:grpSp>
        <p:nvGrpSpPr>
          <p:cNvPr id="29703" name="Group 9"/>
          <p:cNvGrpSpPr>
            <a:grpSpLocks/>
          </p:cNvGrpSpPr>
          <p:nvPr/>
        </p:nvGrpSpPr>
        <p:grpSpPr bwMode="auto">
          <a:xfrm>
            <a:off x="5037138" y="1373188"/>
            <a:ext cx="2049462" cy="793750"/>
            <a:chOff x="3228" y="3216"/>
            <a:chExt cx="1584" cy="720"/>
          </a:xfrm>
        </p:grpSpPr>
        <p:sp>
          <p:nvSpPr>
            <p:cNvPr id="29712" name="Rectangle 10"/>
            <p:cNvSpPr>
              <a:spLocks noChangeArrowheads="1"/>
            </p:cNvSpPr>
            <p:nvPr/>
          </p:nvSpPr>
          <p:spPr bwMode="auto">
            <a:xfrm>
              <a:off x="3228" y="3468"/>
              <a:ext cx="504" cy="276"/>
            </a:xfrm>
            <a:prstGeom prst="rect">
              <a:avLst/>
            </a:prstGeom>
            <a:solidFill>
              <a:schemeClr val="tx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600" b="1">
                  <a:solidFill>
                    <a:schemeClr val="bg2"/>
                  </a:solidFill>
                  <a:latin typeface="Times New Roman" panose="02020603050405020304" pitchFamily="18" charset="0"/>
                </a:rPr>
                <a:t>人员</a:t>
              </a:r>
            </a:p>
          </p:txBody>
        </p:sp>
        <p:sp>
          <p:nvSpPr>
            <p:cNvPr id="29713" name="Rectangle 11"/>
            <p:cNvSpPr>
              <a:spLocks noChangeArrowheads="1"/>
            </p:cNvSpPr>
            <p:nvPr/>
          </p:nvSpPr>
          <p:spPr bwMode="auto">
            <a:xfrm>
              <a:off x="4296" y="3216"/>
              <a:ext cx="516" cy="276"/>
            </a:xfrm>
            <a:prstGeom prst="rect">
              <a:avLst/>
            </a:prstGeom>
            <a:solidFill>
              <a:schemeClr val="tx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600" b="1">
                  <a:solidFill>
                    <a:schemeClr val="bg2"/>
                  </a:solidFill>
                  <a:latin typeface="Times New Roman" panose="02020603050405020304" pitchFamily="18" charset="0"/>
                </a:rPr>
                <a:t>教师</a:t>
              </a:r>
            </a:p>
          </p:txBody>
        </p:sp>
        <p:sp>
          <p:nvSpPr>
            <p:cNvPr id="29714" name="Line 12"/>
            <p:cNvSpPr>
              <a:spLocks noChangeShapeType="1"/>
            </p:cNvSpPr>
            <p:nvPr/>
          </p:nvSpPr>
          <p:spPr bwMode="auto">
            <a:xfrm>
              <a:off x="3864" y="3612"/>
              <a:ext cx="25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15" name="AutoShape 13"/>
            <p:cNvSpPr>
              <a:spLocks noChangeArrowheads="1"/>
            </p:cNvSpPr>
            <p:nvPr/>
          </p:nvSpPr>
          <p:spPr bwMode="auto">
            <a:xfrm rot="-5400000">
              <a:off x="3720" y="3540"/>
              <a:ext cx="162" cy="108"/>
            </a:xfrm>
            <a:prstGeom prst="triangle">
              <a:avLst>
                <a:gd name="adj" fmla="val 50000"/>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29716" name="Rectangle 14"/>
            <p:cNvSpPr>
              <a:spLocks noChangeArrowheads="1"/>
            </p:cNvSpPr>
            <p:nvPr/>
          </p:nvSpPr>
          <p:spPr bwMode="auto">
            <a:xfrm>
              <a:off x="4296" y="3660"/>
              <a:ext cx="516" cy="276"/>
            </a:xfrm>
            <a:prstGeom prst="rect">
              <a:avLst/>
            </a:prstGeom>
            <a:solidFill>
              <a:schemeClr val="tx2"/>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600" b="1">
                  <a:solidFill>
                    <a:schemeClr val="bg2"/>
                  </a:solidFill>
                  <a:latin typeface="Times New Roman" panose="02020603050405020304" pitchFamily="18" charset="0"/>
                </a:rPr>
                <a:t>学生</a:t>
              </a:r>
            </a:p>
          </p:txBody>
        </p:sp>
        <p:sp>
          <p:nvSpPr>
            <p:cNvPr id="29717" name="Line 15"/>
            <p:cNvSpPr>
              <a:spLocks noChangeShapeType="1"/>
            </p:cNvSpPr>
            <p:nvPr/>
          </p:nvSpPr>
          <p:spPr bwMode="auto">
            <a:xfrm>
              <a:off x="4128" y="3348"/>
              <a:ext cx="0" cy="45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18" name="Line 16"/>
            <p:cNvSpPr>
              <a:spLocks noChangeShapeType="1"/>
            </p:cNvSpPr>
            <p:nvPr/>
          </p:nvSpPr>
          <p:spPr bwMode="auto">
            <a:xfrm>
              <a:off x="4128" y="3348"/>
              <a:ext cx="16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9719" name="Line 17"/>
            <p:cNvSpPr>
              <a:spLocks noChangeShapeType="1"/>
            </p:cNvSpPr>
            <p:nvPr/>
          </p:nvSpPr>
          <p:spPr bwMode="auto">
            <a:xfrm>
              <a:off x="4128" y="3792"/>
              <a:ext cx="16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97683" name="Text Box 19"/>
          <p:cNvSpPr txBox="1">
            <a:spLocks noChangeArrowheads="1"/>
          </p:cNvSpPr>
          <p:nvPr/>
        </p:nvSpPr>
        <p:spPr bwMode="auto">
          <a:xfrm>
            <a:off x="665163" y="2536825"/>
            <a:ext cx="8124825" cy="3232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20000"/>
              </a:spcBef>
              <a:defRPr/>
            </a:pPr>
            <a:r>
              <a:rPr kumimoji="1" lang="zh-CN" altLang="en-US" sz="2400" b="1">
                <a:solidFill>
                  <a:srgbClr val="FFFF00"/>
                </a:solidFill>
                <a:effectLst>
                  <a:outerShdw blurRad="38100" dist="38100" dir="2700000" algn="tl">
                    <a:srgbClr val="C0C0C0"/>
                  </a:outerShdw>
                </a:effectLst>
                <a:latin typeface="Times New Roman" pitchFamily="18" charset="0"/>
                <a:ea typeface="楷体_GB2312" pitchFamily="49" charset="-122"/>
              </a:rPr>
              <a:t>抽象类</a:t>
            </a:r>
            <a:r>
              <a:rPr kumimoji="1" lang="zh-CN" altLang="en-US" sz="2400" b="1">
                <a:solidFill>
                  <a:srgbClr val="FFFF00"/>
                </a:solidFill>
                <a:latin typeface="Times New Roman" pitchFamily="18" charset="0"/>
                <a:ea typeface="楷体_GB2312" pitchFamily="49" charset="-122"/>
              </a:rPr>
              <a:t>  </a:t>
            </a:r>
            <a:r>
              <a:rPr kumimoji="1" lang="zh-CN" altLang="en-US" sz="2400" b="1">
                <a:latin typeface="Times New Roman" pitchFamily="18" charset="0"/>
                <a:ea typeface="楷体_GB2312" pitchFamily="49" charset="-122"/>
              </a:rPr>
              <a:t>指没有实例的类，定义一些抽象的操作，即不提供实现方法的操作，只提供操作的特征。并附以</a:t>
            </a:r>
            <a:r>
              <a:rPr kumimoji="1" lang="en-US" altLang="zh-CN" sz="2400" b="1">
                <a:latin typeface="Times New Roman" pitchFamily="18" charset="0"/>
              </a:rPr>
              <a:t>{abstract}</a:t>
            </a:r>
            <a:r>
              <a:rPr kumimoji="1" lang="zh-CN" altLang="en-US" sz="2400" b="1">
                <a:latin typeface="Times New Roman" pitchFamily="18" charset="0"/>
              </a:rPr>
              <a:t>。</a:t>
            </a:r>
          </a:p>
          <a:p>
            <a:pPr eaLnBrk="1" hangingPunct="1">
              <a:spcBef>
                <a:spcPct val="20000"/>
              </a:spcBef>
              <a:defRPr/>
            </a:pPr>
            <a:r>
              <a:rPr kumimoji="1" lang="zh-CN" altLang="en-US" sz="2400" b="1">
                <a:solidFill>
                  <a:schemeClr val="hlink"/>
                </a:solidFill>
                <a:effectLst>
                  <a:outerShdw blurRad="38100" dist="38100" dir="2700000" algn="tl">
                    <a:srgbClr val="C0C0C0"/>
                  </a:outerShdw>
                </a:effectLst>
                <a:latin typeface="Times New Roman" pitchFamily="18" charset="0"/>
                <a:ea typeface="楷体_GB2312" pitchFamily="49" charset="-122"/>
              </a:rPr>
              <a:t>交叠泛</a:t>
            </a:r>
            <a:r>
              <a:rPr kumimoji="1" lang="zh-CN" altLang="en-US" sz="2400" b="1">
                <a:solidFill>
                  <a:schemeClr val="tx2"/>
                </a:solidFill>
                <a:effectLst>
                  <a:outerShdw blurRad="38100" dist="38100" dir="2700000" algn="tl">
                    <a:srgbClr val="C0C0C0"/>
                  </a:outerShdw>
                </a:effectLst>
                <a:latin typeface="Times New Roman" pitchFamily="18" charset="0"/>
                <a:ea typeface="楷体_GB2312" pitchFamily="49" charset="-122"/>
              </a:rPr>
              <a:t>化 </a:t>
            </a:r>
            <a:r>
              <a:rPr kumimoji="1" lang="zh-CN" altLang="en-US" sz="2400" b="1">
                <a:latin typeface="Times New Roman" pitchFamily="18" charset="0"/>
                <a:ea typeface="楷体_GB2312" pitchFamily="49" charset="-122"/>
              </a:rPr>
              <a:t>在继承树中，若存在某种具有公共父类的多重继承，称为是交叠</a:t>
            </a:r>
            <a:r>
              <a:rPr kumimoji="1" lang="en-US" altLang="zh-CN" sz="2400" b="1">
                <a:latin typeface="Times New Roman" pitchFamily="18" charset="0"/>
                <a:ea typeface="楷体_GB2312" pitchFamily="49" charset="-122"/>
              </a:rPr>
              <a:t>(overlapping)</a:t>
            </a:r>
            <a:r>
              <a:rPr kumimoji="1" lang="zh-CN" altLang="en-US" sz="2400" b="1">
                <a:latin typeface="Times New Roman" pitchFamily="18" charset="0"/>
                <a:ea typeface="楷体_GB2312" pitchFamily="49" charset="-122"/>
              </a:rPr>
              <a:t>的。否则是</a:t>
            </a:r>
            <a:r>
              <a:rPr kumimoji="1" lang="zh-CN" altLang="en-US" sz="2400" b="1">
                <a:effectLst>
                  <a:outerShdw blurRad="38100" dist="38100" dir="2700000" algn="tl">
                    <a:srgbClr val="C0C0C0"/>
                  </a:outerShdw>
                </a:effectLst>
                <a:latin typeface="Times New Roman" pitchFamily="18" charset="0"/>
                <a:ea typeface="楷体_GB2312" pitchFamily="49" charset="-122"/>
              </a:rPr>
              <a:t>不交</a:t>
            </a:r>
            <a:r>
              <a:rPr kumimoji="1" lang="zh-CN" altLang="en-US" sz="2400" b="1">
                <a:latin typeface="Times New Roman" pitchFamily="18" charset="0"/>
                <a:ea typeface="楷体_GB2312" pitchFamily="49" charset="-122"/>
              </a:rPr>
              <a:t>的</a:t>
            </a:r>
            <a:r>
              <a:rPr kumimoji="1" lang="en-US" altLang="zh-CN" sz="2400" b="1">
                <a:latin typeface="Times New Roman" pitchFamily="18" charset="0"/>
                <a:ea typeface="楷体_GB2312" pitchFamily="49" charset="-122"/>
              </a:rPr>
              <a:t>(disjoint)</a:t>
            </a:r>
            <a:r>
              <a:rPr kumimoji="1" lang="zh-CN" altLang="en-US" sz="2400" b="1">
                <a:latin typeface="Times New Roman" pitchFamily="18" charset="0"/>
                <a:ea typeface="楷体_GB2312" pitchFamily="49" charset="-122"/>
              </a:rPr>
              <a:t>。</a:t>
            </a:r>
          </a:p>
          <a:p>
            <a:pPr eaLnBrk="1" hangingPunct="1">
              <a:spcBef>
                <a:spcPct val="20000"/>
              </a:spcBef>
              <a:defRPr/>
            </a:pPr>
            <a:r>
              <a:rPr kumimoji="1" lang="zh-CN" altLang="en-US" sz="2400" b="1">
                <a:solidFill>
                  <a:schemeClr val="hlink"/>
                </a:solidFill>
                <a:effectLst>
                  <a:outerShdw blurRad="38100" dist="38100" dir="2700000" algn="tl">
                    <a:srgbClr val="C0C0C0"/>
                  </a:outerShdw>
                </a:effectLst>
                <a:latin typeface="Times New Roman" pitchFamily="18" charset="0"/>
                <a:ea typeface="楷体_GB2312" pitchFamily="49" charset="-122"/>
              </a:rPr>
              <a:t>完全泛</a:t>
            </a:r>
            <a:r>
              <a:rPr kumimoji="1" lang="zh-CN" altLang="en-US" sz="2400" b="1">
                <a:solidFill>
                  <a:schemeClr val="tx2"/>
                </a:solidFill>
                <a:effectLst>
                  <a:outerShdw blurRad="38100" dist="38100" dir="2700000" algn="tl">
                    <a:srgbClr val="C0C0C0"/>
                  </a:outerShdw>
                </a:effectLst>
                <a:latin typeface="Times New Roman" pitchFamily="18" charset="0"/>
                <a:ea typeface="楷体_GB2312" pitchFamily="49" charset="-122"/>
              </a:rPr>
              <a:t>化  </a:t>
            </a:r>
            <a:r>
              <a:rPr kumimoji="1" lang="zh-CN" altLang="en-US" sz="2400" b="1">
                <a:latin typeface="Times New Roman" pitchFamily="18" charset="0"/>
                <a:ea typeface="楷体_GB2312" pitchFamily="49" charset="-122"/>
              </a:rPr>
              <a:t>一般类特化出它所有的子类，称为完全泛化，记为</a:t>
            </a:r>
            <a:r>
              <a:rPr kumimoji="1" lang="en-US" altLang="zh-CN" sz="2400" b="1">
                <a:latin typeface="Times New Roman" pitchFamily="18" charset="0"/>
                <a:ea typeface="楷体_GB2312" pitchFamily="49" charset="-122"/>
              </a:rPr>
              <a:t>{complete}</a:t>
            </a:r>
            <a:r>
              <a:rPr kumimoji="1" lang="zh-CN" altLang="en-US" sz="2400" b="1">
                <a:latin typeface="Times New Roman" pitchFamily="18" charset="0"/>
                <a:ea typeface="楷体_GB2312" pitchFamily="49" charset="-122"/>
              </a:rPr>
              <a:t>。</a:t>
            </a:r>
            <a:r>
              <a:rPr kumimoji="1" lang="zh-CN" altLang="en-US" sz="2400" b="1">
                <a:solidFill>
                  <a:schemeClr val="tx2"/>
                </a:solidFill>
                <a:effectLst>
                  <a:outerShdw blurRad="38100" dist="38100" dir="2700000" algn="tl">
                    <a:srgbClr val="C0C0C0"/>
                  </a:outerShdw>
                </a:effectLst>
                <a:latin typeface="Times New Roman" pitchFamily="18" charset="0"/>
                <a:ea typeface="楷体_GB2312" pitchFamily="49" charset="-122"/>
              </a:rPr>
              <a:t> </a:t>
            </a:r>
          </a:p>
          <a:p>
            <a:pPr eaLnBrk="1" hangingPunct="1">
              <a:spcBef>
                <a:spcPct val="20000"/>
              </a:spcBef>
              <a:defRPr/>
            </a:pPr>
            <a:r>
              <a:rPr kumimoji="1" lang="zh-CN" altLang="en-US" sz="2400" b="1">
                <a:solidFill>
                  <a:schemeClr val="hlink"/>
                </a:solidFill>
                <a:effectLst>
                  <a:outerShdw blurRad="38100" dist="38100" dir="2700000" algn="tl">
                    <a:srgbClr val="C0C0C0"/>
                  </a:outerShdw>
                </a:effectLst>
                <a:latin typeface="Times New Roman" pitchFamily="18" charset="0"/>
                <a:ea typeface="楷体_GB2312" pitchFamily="49" charset="-122"/>
              </a:rPr>
              <a:t>不完全泛</a:t>
            </a:r>
            <a:r>
              <a:rPr kumimoji="1" lang="zh-CN" altLang="en-US" sz="2400" b="1">
                <a:solidFill>
                  <a:schemeClr val="tx2"/>
                </a:solidFill>
                <a:effectLst>
                  <a:outerShdw blurRad="38100" dist="38100" dir="2700000" algn="tl">
                    <a:srgbClr val="C0C0C0"/>
                  </a:outerShdw>
                </a:effectLst>
                <a:latin typeface="Times New Roman" pitchFamily="18" charset="0"/>
                <a:ea typeface="楷体_GB2312" pitchFamily="49" charset="-122"/>
              </a:rPr>
              <a:t>化  </a:t>
            </a:r>
            <a:r>
              <a:rPr kumimoji="1" lang="zh-CN" altLang="en-US" sz="2400" b="1">
                <a:latin typeface="Times New Roman" pitchFamily="18" charset="0"/>
                <a:ea typeface="楷体_GB2312" pitchFamily="49" charset="-122"/>
              </a:rPr>
              <a:t>即未特化出它所有的子类，称为是</a:t>
            </a:r>
            <a:r>
              <a:rPr kumimoji="1" lang="zh-CN" altLang="en-US" sz="2400" b="1">
                <a:effectLst>
                  <a:outerShdw blurRad="38100" dist="38100" dir="2700000" algn="tl">
                    <a:srgbClr val="C0C0C0"/>
                  </a:outerShdw>
                </a:effectLst>
                <a:latin typeface="Times New Roman" pitchFamily="18" charset="0"/>
                <a:ea typeface="楷体_GB2312" pitchFamily="49" charset="-122"/>
              </a:rPr>
              <a:t>不完全泛化</a:t>
            </a:r>
            <a:r>
              <a:rPr kumimoji="1" lang="zh-CN" altLang="en-US" sz="2400" b="1">
                <a:solidFill>
                  <a:schemeClr val="tx2"/>
                </a:solidFill>
                <a:effectLst>
                  <a:outerShdw blurRad="38100" dist="38100" dir="2700000" algn="tl">
                    <a:srgbClr val="C0C0C0"/>
                  </a:outerShdw>
                </a:effectLst>
                <a:latin typeface="Times New Roman" pitchFamily="18" charset="0"/>
                <a:ea typeface="楷体_GB2312" pitchFamily="49" charset="-122"/>
              </a:rPr>
              <a:t> </a:t>
            </a:r>
            <a:r>
              <a:rPr kumimoji="1" lang="zh-CN" altLang="en-US" sz="2400" b="1">
                <a:effectLst>
                  <a:outerShdw blurRad="38100" dist="38100" dir="2700000" algn="tl">
                    <a:srgbClr val="C0C0C0"/>
                  </a:outerShdw>
                </a:effectLst>
                <a:latin typeface="Times New Roman" pitchFamily="18" charset="0"/>
                <a:ea typeface="楷体_GB2312" pitchFamily="49" charset="-122"/>
              </a:rPr>
              <a:t>的，表示为</a:t>
            </a:r>
            <a:r>
              <a:rPr kumimoji="1" lang="en-US" altLang="zh-CN" sz="2400" b="1">
                <a:latin typeface="Times New Roman" pitchFamily="18" charset="0"/>
                <a:ea typeface="楷体_GB2312" pitchFamily="49" charset="-122"/>
              </a:rPr>
              <a:t>{incomplete}.</a:t>
            </a:r>
          </a:p>
        </p:txBody>
      </p:sp>
      <p:pic>
        <p:nvPicPr>
          <p:cNvPr id="29705" name="Picture 20" descr="变色小球"/>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422275" y="2692400"/>
            <a:ext cx="160338" cy="160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6" name="Picture 21" descr="变色小球"/>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422275" y="3502025"/>
            <a:ext cx="160338" cy="160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7" name="Picture 22" descr="变色小球"/>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422275" y="4311650"/>
            <a:ext cx="160338" cy="160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8" name="Picture 23" descr="变色小球"/>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422275" y="5106988"/>
            <a:ext cx="160338" cy="16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9" name="Oval 25">
            <a:hlinkClick r:id="" action="ppaction://hlinkshowjump?jump=previousslide"/>
          </p:cNvPr>
          <p:cNvSpPr>
            <a:spLocks noChangeArrowheads="1"/>
          </p:cNvSpPr>
          <p:nvPr/>
        </p:nvSpPr>
        <p:spPr bwMode="auto">
          <a:xfrm>
            <a:off x="6370638" y="6383338"/>
            <a:ext cx="754062" cy="334962"/>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CC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29710" name="Oval 26">
            <a:hlinkClick r:id="" action="ppaction://hlinkshowjump?jump=nextslide"/>
          </p:cNvPr>
          <p:cNvSpPr>
            <a:spLocks noChangeArrowheads="1"/>
          </p:cNvSpPr>
          <p:nvPr/>
        </p:nvSpPr>
        <p:spPr bwMode="auto">
          <a:xfrm>
            <a:off x="7237413" y="6388100"/>
            <a:ext cx="754062" cy="334963"/>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CC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29711" name="Oval 27">
            <a:hlinkClick r:id="" action="ppaction://hlinkshowjump?jump=firstslide"/>
          </p:cNvPr>
          <p:cNvSpPr>
            <a:spLocks noChangeArrowheads="1"/>
          </p:cNvSpPr>
          <p:nvPr/>
        </p:nvSpPr>
        <p:spPr bwMode="auto">
          <a:xfrm>
            <a:off x="8147050" y="6388100"/>
            <a:ext cx="754063" cy="334963"/>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CC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Tree>
  </p:cSld>
  <p:clrMapOvr>
    <a:masterClrMapping/>
  </p:clrMapOvr>
  <p:transition advClick="0">
    <p:wheel spokes="8"/>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日期占位符 1"/>
          <p:cNvSpPr>
            <a:spLocks noGrp="1"/>
          </p:cNvSpPr>
          <p:nvPr>
            <p:ph type="dt" sz="quarter" idx="10"/>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B5F6D864-F2D7-436A-BD4B-965F56092880}" type="datetime8">
              <a:rPr lang="zh-CN" altLang="en-US" sz="1400" smtClean="0"/>
              <a:pPr>
                <a:spcBef>
                  <a:spcPct val="0"/>
                </a:spcBef>
                <a:buClrTx/>
                <a:buFontTx/>
                <a:buNone/>
              </a:pPr>
              <a:t>2020年5月12日3时0分</a:t>
            </a:fld>
            <a:endParaRPr lang="en-US" altLang="zh-CN" sz="1400" smtClean="0"/>
          </a:p>
        </p:txBody>
      </p:sp>
      <p:sp>
        <p:nvSpPr>
          <p:cNvPr id="31747" name="灯片编号占位符 3"/>
          <p:cNvSpPr>
            <a:spLocks noGrp="1"/>
          </p:cNvSpPr>
          <p:nvPr>
            <p:ph type="sldNum" sz="quarter" idx="12"/>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8987AEEF-4F8F-408C-9FC2-6D6BCD7AF88D}" type="slidenum">
              <a:rPr lang="en-US" altLang="zh-CN" sz="1400" smtClean="0"/>
              <a:pPr>
                <a:spcBef>
                  <a:spcPct val="0"/>
                </a:spcBef>
                <a:buClrTx/>
                <a:buFontTx/>
                <a:buNone/>
              </a:pPr>
              <a:t>17</a:t>
            </a:fld>
            <a:endParaRPr lang="en-US" altLang="zh-CN" sz="1400" smtClean="0"/>
          </a:p>
        </p:txBody>
      </p:sp>
      <p:sp>
        <p:nvSpPr>
          <p:cNvPr id="499715" name="Rectangle 3"/>
          <p:cNvSpPr>
            <a:spLocks noChangeArrowheads="1"/>
          </p:cNvSpPr>
          <p:nvPr/>
        </p:nvSpPr>
        <p:spPr bwMode="auto">
          <a:xfrm>
            <a:off x="436563" y="277813"/>
            <a:ext cx="3171825" cy="63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eaLnBrk="1" hangingPunct="1">
              <a:defRPr/>
            </a:pPr>
            <a:r>
              <a:rPr kumimoji="1" lang="zh-CN" altLang="en-US" sz="2400" b="1">
                <a:solidFill>
                  <a:schemeClr val="tx2"/>
                </a:solidFill>
                <a:effectLst>
                  <a:outerShdw blurRad="38100" dist="38100" dir="2700000" algn="tl">
                    <a:srgbClr val="C0C0C0"/>
                  </a:outerShdw>
                </a:effectLst>
                <a:latin typeface="Times New Roman" pitchFamily="18" charset="0"/>
                <a:ea typeface="楷体_GB2312" pitchFamily="49" charset="-122"/>
              </a:rPr>
              <a:t>三、泛化</a:t>
            </a:r>
            <a:endParaRPr kumimoji="1" lang="zh-CN" altLang="en-US" sz="2400" b="1">
              <a:latin typeface="Times New Roman" pitchFamily="18" charset="0"/>
              <a:ea typeface="楷体_GB2312" pitchFamily="49" charset="-122"/>
            </a:endParaRPr>
          </a:p>
        </p:txBody>
      </p:sp>
      <p:sp>
        <p:nvSpPr>
          <p:cNvPr id="31749" name="Text Box 4"/>
          <p:cNvSpPr txBox="1">
            <a:spLocks noChangeArrowheads="1"/>
          </p:cNvSpPr>
          <p:nvPr/>
        </p:nvSpPr>
        <p:spPr bwMode="auto">
          <a:xfrm>
            <a:off x="1349375" y="45720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endParaRPr kumimoji="1" lang="zh-CN" altLang="zh-CN" sz="2400">
              <a:latin typeface="Times New Roman" panose="02020603050405020304" pitchFamily="18" charset="0"/>
            </a:endParaRPr>
          </a:p>
        </p:txBody>
      </p:sp>
      <p:grpSp>
        <p:nvGrpSpPr>
          <p:cNvPr id="499717" name="Group 5"/>
          <p:cNvGrpSpPr>
            <a:grpSpLocks/>
          </p:cNvGrpSpPr>
          <p:nvPr/>
        </p:nvGrpSpPr>
        <p:grpSpPr bwMode="auto">
          <a:xfrm>
            <a:off x="481013" y="4429125"/>
            <a:ext cx="3786187" cy="1525588"/>
            <a:chOff x="3375" y="495"/>
            <a:chExt cx="2385" cy="1105"/>
          </a:xfrm>
        </p:grpSpPr>
        <p:sp>
          <p:nvSpPr>
            <p:cNvPr id="31810" name="Rectangle 6"/>
            <p:cNvSpPr>
              <a:spLocks noChangeArrowheads="1"/>
            </p:cNvSpPr>
            <p:nvPr/>
          </p:nvSpPr>
          <p:spPr bwMode="auto">
            <a:xfrm>
              <a:off x="4799" y="956"/>
              <a:ext cx="96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en-US" altLang="zh-CN" sz="2000" b="1">
                  <a:latin typeface="Times New Roman" panose="02020603050405020304" pitchFamily="18" charset="0"/>
                  <a:ea typeface="楷体_GB2312" pitchFamily="49" charset="-122"/>
                </a:rPr>
                <a:t>{complete}</a:t>
              </a:r>
            </a:p>
          </p:txBody>
        </p:sp>
        <p:grpSp>
          <p:nvGrpSpPr>
            <p:cNvPr id="31811" name="Group 7"/>
            <p:cNvGrpSpPr>
              <a:grpSpLocks/>
            </p:cNvGrpSpPr>
            <p:nvPr/>
          </p:nvGrpSpPr>
          <p:grpSpPr bwMode="auto">
            <a:xfrm>
              <a:off x="3375" y="495"/>
              <a:ext cx="1686" cy="1105"/>
              <a:chOff x="3375" y="887"/>
              <a:chExt cx="1686" cy="1105"/>
            </a:xfrm>
          </p:grpSpPr>
          <p:sp>
            <p:nvSpPr>
              <p:cNvPr id="31812" name="Rectangle 8"/>
              <p:cNvSpPr>
                <a:spLocks noChangeArrowheads="1"/>
              </p:cNvSpPr>
              <p:nvPr/>
            </p:nvSpPr>
            <p:spPr bwMode="auto">
              <a:xfrm>
                <a:off x="4014" y="887"/>
                <a:ext cx="348" cy="274"/>
              </a:xfrm>
              <a:prstGeom prst="rect">
                <a:avLst/>
              </a:prstGeom>
              <a:solidFill>
                <a:schemeClr val="tx2"/>
              </a:solidFill>
              <a:ln w="9525">
                <a:solidFill>
                  <a:schemeClr val="tx1"/>
                </a:solidFill>
                <a:miter lim="800000"/>
                <a:headEnd/>
                <a:tailEnd/>
              </a:ln>
              <a:effectLst>
                <a:outerShdw dist="35921" dir="2700000" algn="ctr" rotWithShape="0">
                  <a:schemeClr val="bg2"/>
                </a:outerShdw>
              </a:effec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800" b="1">
                    <a:solidFill>
                      <a:schemeClr val="bg2"/>
                    </a:solidFill>
                    <a:latin typeface="Times New Roman" panose="02020603050405020304" pitchFamily="18" charset="0"/>
                  </a:rPr>
                  <a:t>人</a:t>
                </a:r>
                <a:endParaRPr kumimoji="1" lang="zh-CN" altLang="en-US" sz="2400">
                  <a:latin typeface="Times New Roman" panose="02020603050405020304" pitchFamily="18" charset="0"/>
                </a:endParaRPr>
              </a:p>
            </p:txBody>
          </p:sp>
          <p:sp>
            <p:nvSpPr>
              <p:cNvPr id="31813" name="Rectangle 9"/>
              <p:cNvSpPr>
                <a:spLocks noChangeArrowheads="1"/>
              </p:cNvSpPr>
              <p:nvPr/>
            </p:nvSpPr>
            <p:spPr bwMode="auto">
              <a:xfrm>
                <a:off x="4530" y="1718"/>
                <a:ext cx="531" cy="274"/>
              </a:xfrm>
              <a:prstGeom prst="rect">
                <a:avLst/>
              </a:prstGeom>
              <a:solidFill>
                <a:schemeClr val="tx2"/>
              </a:solidFill>
              <a:ln w="9525">
                <a:solidFill>
                  <a:schemeClr val="tx1"/>
                </a:solidFill>
                <a:miter lim="800000"/>
                <a:headEnd/>
                <a:tailEnd/>
              </a:ln>
              <a:effectLst>
                <a:outerShdw dist="35921" dir="2700000" algn="ctr" rotWithShape="0">
                  <a:schemeClr val="bg2"/>
                </a:outerShdw>
              </a:effec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800" b="1">
                    <a:solidFill>
                      <a:schemeClr val="bg2"/>
                    </a:solidFill>
                    <a:latin typeface="Times New Roman" panose="02020603050405020304" pitchFamily="18" charset="0"/>
                  </a:rPr>
                  <a:t>女人</a:t>
                </a:r>
                <a:endParaRPr kumimoji="1" lang="zh-CN" altLang="en-US" sz="2400">
                  <a:latin typeface="Times New Roman" panose="02020603050405020304" pitchFamily="18" charset="0"/>
                </a:endParaRPr>
              </a:p>
            </p:txBody>
          </p:sp>
          <p:sp>
            <p:nvSpPr>
              <p:cNvPr id="31814" name="Rectangle 10"/>
              <p:cNvSpPr>
                <a:spLocks noChangeArrowheads="1"/>
              </p:cNvSpPr>
              <p:nvPr/>
            </p:nvSpPr>
            <p:spPr bwMode="auto">
              <a:xfrm>
                <a:off x="3375" y="1718"/>
                <a:ext cx="531" cy="274"/>
              </a:xfrm>
              <a:prstGeom prst="rect">
                <a:avLst/>
              </a:prstGeom>
              <a:solidFill>
                <a:schemeClr val="tx2"/>
              </a:solidFill>
              <a:ln w="9525">
                <a:solidFill>
                  <a:schemeClr val="tx1"/>
                </a:solidFill>
                <a:miter lim="800000"/>
                <a:headEnd/>
                <a:tailEnd/>
              </a:ln>
              <a:effectLst>
                <a:outerShdw dist="35921" dir="2700000" algn="ctr" rotWithShape="0">
                  <a:schemeClr val="bg2"/>
                </a:outerShdw>
              </a:effec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800" b="1">
                    <a:solidFill>
                      <a:schemeClr val="bg2"/>
                    </a:solidFill>
                    <a:latin typeface="Times New Roman" panose="02020603050405020304" pitchFamily="18" charset="0"/>
                  </a:rPr>
                  <a:t>男人</a:t>
                </a:r>
                <a:endParaRPr kumimoji="1" lang="zh-CN" altLang="en-US" sz="2400">
                  <a:latin typeface="Times New Roman" panose="02020603050405020304" pitchFamily="18" charset="0"/>
                </a:endParaRPr>
              </a:p>
            </p:txBody>
          </p:sp>
          <p:grpSp>
            <p:nvGrpSpPr>
              <p:cNvPr id="31815" name="Group 11"/>
              <p:cNvGrpSpPr>
                <a:grpSpLocks/>
              </p:cNvGrpSpPr>
              <p:nvPr/>
            </p:nvGrpSpPr>
            <p:grpSpPr bwMode="auto">
              <a:xfrm>
                <a:off x="3632" y="1182"/>
                <a:ext cx="1170" cy="536"/>
                <a:chOff x="3449" y="1182"/>
                <a:chExt cx="1481" cy="618"/>
              </a:xfrm>
            </p:grpSpPr>
            <p:sp>
              <p:nvSpPr>
                <p:cNvPr id="31818" name="Line 12"/>
                <p:cNvSpPr>
                  <a:spLocks noChangeShapeType="1"/>
                </p:cNvSpPr>
                <p:nvPr/>
              </p:nvSpPr>
              <p:spPr bwMode="auto">
                <a:xfrm>
                  <a:off x="4196" y="1302"/>
                  <a:ext cx="0" cy="24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19" name="Line 13"/>
                <p:cNvSpPr>
                  <a:spLocks noChangeShapeType="1"/>
                </p:cNvSpPr>
                <p:nvPr/>
              </p:nvSpPr>
              <p:spPr bwMode="auto">
                <a:xfrm>
                  <a:off x="3449" y="1548"/>
                  <a:ext cx="1481"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20" name="AutoShape 14"/>
                <p:cNvSpPr>
                  <a:spLocks noChangeArrowheads="1"/>
                </p:cNvSpPr>
                <p:nvPr/>
              </p:nvSpPr>
              <p:spPr bwMode="auto">
                <a:xfrm>
                  <a:off x="4131" y="1182"/>
                  <a:ext cx="119" cy="119"/>
                </a:xfrm>
                <a:prstGeom prst="triangle">
                  <a:avLst>
                    <a:gd name="adj" fmla="val 50000"/>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31821" name="Line 15"/>
                <p:cNvSpPr>
                  <a:spLocks noChangeShapeType="1"/>
                </p:cNvSpPr>
                <p:nvPr/>
              </p:nvSpPr>
              <p:spPr bwMode="auto">
                <a:xfrm>
                  <a:off x="3455" y="1539"/>
                  <a:ext cx="0" cy="25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22" name="Line 16"/>
                <p:cNvSpPr>
                  <a:spLocks noChangeShapeType="1"/>
                </p:cNvSpPr>
                <p:nvPr/>
              </p:nvSpPr>
              <p:spPr bwMode="auto">
                <a:xfrm>
                  <a:off x="4922" y="1544"/>
                  <a:ext cx="0" cy="25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1816" name="Line 17"/>
              <p:cNvSpPr>
                <a:spLocks noChangeShapeType="1"/>
              </p:cNvSpPr>
              <p:nvPr/>
            </p:nvSpPr>
            <p:spPr bwMode="auto">
              <a:xfrm>
                <a:off x="3483" y="1615"/>
                <a:ext cx="1482" cy="0"/>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17" name="Text Box 18"/>
              <p:cNvSpPr txBox="1">
                <a:spLocks noChangeArrowheads="1"/>
              </p:cNvSpPr>
              <p:nvPr/>
            </p:nvSpPr>
            <p:spPr bwMode="auto">
              <a:xfrm>
                <a:off x="3696" y="1247"/>
                <a:ext cx="448" cy="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kumimoji="1" lang="zh-CN" altLang="en-US" sz="1800" b="1">
                    <a:latin typeface="Times New Roman" panose="02020603050405020304" pitchFamily="18" charset="0"/>
                  </a:rPr>
                  <a:t>性别</a:t>
                </a:r>
              </a:p>
            </p:txBody>
          </p:sp>
        </p:grpSp>
      </p:grpSp>
      <p:sp>
        <p:nvSpPr>
          <p:cNvPr id="499731" name="Text Box 19"/>
          <p:cNvSpPr txBox="1">
            <a:spLocks noChangeArrowheads="1"/>
          </p:cNvSpPr>
          <p:nvPr/>
        </p:nvSpPr>
        <p:spPr bwMode="auto">
          <a:xfrm>
            <a:off x="2268538" y="6092825"/>
            <a:ext cx="1700212" cy="312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fontAlgn="ctr" hangingPunct="1">
              <a:lnSpc>
                <a:spcPct val="90000"/>
              </a:lnSpc>
              <a:spcBef>
                <a:spcPct val="20000"/>
              </a:spcBef>
              <a:defRPr/>
            </a:pPr>
            <a:r>
              <a:rPr kumimoji="1" lang="zh-CN" altLang="en-US" sz="1600">
                <a:effectLst>
                  <a:outerShdw blurRad="38100" dist="38100" dir="2700000" algn="tl">
                    <a:srgbClr val="C0C0C0"/>
                  </a:outerShdw>
                </a:effectLst>
                <a:latin typeface="宋体" pitchFamily="2" charset="-122"/>
              </a:rPr>
              <a:t>完全泛化</a:t>
            </a:r>
          </a:p>
        </p:txBody>
      </p:sp>
      <p:grpSp>
        <p:nvGrpSpPr>
          <p:cNvPr id="499732" name="Group 20"/>
          <p:cNvGrpSpPr>
            <a:grpSpLocks/>
          </p:cNvGrpSpPr>
          <p:nvPr/>
        </p:nvGrpSpPr>
        <p:grpSpPr bwMode="auto">
          <a:xfrm>
            <a:off x="4237038" y="1016000"/>
            <a:ext cx="4716462" cy="4064000"/>
            <a:chOff x="2568" y="640"/>
            <a:chExt cx="3072" cy="2661"/>
          </a:xfrm>
        </p:grpSpPr>
        <p:sp>
          <p:nvSpPr>
            <p:cNvPr id="31785" name="Line 21"/>
            <p:cNvSpPr>
              <a:spLocks noChangeShapeType="1"/>
            </p:cNvSpPr>
            <p:nvPr/>
          </p:nvSpPr>
          <p:spPr bwMode="auto">
            <a:xfrm flipV="1">
              <a:off x="3456" y="1463"/>
              <a:ext cx="301" cy="46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86" name="Line 22"/>
            <p:cNvSpPr>
              <a:spLocks noChangeShapeType="1"/>
            </p:cNvSpPr>
            <p:nvPr/>
          </p:nvSpPr>
          <p:spPr bwMode="auto">
            <a:xfrm flipH="1" flipV="1">
              <a:off x="4515" y="1469"/>
              <a:ext cx="301" cy="46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31787" name="Group 23"/>
            <p:cNvGrpSpPr>
              <a:grpSpLocks/>
            </p:cNvGrpSpPr>
            <p:nvPr/>
          </p:nvGrpSpPr>
          <p:grpSpPr bwMode="auto">
            <a:xfrm>
              <a:off x="3666" y="640"/>
              <a:ext cx="884" cy="677"/>
              <a:chOff x="3657" y="640"/>
              <a:chExt cx="957" cy="677"/>
            </a:xfrm>
          </p:grpSpPr>
          <p:sp>
            <p:nvSpPr>
              <p:cNvPr id="31807" name="Rectangle 24"/>
              <p:cNvSpPr>
                <a:spLocks noChangeArrowheads="1"/>
              </p:cNvSpPr>
              <p:nvPr/>
            </p:nvSpPr>
            <p:spPr bwMode="auto">
              <a:xfrm>
                <a:off x="3666" y="640"/>
                <a:ext cx="942" cy="677"/>
              </a:xfrm>
              <a:prstGeom prst="rect">
                <a:avLst/>
              </a:prstGeom>
              <a:solidFill>
                <a:srgbClr val="FFFF99"/>
              </a:solidFill>
              <a:ln w="28575">
                <a:solidFill>
                  <a:srgbClr val="9A7200"/>
                </a:solidFill>
                <a:miter lim="800000"/>
                <a:headEnd/>
                <a:tailEnd/>
              </a:ln>
              <a:effectLst>
                <a:outerShdw dist="53882" dir="2700000" algn="ctr" rotWithShape="0">
                  <a:schemeClr val="bg2"/>
                </a:outerShdw>
              </a:effec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2000" b="1">
                    <a:solidFill>
                      <a:schemeClr val="bg2"/>
                    </a:solidFill>
                    <a:latin typeface="Times New Roman" panose="02020603050405020304" pitchFamily="18" charset="0"/>
                  </a:rPr>
                  <a:t>交通工具</a:t>
                </a:r>
              </a:p>
              <a:p>
                <a:pPr algn="ctr" eaLnBrk="1" hangingPunct="1">
                  <a:lnSpc>
                    <a:spcPct val="75000"/>
                  </a:lnSpc>
                  <a:spcBef>
                    <a:spcPct val="0"/>
                  </a:spcBef>
                  <a:buClrTx/>
                  <a:buFontTx/>
                  <a:buNone/>
                </a:pPr>
                <a:endParaRPr kumimoji="1" lang="zh-CN" altLang="en-US" sz="2000" b="1">
                  <a:solidFill>
                    <a:schemeClr val="bg2"/>
                  </a:solidFill>
                  <a:latin typeface="Times New Roman" panose="02020603050405020304" pitchFamily="18" charset="0"/>
                </a:endParaRPr>
              </a:p>
              <a:p>
                <a:pPr algn="ctr" eaLnBrk="1" hangingPunct="1">
                  <a:spcBef>
                    <a:spcPct val="40000"/>
                  </a:spcBef>
                  <a:buClrTx/>
                  <a:buFontTx/>
                  <a:buNone/>
                </a:pPr>
                <a:r>
                  <a:rPr kumimoji="1" lang="en-US" altLang="zh-CN" sz="2000">
                    <a:solidFill>
                      <a:schemeClr val="bg2"/>
                    </a:solidFill>
                    <a:latin typeface="Times New Roman" panose="02020603050405020304" pitchFamily="18" charset="0"/>
                  </a:rPr>
                  <a:t>drive</a:t>
                </a:r>
                <a:r>
                  <a:rPr kumimoji="1" lang="en-US" altLang="zh-CN" sz="1800">
                    <a:solidFill>
                      <a:schemeClr val="bg2"/>
                    </a:solidFill>
                    <a:latin typeface="Times New Roman" panose="02020603050405020304" pitchFamily="18" charset="0"/>
                  </a:rPr>
                  <a:t>()</a:t>
                </a:r>
              </a:p>
            </p:txBody>
          </p:sp>
          <p:sp>
            <p:nvSpPr>
              <p:cNvPr id="31808" name="Line 25"/>
              <p:cNvSpPr>
                <a:spLocks noChangeShapeType="1"/>
              </p:cNvSpPr>
              <p:nvPr/>
            </p:nvSpPr>
            <p:spPr bwMode="auto">
              <a:xfrm>
                <a:off x="3657" y="960"/>
                <a:ext cx="951" cy="0"/>
              </a:xfrm>
              <a:prstGeom prst="line">
                <a:avLst/>
              </a:prstGeom>
              <a:noFill/>
              <a:ln w="28575">
                <a:solidFill>
                  <a:srgbClr val="9A72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09" name="Line 26"/>
              <p:cNvSpPr>
                <a:spLocks noChangeShapeType="1"/>
              </p:cNvSpPr>
              <p:nvPr/>
            </p:nvSpPr>
            <p:spPr bwMode="auto">
              <a:xfrm>
                <a:off x="3663" y="1092"/>
                <a:ext cx="951" cy="0"/>
              </a:xfrm>
              <a:prstGeom prst="line">
                <a:avLst/>
              </a:prstGeom>
              <a:noFill/>
              <a:ln w="28575">
                <a:solidFill>
                  <a:srgbClr val="9A72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1788" name="Group 27"/>
            <p:cNvGrpSpPr>
              <a:grpSpLocks/>
            </p:cNvGrpSpPr>
            <p:nvPr/>
          </p:nvGrpSpPr>
          <p:grpSpPr bwMode="auto">
            <a:xfrm>
              <a:off x="3068" y="1868"/>
              <a:ext cx="720" cy="677"/>
              <a:chOff x="3657" y="640"/>
              <a:chExt cx="957" cy="677"/>
            </a:xfrm>
          </p:grpSpPr>
          <p:sp>
            <p:nvSpPr>
              <p:cNvPr id="31804" name="Rectangle 28"/>
              <p:cNvSpPr>
                <a:spLocks noChangeArrowheads="1"/>
              </p:cNvSpPr>
              <p:nvPr/>
            </p:nvSpPr>
            <p:spPr bwMode="auto">
              <a:xfrm>
                <a:off x="3666" y="640"/>
                <a:ext cx="942" cy="677"/>
              </a:xfrm>
              <a:prstGeom prst="rect">
                <a:avLst/>
              </a:prstGeom>
              <a:solidFill>
                <a:srgbClr val="FFFF99"/>
              </a:solidFill>
              <a:ln w="9525">
                <a:solidFill>
                  <a:srgbClr val="9A7200"/>
                </a:solidFill>
                <a:miter lim="800000"/>
                <a:headEnd/>
                <a:tailEnd/>
              </a:ln>
              <a:effectLst>
                <a:outerShdw dist="53882" dir="2700000" algn="ctr" rotWithShape="0">
                  <a:schemeClr val="bg2"/>
                </a:outerShdw>
              </a:effec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2000" b="1">
                    <a:solidFill>
                      <a:schemeClr val="bg2"/>
                    </a:solidFill>
                    <a:latin typeface="Times New Roman" panose="02020603050405020304" pitchFamily="18" charset="0"/>
                  </a:rPr>
                  <a:t>汽车</a:t>
                </a:r>
              </a:p>
              <a:p>
                <a:pPr algn="ctr" eaLnBrk="1" hangingPunct="1">
                  <a:lnSpc>
                    <a:spcPct val="80000"/>
                  </a:lnSpc>
                  <a:spcBef>
                    <a:spcPct val="0"/>
                  </a:spcBef>
                  <a:buClrTx/>
                  <a:buFontTx/>
                  <a:buNone/>
                </a:pPr>
                <a:endParaRPr kumimoji="1" lang="zh-CN" altLang="en-US" sz="2000" b="1">
                  <a:solidFill>
                    <a:schemeClr val="bg2"/>
                  </a:solidFill>
                  <a:latin typeface="Times New Roman" panose="02020603050405020304" pitchFamily="18" charset="0"/>
                </a:endParaRPr>
              </a:p>
              <a:p>
                <a:pPr algn="ctr" eaLnBrk="1" hangingPunct="1">
                  <a:spcBef>
                    <a:spcPct val="40000"/>
                  </a:spcBef>
                  <a:buClrTx/>
                  <a:buFontTx/>
                  <a:buNone/>
                </a:pPr>
                <a:r>
                  <a:rPr kumimoji="1" lang="en-US" altLang="zh-CN" sz="2000">
                    <a:solidFill>
                      <a:schemeClr val="bg2"/>
                    </a:solidFill>
                    <a:latin typeface="Times New Roman" panose="02020603050405020304" pitchFamily="18" charset="0"/>
                  </a:rPr>
                  <a:t>drive</a:t>
                </a:r>
                <a:r>
                  <a:rPr kumimoji="1" lang="en-US" altLang="zh-CN" sz="1800">
                    <a:solidFill>
                      <a:schemeClr val="bg2"/>
                    </a:solidFill>
                    <a:latin typeface="Times New Roman" panose="02020603050405020304" pitchFamily="18" charset="0"/>
                  </a:rPr>
                  <a:t>()</a:t>
                </a:r>
              </a:p>
            </p:txBody>
          </p:sp>
          <p:sp>
            <p:nvSpPr>
              <p:cNvPr id="31805" name="Line 29"/>
              <p:cNvSpPr>
                <a:spLocks noChangeShapeType="1"/>
              </p:cNvSpPr>
              <p:nvPr/>
            </p:nvSpPr>
            <p:spPr bwMode="auto">
              <a:xfrm>
                <a:off x="3657" y="960"/>
                <a:ext cx="951" cy="0"/>
              </a:xfrm>
              <a:prstGeom prst="line">
                <a:avLst/>
              </a:prstGeom>
              <a:noFill/>
              <a:ln w="28575">
                <a:solidFill>
                  <a:srgbClr val="9A72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06" name="Line 30"/>
              <p:cNvSpPr>
                <a:spLocks noChangeShapeType="1"/>
              </p:cNvSpPr>
              <p:nvPr/>
            </p:nvSpPr>
            <p:spPr bwMode="auto">
              <a:xfrm>
                <a:off x="3663" y="1092"/>
                <a:ext cx="951" cy="0"/>
              </a:xfrm>
              <a:prstGeom prst="line">
                <a:avLst/>
              </a:prstGeom>
              <a:noFill/>
              <a:ln w="28575">
                <a:solidFill>
                  <a:srgbClr val="9A72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1789" name="Group 31"/>
            <p:cNvGrpSpPr>
              <a:grpSpLocks/>
            </p:cNvGrpSpPr>
            <p:nvPr/>
          </p:nvGrpSpPr>
          <p:grpSpPr bwMode="auto">
            <a:xfrm>
              <a:off x="4426" y="1868"/>
              <a:ext cx="720" cy="677"/>
              <a:chOff x="3657" y="640"/>
              <a:chExt cx="957" cy="677"/>
            </a:xfrm>
          </p:grpSpPr>
          <p:sp>
            <p:nvSpPr>
              <p:cNvPr id="31801" name="Rectangle 32"/>
              <p:cNvSpPr>
                <a:spLocks noChangeArrowheads="1"/>
              </p:cNvSpPr>
              <p:nvPr/>
            </p:nvSpPr>
            <p:spPr bwMode="auto">
              <a:xfrm>
                <a:off x="3666" y="640"/>
                <a:ext cx="942" cy="677"/>
              </a:xfrm>
              <a:prstGeom prst="rect">
                <a:avLst/>
              </a:prstGeom>
              <a:solidFill>
                <a:srgbClr val="FFFF99"/>
              </a:solidFill>
              <a:ln w="9525">
                <a:solidFill>
                  <a:srgbClr val="9A7200"/>
                </a:solidFill>
                <a:miter lim="800000"/>
                <a:headEnd/>
                <a:tailEnd/>
              </a:ln>
              <a:effectLst>
                <a:outerShdw dist="53882" dir="2700000" algn="ctr" rotWithShape="0">
                  <a:schemeClr val="bg2"/>
                </a:outerShdw>
              </a:effec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2000" b="1">
                    <a:solidFill>
                      <a:schemeClr val="bg2"/>
                    </a:solidFill>
                    <a:latin typeface="Times New Roman" panose="02020603050405020304" pitchFamily="18" charset="0"/>
                  </a:rPr>
                  <a:t>轮船</a:t>
                </a:r>
              </a:p>
              <a:p>
                <a:pPr algn="ctr" eaLnBrk="1" hangingPunct="1">
                  <a:lnSpc>
                    <a:spcPct val="80000"/>
                  </a:lnSpc>
                  <a:spcBef>
                    <a:spcPct val="0"/>
                  </a:spcBef>
                  <a:buClrTx/>
                  <a:buFontTx/>
                  <a:buNone/>
                </a:pPr>
                <a:endParaRPr kumimoji="1" lang="zh-CN" altLang="en-US" sz="2000" b="1">
                  <a:solidFill>
                    <a:schemeClr val="bg2"/>
                  </a:solidFill>
                  <a:latin typeface="Times New Roman" panose="02020603050405020304" pitchFamily="18" charset="0"/>
                </a:endParaRPr>
              </a:p>
              <a:p>
                <a:pPr algn="ctr" eaLnBrk="1" hangingPunct="1">
                  <a:spcBef>
                    <a:spcPct val="40000"/>
                  </a:spcBef>
                  <a:buClrTx/>
                  <a:buFontTx/>
                  <a:buNone/>
                </a:pPr>
                <a:r>
                  <a:rPr kumimoji="1" lang="en-US" altLang="zh-CN" sz="2000">
                    <a:solidFill>
                      <a:schemeClr val="bg2"/>
                    </a:solidFill>
                    <a:latin typeface="Times New Roman" panose="02020603050405020304" pitchFamily="18" charset="0"/>
                  </a:rPr>
                  <a:t>drive</a:t>
                </a:r>
                <a:r>
                  <a:rPr kumimoji="1" lang="en-US" altLang="zh-CN" sz="1800">
                    <a:solidFill>
                      <a:schemeClr val="bg2"/>
                    </a:solidFill>
                    <a:latin typeface="Times New Roman" panose="02020603050405020304" pitchFamily="18" charset="0"/>
                  </a:rPr>
                  <a:t>()</a:t>
                </a:r>
              </a:p>
            </p:txBody>
          </p:sp>
          <p:sp>
            <p:nvSpPr>
              <p:cNvPr id="31802" name="Line 33"/>
              <p:cNvSpPr>
                <a:spLocks noChangeShapeType="1"/>
              </p:cNvSpPr>
              <p:nvPr/>
            </p:nvSpPr>
            <p:spPr bwMode="auto">
              <a:xfrm>
                <a:off x="3657" y="960"/>
                <a:ext cx="951" cy="0"/>
              </a:xfrm>
              <a:prstGeom prst="line">
                <a:avLst/>
              </a:prstGeom>
              <a:noFill/>
              <a:ln w="28575">
                <a:solidFill>
                  <a:srgbClr val="9A72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803" name="Line 34"/>
              <p:cNvSpPr>
                <a:spLocks noChangeShapeType="1"/>
              </p:cNvSpPr>
              <p:nvPr/>
            </p:nvSpPr>
            <p:spPr bwMode="auto">
              <a:xfrm>
                <a:off x="3663" y="1092"/>
                <a:ext cx="951" cy="0"/>
              </a:xfrm>
              <a:prstGeom prst="line">
                <a:avLst/>
              </a:prstGeom>
              <a:noFill/>
              <a:ln w="28575">
                <a:solidFill>
                  <a:srgbClr val="9A72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1790" name="AutoShape 35"/>
            <p:cNvSpPr>
              <a:spLocks noChangeArrowheads="1"/>
            </p:cNvSpPr>
            <p:nvPr/>
          </p:nvSpPr>
          <p:spPr bwMode="auto">
            <a:xfrm rot="1899072">
              <a:off x="3747" y="1335"/>
              <a:ext cx="110" cy="129"/>
            </a:xfrm>
            <a:prstGeom prst="triangle">
              <a:avLst>
                <a:gd name="adj" fmla="val 50000"/>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31791" name="AutoShape 36"/>
            <p:cNvSpPr>
              <a:spLocks noChangeArrowheads="1"/>
            </p:cNvSpPr>
            <p:nvPr/>
          </p:nvSpPr>
          <p:spPr bwMode="auto">
            <a:xfrm rot="19700928" flipH="1">
              <a:off x="4419" y="1341"/>
              <a:ext cx="110" cy="129"/>
            </a:xfrm>
            <a:prstGeom prst="triangle">
              <a:avLst>
                <a:gd name="adj" fmla="val 50000"/>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31792" name="Line 37"/>
            <p:cNvSpPr>
              <a:spLocks noChangeShapeType="1"/>
            </p:cNvSpPr>
            <p:nvPr/>
          </p:nvSpPr>
          <p:spPr bwMode="auto">
            <a:xfrm>
              <a:off x="3438" y="2542"/>
              <a:ext cx="0" cy="384"/>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93" name="AutoShape 38"/>
            <p:cNvSpPr>
              <a:spLocks noChangeArrowheads="1"/>
            </p:cNvSpPr>
            <p:nvPr/>
          </p:nvSpPr>
          <p:spPr bwMode="auto">
            <a:xfrm flipV="1">
              <a:off x="3019" y="2889"/>
              <a:ext cx="910" cy="412"/>
            </a:xfrm>
            <a:prstGeom prst="foldedCorner">
              <a:avLst>
                <a:gd name="adj" fmla="val 15324"/>
              </a:avLst>
            </a:prstGeom>
            <a:solidFill>
              <a:srgbClr val="FFFF99"/>
            </a:solidFill>
            <a:ln w="19050">
              <a:solidFill>
                <a:srgbClr val="9A72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en-US" altLang="zh-CN" sz="2000">
                  <a:solidFill>
                    <a:schemeClr val="bg2"/>
                  </a:solidFill>
                  <a:latin typeface="Times New Roman" panose="02020603050405020304" pitchFamily="18" charset="0"/>
                </a:rPr>
                <a:t>drive</a:t>
              </a:r>
              <a:r>
                <a:rPr kumimoji="1" lang="en-US" altLang="zh-CN" sz="1800">
                  <a:solidFill>
                    <a:schemeClr val="bg2"/>
                  </a:solidFill>
                  <a:latin typeface="Times New Roman" panose="02020603050405020304" pitchFamily="18" charset="0"/>
                </a:rPr>
                <a:t>()</a:t>
              </a:r>
              <a:r>
                <a:rPr kumimoji="1" lang="zh-CN" altLang="en-US" sz="1600" b="1">
                  <a:solidFill>
                    <a:schemeClr val="bg2"/>
                  </a:solidFill>
                  <a:latin typeface="Times New Roman" panose="02020603050405020304" pitchFamily="18" charset="0"/>
                </a:rPr>
                <a:t>启动</a:t>
              </a:r>
            </a:p>
            <a:p>
              <a:pPr algn="ctr" eaLnBrk="1" hangingPunct="1">
                <a:spcBef>
                  <a:spcPct val="0"/>
                </a:spcBef>
                <a:buClrTx/>
                <a:buFontTx/>
                <a:buNone/>
              </a:pPr>
              <a:r>
                <a:rPr kumimoji="1" lang="zh-CN" altLang="en-US" sz="1600" b="1">
                  <a:solidFill>
                    <a:schemeClr val="bg2"/>
                  </a:solidFill>
                  <a:latin typeface="Times New Roman" panose="02020603050405020304" pitchFamily="18" charset="0"/>
                </a:rPr>
                <a:t>轮子转动</a:t>
              </a:r>
            </a:p>
          </p:txBody>
        </p:sp>
        <p:sp>
          <p:nvSpPr>
            <p:cNvPr id="31794" name="Line 39"/>
            <p:cNvSpPr>
              <a:spLocks noChangeShapeType="1"/>
            </p:cNvSpPr>
            <p:nvPr/>
          </p:nvSpPr>
          <p:spPr bwMode="auto">
            <a:xfrm>
              <a:off x="4821" y="2557"/>
              <a:ext cx="0" cy="384"/>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95" name="AutoShape 40"/>
            <p:cNvSpPr>
              <a:spLocks noChangeArrowheads="1"/>
            </p:cNvSpPr>
            <p:nvPr/>
          </p:nvSpPr>
          <p:spPr bwMode="auto">
            <a:xfrm flipV="1">
              <a:off x="4401" y="2886"/>
              <a:ext cx="878" cy="412"/>
            </a:xfrm>
            <a:prstGeom prst="foldedCorner">
              <a:avLst>
                <a:gd name="adj" fmla="val 17264"/>
              </a:avLst>
            </a:prstGeom>
            <a:solidFill>
              <a:srgbClr val="FFFF99"/>
            </a:solidFill>
            <a:ln w="19050">
              <a:solidFill>
                <a:srgbClr val="9A72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en-US" altLang="zh-CN" sz="2000">
                  <a:solidFill>
                    <a:schemeClr val="bg2"/>
                  </a:solidFill>
                  <a:latin typeface="Times New Roman" panose="02020603050405020304" pitchFamily="18" charset="0"/>
                </a:rPr>
                <a:t>drive</a:t>
              </a:r>
              <a:r>
                <a:rPr kumimoji="1" lang="en-US" altLang="zh-CN" sz="1800">
                  <a:solidFill>
                    <a:schemeClr val="bg2"/>
                  </a:solidFill>
                  <a:latin typeface="Times New Roman" panose="02020603050405020304" pitchFamily="18" charset="0"/>
                </a:rPr>
                <a:t>()</a:t>
              </a:r>
              <a:r>
                <a:rPr kumimoji="1" lang="zh-CN" altLang="en-US" sz="1600" b="1">
                  <a:solidFill>
                    <a:schemeClr val="bg2"/>
                  </a:solidFill>
                  <a:latin typeface="Times New Roman" panose="02020603050405020304" pitchFamily="18" charset="0"/>
                </a:rPr>
                <a:t>启动</a:t>
              </a:r>
            </a:p>
            <a:p>
              <a:pPr algn="ctr" eaLnBrk="1" hangingPunct="1">
                <a:spcBef>
                  <a:spcPct val="0"/>
                </a:spcBef>
                <a:buClrTx/>
                <a:buFontTx/>
                <a:buNone/>
              </a:pPr>
              <a:r>
                <a:rPr kumimoji="1" lang="zh-CN" altLang="en-US" sz="1600" b="1">
                  <a:solidFill>
                    <a:schemeClr val="bg2"/>
                  </a:solidFill>
                  <a:latin typeface="Times New Roman" panose="02020603050405020304" pitchFamily="18" charset="0"/>
                </a:rPr>
                <a:t>螺旋浆</a:t>
              </a:r>
            </a:p>
          </p:txBody>
        </p:sp>
        <p:sp>
          <p:nvSpPr>
            <p:cNvPr id="31796" name="Rectangle 41"/>
            <p:cNvSpPr>
              <a:spLocks noChangeArrowheads="1"/>
            </p:cNvSpPr>
            <p:nvPr/>
          </p:nvSpPr>
          <p:spPr bwMode="auto">
            <a:xfrm>
              <a:off x="2568" y="850"/>
              <a:ext cx="686" cy="239"/>
            </a:xfrm>
            <a:prstGeom prst="rect">
              <a:avLst/>
            </a:prstGeom>
            <a:solidFill>
              <a:srgbClr val="FFFF99"/>
            </a:solidFill>
            <a:ln w="9525">
              <a:solidFill>
                <a:srgbClr val="9A72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en-US" altLang="zh-CN" sz="1800" b="1">
                  <a:solidFill>
                    <a:schemeClr val="bg2"/>
                  </a:solidFill>
                  <a:latin typeface="Times New Roman" panose="02020603050405020304" pitchFamily="18" charset="0"/>
                </a:rPr>
                <a:t>Person</a:t>
              </a:r>
            </a:p>
          </p:txBody>
        </p:sp>
        <p:sp>
          <p:nvSpPr>
            <p:cNvPr id="31797" name="Line 42"/>
            <p:cNvSpPr>
              <a:spLocks noChangeShapeType="1"/>
            </p:cNvSpPr>
            <p:nvPr/>
          </p:nvSpPr>
          <p:spPr bwMode="auto">
            <a:xfrm>
              <a:off x="3255" y="969"/>
              <a:ext cx="411"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98" name="Text Box 43"/>
            <p:cNvSpPr txBox="1">
              <a:spLocks noChangeArrowheads="1"/>
            </p:cNvSpPr>
            <p:nvPr/>
          </p:nvSpPr>
          <p:spPr bwMode="auto">
            <a:xfrm>
              <a:off x="3273" y="712"/>
              <a:ext cx="457" cy="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kumimoji="1" lang="zh-CN" altLang="en-US" sz="1600" b="1">
                  <a:latin typeface="Times New Roman" panose="02020603050405020304" pitchFamily="18" charset="0"/>
                </a:rPr>
                <a:t>驾驶</a:t>
              </a:r>
            </a:p>
          </p:txBody>
        </p:sp>
        <p:sp>
          <p:nvSpPr>
            <p:cNvPr id="31799" name="AutoShape 44"/>
            <p:cNvSpPr>
              <a:spLocks noChangeArrowheads="1"/>
            </p:cNvSpPr>
            <p:nvPr/>
          </p:nvSpPr>
          <p:spPr bwMode="auto">
            <a:xfrm flipV="1">
              <a:off x="4790" y="824"/>
              <a:ext cx="850" cy="403"/>
            </a:xfrm>
            <a:prstGeom prst="foldedCorner">
              <a:avLst>
                <a:gd name="adj" fmla="val 17264"/>
              </a:avLst>
            </a:prstGeom>
            <a:solidFill>
              <a:srgbClr val="FFFF99"/>
            </a:solidFill>
            <a:ln w="19050">
              <a:solidFill>
                <a:srgbClr val="9A72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en-US" altLang="zh-CN" sz="2000">
                  <a:solidFill>
                    <a:schemeClr val="bg2"/>
                  </a:solidFill>
                  <a:latin typeface="Times New Roman" panose="02020603050405020304" pitchFamily="18" charset="0"/>
                </a:rPr>
                <a:t>drive</a:t>
              </a:r>
              <a:r>
                <a:rPr kumimoji="1" lang="en-US" altLang="zh-CN" sz="1800">
                  <a:solidFill>
                    <a:schemeClr val="bg2"/>
                  </a:solidFill>
                  <a:latin typeface="Times New Roman" panose="02020603050405020304" pitchFamily="18" charset="0"/>
                </a:rPr>
                <a:t>()</a:t>
              </a:r>
              <a:r>
                <a:rPr kumimoji="1" lang="zh-CN" altLang="en-US" sz="1600" b="1">
                  <a:solidFill>
                    <a:schemeClr val="bg2"/>
                  </a:solidFill>
                  <a:latin typeface="Times New Roman" panose="02020603050405020304" pitchFamily="18" charset="0"/>
                </a:rPr>
                <a:t>是</a:t>
              </a:r>
            </a:p>
            <a:p>
              <a:pPr algn="ctr" eaLnBrk="1" hangingPunct="1">
                <a:spcBef>
                  <a:spcPct val="0"/>
                </a:spcBef>
                <a:buClrTx/>
                <a:buFontTx/>
                <a:buNone/>
              </a:pPr>
              <a:r>
                <a:rPr kumimoji="1" lang="zh-CN" altLang="en-US" sz="1600" b="1">
                  <a:solidFill>
                    <a:schemeClr val="bg2"/>
                  </a:solidFill>
                  <a:latin typeface="Times New Roman" panose="02020603050405020304" pitchFamily="18" charset="0"/>
                </a:rPr>
                <a:t>抽象操作</a:t>
              </a:r>
            </a:p>
          </p:txBody>
        </p:sp>
        <p:sp>
          <p:nvSpPr>
            <p:cNvPr id="31800" name="Line 45"/>
            <p:cNvSpPr>
              <a:spLocks noChangeShapeType="1"/>
            </p:cNvSpPr>
            <p:nvPr/>
          </p:nvSpPr>
          <p:spPr bwMode="auto">
            <a:xfrm>
              <a:off x="4517" y="987"/>
              <a:ext cx="274" cy="1"/>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499758" name="Text Box 46"/>
          <p:cNvSpPr txBox="1">
            <a:spLocks noChangeArrowheads="1"/>
          </p:cNvSpPr>
          <p:nvPr/>
        </p:nvSpPr>
        <p:spPr bwMode="auto">
          <a:xfrm>
            <a:off x="5287963" y="5489575"/>
            <a:ext cx="2884487" cy="582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fontAlgn="ctr" hangingPunct="1">
              <a:lnSpc>
                <a:spcPct val="90000"/>
              </a:lnSpc>
              <a:spcBef>
                <a:spcPct val="20000"/>
              </a:spcBef>
              <a:defRPr/>
            </a:pPr>
            <a:r>
              <a:rPr kumimoji="1" lang="zh-CN" altLang="en-US" sz="1600">
                <a:effectLst>
                  <a:outerShdw blurRad="38100" dist="38100" dir="2700000" algn="tl">
                    <a:srgbClr val="C0C0C0"/>
                  </a:outerShdw>
                </a:effectLst>
                <a:latin typeface="宋体" pitchFamily="2" charset="-122"/>
              </a:rPr>
              <a:t>泛化中的多态性</a:t>
            </a:r>
          </a:p>
          <a:p>
            <a:pPr algn="ctr" eaLnBrk="1" fontAlgn="ctr" hangingPunct="1">
              <a:lnSpc>
                <a:spcPct val="90000"/>
              </a:lnSpc>
              <a:spcBef>
                <a:spcPct val="20000"/>
              </a:spcBef>
              <a:defRPr/>
            </a:pPr>
            <a:r>
              <a:rPr kumimoji="1" lang="zh-CN" altLang="en-US" sz="1600">
                <a:effectLst>
                  <a:outerShdw blurRad="38100" dist="38100" dir="2700000" algn="tl">
                    <a:srgbClr val="C0C0C0"/>
                  </a:outerShdw>
                </a:effectLst>
                <a:latin typeface="宋体" pitchFamily="2" charset="-122"/>
              </a:rPr>
              <a:t>及带识别名称的泛化</a:t>
            </a:r>
          </a:p>
        </p:txBody>
      </p:sp>
      <p:sp>
        <p:nvSpPr>
          <p:cNvPr id="499759" name="Text Box 47"/>
          <p:cNvSpPr txBox="1">
            <a:spLocks noChangeArrowheads="1"/>
          </p:cNvSpPr>
          <p:nvPr/>
        </p:nvSpPr>
        <p:spPr bwMode="auto">
          <a:xfrm>
            <a:off x="4383088" y="2497138"/>
            <a:ext cx="1595437"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kumimoji="1" lang="en-US" altLang="zh-CN" sz="1800" b="1">
                <a:latin typeface="Times New Roman" panose="02020603050405020304" pitchFamily="18" charset="0"/>
              </a:rPr>
              <a:t>{propulsion}</a:t>
            </a:r>
          </a:p>
        </p:txBody>
      </p:sp>
      <p:sp>
        <p:nvSpPr>
          <p:cNvPr id="499760" name="Text Box 48"/>
          <p:cNvSpPr txBox="1">
            <a:spLocks noChangeArrowheads="1"/>
          </p:cNvSpPr>
          <p:nvPr/>
        </p:nvSpPr>
        <p:spPr bwMode="auto">
          <a:xfrm>
            <a:off x="7548563" y="2503488"/>
            <a:ext cx="142081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kumimoji="1" lang="en-US" altLang="zh-CN" sz="1800" b="1">
                <a:latin typeface="Times New Roman" panose="02020603050405020304" pitchFamily="18" charset="0"/>
              </a:rPr>
              <a:t>{propulsion}</a:t>
            </a:r>
          </a:p>
        </p:txBody>
      </p:sp>
      <p:grpSp>
        <p:nvGrpSpPr>
          <p:cNvPr id="31756" name="Group 49"/>
          <p:cNvGrpSpPr>
            <a:grpSpLocks/>
          </p:cNvGrpSpPr>
          <p:nvPr/>
        </p:nvGrpSpPr>
        <p:grpSpPr bwMode="auto">
          <a:xfrm>
            <a:off x="646113" y="1090613"/>
            <a:ext cx="3787775" cy="3141662"/>
            <a:chOff x="407" y="687"/>
            <a:chExt cx="2386" cy="1979"/>
          </a:xfrm>
        </p:grpSpPr>
        <p:sp>
          <p:nvSpPr>
            <p:cNvPr id="31760" name="Rectangle 50"/>
            <p:cNvSpPr>
              <a:spLocks noChangeArrowheads="1"/>
            </p:cNvSpPr>
            <p:nvPr/>
          </p:nvSpPr>
          <p:spPr bwMode="auto">
            <a:xfrm>
              <a:off x="1696" y="1083"/>
              <a:ext cx="109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en-US" altLang="zh-CN" sz="2000" b="1">
                  <a:latin typeface="Times New Roman" panose="02020603050405020304" pitchFamily="18" charset="0"/>
                  <a:ea typeface="楷体_GB2312" pitchFamily="49" charset="-122"/>
                </a:rPr>
                <a:t>{overlapping}</a:t>
              </a:r>
            </a:p>
          </p:txBody>
        </p:sp>
        <p:sp>
          <p:nvSpPr>
            <p:cNvPr id="31761" name="Rectangle 51"/>
            <p:cNvSpPr>
              <a:spLocks noChangeArrowheads="1"/>
            </p:cNvSpPr>
            <p:nvPr/>
          </p:nvSpPr>
          <p:spPr bwMode="auto">
            <a:xfrm>
              <a:off x="795" y="687"/>
              <a:ext cx="828" cy="202"/>
            </a:xfrm>
            <a:prstGeom prst="rect">
              <a:avLst/>
            </a:prstGeom>
            <a:solidFill>
              <a:srgbClr val="FFFF99"/>
            </a:solidFill>
            <a:ln>
              <a:noFill/>
            </a:ln>
            <a:effectLst>
              <a:outerShdw dist="53882"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2000" b="1">
                  <a:solidFill>
                    <a:schemeClr val="bg2"/>
                  </a:solidFill>
                  <a:latin typeface="Times New Roman" panose="02020603050405020304" pitchFamily="18" charset="0"/>
                </a:rPr>
                <a:t>交通工具</a:t>
              </a:r>
            </a:p>
          </p:txBody>
        </p:sp>
        <p:grpSp>
          <p:nvGrpSpPr>
            <p:cNvPr id="31762" name="Group 52"/>
            <p:cNvGrpSpPr>
              <a:grpSpLocks/>
            </p:cNvGrpSpPr>
            <p:nvPr/>
          </p:nvGrpSpPr>
          <p:grpSpPr bwMode="auto">
            <a:xfrm>
              <a:off x="1136" y="896"/>
              <a:ext cx="101" cy="242"/>
              <a:chOff x="1328" y="941"/>
              <a:chExt cx="111" cy="324"/>
            </a:xfrm>
          </p:grpSpPr>
          <p:sp>
            <p:nvSpPr>
              <p:cNvPr id="31783" name="Line 53"/>
              <p:cNvSpPr>
                <a:spLocks noChangeShapeType="1"/>
              </p:cNvSpPr>
              <p:nvPr/>
            </p:nvSpPr>
            <p:spPr bwMode="auto">
              <a:xfrm>
                <a:off x="1388" y="1047"/>
                <a:ext cx="0" cy="21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84" name="AutoShape 54"/>
              <p:cNvSpPr>
                <a:spLocks noChangeArrowheads="1"/>
              </p:cNvSpPr>
              <p:nvPr/>
            </p:nvSpPr>
            <p:spPr bwMode="auto">
              <a:xfrm>
                <a:off x="1328" y="941"/>
                <a:ext cx="111" cy="105"/>
              </a:xfrm>
              <a:prstGeom prst="triangle">
                <a:avLst>
                  <a:gd name="adj" fmla="val 50000"/>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grpSp>
        <p:sp>
          <p:nvSpPr>
            <p:cNvPr id="31763" name="Line 55"/>
            <p:cNvSpPr>
              <a:spLocks noChangeShapeType="1"/>
            </p:cNvSpPr>
            <p:nvPr/>
          </p:nvSpPr>
          <p:spPr bwMode="auto">
            <a:xfrm>
              <a:off x="407" y="1365"/>
              <a:ext cx="1902" cy="1"/>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64" name="Line 56"/>
            <p:cNvSpPr>
              <a:spLocks noChangeShapeType="1"/>
            </p:cNvSpPr>
            <p:nvPr/>
          </p:nvSpPr>
          <p:spPr bwMode="auto">
            <a:xfrm>
              <a:off x="695" y="1120"/>
              <a:ext cx="1041"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65" name="Line 57"/>
            <p:cNvSpPr>
              <a:spLocks noChangeShapeType="1"/>
            </p:cNvSpPr>
            <p:nvPr/>
          </p:nvSpPr>
          <p:spPr bwMode="auto">
            <a:xfrm>
              <a:off x="699" y="1112"/>
              <a:ext cx="0" cy="381"/>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66" name="AutoShape 58"/>
            <p:cNvSpPr>
              <a:spLocks noChangeArrowheads="1"/>
            </p:cNvSpPr>
            <p:nvPr/>
          </p:nvSpPr>
          <p:spPr bwMode="auto">
            <a:xfrm>
              <a:off x="1684" y="1507"/>
              <a:ext cx="84" cy="105"/>
            </a:xfrm>
            <a:prstGeom prst="triangle">
              <a:avLst>
                <a:gd name="adj" fmla="val 50000"/>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31767" name="AutoShape 59"/>
            <p:cNvSpPr>
              <a:spLocks noChangeArrowheads="1"/>
            </p:cNvSpPr>
            <p:nvPr/>
          </p:nvSpPr>
          <p:spPr bwMode="auto">
            <a:xfrm>
              <a:off x="651" y="1520"/>
              <a:ext cx="84" cy="105"/>
            </a:xfrm>
            <a:prstGeom prst="triangle">
              <a:avLst>
                <a:gd name="adj" fmla="val 50000"/>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31768" name="Line 60"/>
            <p:cNvSpPr>
              <a:spLocks noChangeShapeType="1"/>
            </p:cNvSpPr>
            <p:nvPr/>
          </p:nvSpPr>
          <p:spPr bwMode="auto">
            <a:xfrm>
              <a:off x="701" y="1920"/>
              <a:ext cx="342"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69" name="Line 61"/>
            <p:cNvSpPr>
              <a:spLocks noChangeShapeType="1"/>
            </p:cNvSpPr>
            <p:nvPr/>
          </p:nvSpPr>
          <p:spPr bwMode="auto">
            <a:xfrm>
              <a:off x="1386" y="1907"/>
              <a:ext cx="341"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70" name="Line 62"/>
            <p:cNvSpPr>
              <a:spLocks noChangeShapeType="1"/>
            </p:cNvSpPr>
            <p:nvPr/>
          </p:nvSpPr>
          <p:spPr bwMode="auto">
            <a:xfrm flipH="1">
              <a:off x="1036" y="1912"/>
              <a:ext cx="0" cy="24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71" name="Line 63"/>
            <p:cNvSpPr>
              <a:spLocks noChangeShapeType="1"/>
            </p:cNvSpPr>
            <p:nvPr/>
          </p:nvSpPr>
          <p:spPr bwMode="auto">
            <a:xfrm flipH="1">
              <a:off x="1391" y="1907"/>
              <a:ext cx="1" cy="25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99776" name="Text Box 64"/>
            <p:cNvSpPr txBox="1">
              <a:spLocks noChangeArrowheads="1"/>
            </p:cNvSpPr>
            <p:nvPr/>
          </p:nvSpPr>
          <p:spPr bwMode="auto">
            <a:xfrm>
              <a:off x="511" y="2469"/>
              <a:ext cx="1527" cy="1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fontAlgn="ctr" hangingPunct="1">
                <a:lnSpc>
                  <a:spcPct val="90000"/>
                </a:lnSpc>
                <a:spcBef>
                  <a:spcPct val="20000"/>
                </a:spcBef>
                <a:defRPr/>
              </a:pPr>
              <a:r>
                <a:rPr kumimoji="1" lang="zh-CN" altLang="en-US" sz="1600">
                  <a:effectLst>
                    <a:outerShdw blurRad="38100" dist="38100" dir="2700000" algn="tl">
                      <a:srgbClr val="C0C0C0"/>
                    </a:outerShdw>
                  </a:effectLst>
                  <a:latin typeface="宋体" pitchFamily="2" charset="-122"/>
                </a:rPr>
                <a:t>重叠泛化</a:t>
              </a:r>
              <a:endParaRPr kumimoji="1" lang="zh-CN" altLang="en-US" sz="2400">
                <a:latin typeface="Times New Roman" pitchFamily="18" charset="0"/>
              </a:endParaRPr>
            </a:p>
          </p:txBody>
        </p:sp>
        <p:sp>
          <p:nvSpPr>
            <p:cNvPr id="31773" name="Rectangle 65"/>
            <p:cNvSpPr>
              <a:spLocks noChangeArrowheads="1"/>
            </p:cNvSpPr>
            <p:nvPr/>
          </p:nvSpPr>
          <p:spPr bwMode="auto">
            <a:xfrm>
              <a:off x="428" y="1457"/>
              <a:ext cx="494" cy="202"/>
            </a:xfrm>
            <a:prstGeom prst="rect">
              <a:avLst/>
            </a:prstGeom>
            <a:solidFill>
              <a:srgbClr val="FFFF99"/>
            </a:solidFill>
            <a:ln w="9525">
              <a:solidFill>
                <a:schemeClr val="tx1"/>
              </a:solidFill>
              <a:miter lim="800000"/>
              <a:headEnd/>
              <a:tailEnd/>
            </a:ln>
            <a:effectLst>
              <a:outerShdw dist="53882" dir="2700000" algn="ctr" rotWithShape="0">
                <a:schemeClr val="bg2"/>
              </a:outerShdw>
            </a:effec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2000" b="1">
                  <a:solidFill>
                    <a:schemeClr val="bg2"/>
                  </a:solidFill>
                  <a:latin typeface="Times New Roman" panose="02020603050405020304" pitchFamily="18" charset="0"/>
                </a:rPr>
                <a:t>汽车</a:t>
              </a:r>
            </a:p>
          </p:txBody>
        </p:sp>
        <p:sp>
          <p:nvSpPr>
            <p:cNvPr id="31774" name="Rectangle 66"/>
            <p:cNvSpPr>
              <a:spLocks noChangeArrowheads="1"/>
            </p:cNvSpPr>
            <p:nvPr/>
          </p:nvSpPr>
          <p:spPr bwMode="auto">
            <a:xfrm>
              <a:off x="1462" y="1451"/>
              <a:ext cx="494" cy="202"/>
            </a:xfrm>
            <a:prstGeom prst="rect">
              <a:avLst/>
            </a:prstGeom>
            <a:solidFill>
              <a:srgbClr val="FFFF99"/>
            </a:solidFill>
            <a:ln>
              <a:noFill/>
            </a:ln>
            <a:effectLst>
              <a:outerShdw dist="53882" dir="2700000" algn="ctr" rotWithShape="0">
                <a:schemeClr val="bg2"/>
              </a:outer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2000" b="1">
                  <a:solidFill>
                    <a:schemeClr val="bg2"/>
                  </a:solidFill>
                  <a:latin typeface="Times New Roman" panose="02020603050405020304" pitchFamily="18" charset="0"/>
                </a:rPr>
                <a:t>船</a:t>
              </a:r>
            </a:p>
          </p:txBody>
        </p:sp>
        <p:sp>
          <p:nvSpPr>
            <p:cNvPr id="31775" name="Rectangle 67"/>
            <p:cNvSpPr>
              <a:spLocks noChangeArrowheads="1"/>
            </p:cNvSpPr>
            <p:nvPr/>
          </p:nvSpPr>
          <p:spPr bwMode="auto">
            <a:xfrm>
              <a:off x="698" y="2121"/>
              <a:ext cx="1016" cy="259"/>
            </a:xfrm>
            <a:prstGeom prst="rect">
              <a:avLst/>
            </a:prstGeom>
            <a:solidFill>
              <a:srgbClr val="FFFF99"/>
            </a:solidFill>
            <a:ln w="9525">
              <a:solidFill>
                <a:schemeClr val="tx1"/>
              </a:solidFill>
              <a:miter lim="800000"/>
              <a:headEnd/>
              <a:tailEnd/>
            </a:ln>
            <a:effectLst>
              <a:outerShdw dist="53882" dir="2700000" algn="ctr" rotWithShape="0">
                <a:schemeClr val="bg2"/>
              </a:outerShdw>
            </a:effec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2000" b="1">
                  <a:solidFill>
                    <a:schemeClr val="bg2"/>
                  </a:solidFill>
                  <a:latin typeface="Times New Roman" panose="02020603050405020304" pitchFamily="18" charset="0"/>
                </a:rPr>
                <a:t>水陆两栖车</a:t>
              </a:r>
            </a:p>
          </p:txBody>
        </p:sp>
        <p:sp>
          <p:nvSpPr>
            <p:cNvPr id="31776" name="Line 68"/>
            <p:cNvSpPr>
              <a:spLocks noChangeShapeType="1"/>
            </p:cNvSpPr>
            <p:nvPr/>
          </p:nvSpPr>
          <p:spPr bwMode="auto">
            <a:xfrm>
              <a:off x="1728" y="1112"/>
              <a:ext cx="0" cy="36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31777" name="Group 69"/>
            <p:cNvGrpSpPr>
              <a:grpSpLocks/>
            </p:cNvGrpSpPr>
            <p:nvPr/>
          </p:nvGrpSpPr>
          <p:grpSpPr bwMode="auto">
            <a:xfrm>
              <a:off x="647" y="1676"/>
              <a:ext cx="101" cy="242"/>
              <a:chOff x="1328" y="941"/>
              <a:chExt cx="111" cy="324"/>
            </a:xfrm>
          </p:grpSpPr>
          <p:sp>
            <p:nvSpPr>
              <p:cNvPr id="31781" name="Line 70"/>
              <p:cNvSpPr>
                <a:spLocks noChangeShapeType="1"/>
              </p:cNvSpPr>
              <p:nvPr/>
            </p:nvSpPr>
            <p:spPr bwMode="auto">
              <a:xfrm>
                <a:off x="1388" y="1047"/>
                <a:ext cx="0" cy="21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82" name="AutoShape 71"/>
              <p:cNvSpPr>
                <a:spLocks noChangeArrowheads="1"/>
              </p:cNvSpPr>
              <p:nvPr/>
            </p:nvSpPr>
            <p:spPr bwMode="auto">
              <a:xfrm>
                <a:off x="1328" y="941"/>
                <a:ext cx="111" cy="105"/>
              </a:xfrm>
              <a:prstGeom prst="triangle">
                <a:avLst>
                  <a:gd name="adj" fmla="val 50000"/>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grpSp>
        <p:grpSp>
          <p:nvGrpSpPr>
            <p:cNvPr id="31778" name="Group 72"/>
            <p:cNvGrpSpPr>
              <a:grpSpLocks/>
            </p:cNvGrpSpPr>
            <p:nvPr/>
          </p:nvGrpSpPr>
          <p:grpSpPr bwMode="auto">
            <a:xfrm>
              <a:off x="1661" y="1673"/>
              <a:ext cx="101" cy="242"/>
              <a:chOff x="1328" y="941"/>
              <a:chExt cx="111" cy="324"/>
            </a:xfrm>
          </p:grpSpPr>
          <p:sp>
            <p:nvSpPr>
              <p:cNvPr id="31779" name="Line 73"/>
              <p:cNvSpPr>
                <a:spLocks noChangeShapeType="1"/>
              </p:cNvSpPr>
              <p:nvPr/>
            </p:nvSpPr>
            <p:spPr bwMode="auto">
              <a:xfrm>
                <a:off x="1388" y="1047"/>
                <a:ext cx="0" cy="218"/>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1780" name="AutoShape 74"/>
              <p:cNvSpPr>
                <a:spLocks noChangeArrowheads="1"/>
              </p:cNvSpPr>
              <p:nvPr/>
            </p:nvSpPr>
            <p:spPr bwMode="auto">
              <a:xfrm>
                <a:off x="1328" y="941"/>
                <a:ext cx="111" cy="105"/>
              </a:xfrm>
              <a:prstGeom prst="triangle">
                <a:avLst>
                  <a:gd name="adj" fmla="val 50000"/>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grpSp>
      </p:grpSp>
      <p:sp>
        <p:nvSpPr>
          <p:cNvPr id="31757" name="Oval 75">
            <a:hlinkClick r:id="" action="ppaction://hlinkshowjump?jump=previousslide"/>
          </p:cNvPr>
          <p:cNvSpPr>
            <a:spLocks noChangeArrowheads="1"/>
          </p:cNvSpPr>
          <p:nvPr/>
        </p:nvSpPr>
        <p:spPr bwMode="auto">
          <a:xfrm>
            <a:off x="6370638" y="6383338"/>
            <a:ext cx="754062" cy="334962"/>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CC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31758" name="Oval 76">
            <a:hlinkClick r:id="" action="ppaction://hlinkshowjump?jump=nextslide"/>
          </p:cNvPr>
          <p:cNvSpPr>
            <a:spLocks noChangeArrowheads="1"/>
          </p:cNvSpPr>
          <p:nvPr/>
        </p:nvSpPr>
        <p:spPr bwMode="auto">
          <a:xfrm>
            <a:off x="7237413" y="6388100"/>
            <a:ext cx="754062" cy="334963"/>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CC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31759" name="Oval 77">
            <a:hlinkClick r:id="" action="ppaction://hlinkshowjump?jump=firstslide"/>
          </p:cNvPr>
          <p:cNvSpPr>
            <a:spLocks noChangeArrowheads="1"/>
          </p:cNvSpPr>
          <p:nvPr/>
        </p:nvSpPr>
        <p:spPr bwMode="auto">
          <a:xfrm>
            <a:off x="8147050" y="6388100"/>
            <a:ext cx="754063" cy="334963"/>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CC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Tree>
  </p:cSld>
  <p:clrMapOvr>
    <a:masterClrMapping/>
  </p:clrMapOvr>
  <p:transition advClick="0">
    <p:wheel spokes="8"/>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499731"/>
                                        </p:tgtEl>
                                        <p:attrNameLst>
                                          <p:attrName>style.visibility</p:attrName>
                                        </p:attrNameLst>
                                      </p:cBhvr>
                                      <p:to>
                                        <p:strVal val="visible"/>
                                      </p:to>
                                    </p:set>
                                  </p:childTnLst>
                                </p:cTn>
                              </p:par>
                            </p:childTnLst>
                          </p:cTn>
                        </p:par>
                        <p:par>
                          <p:cTn id="7" fill="hold" nodeType="afterGroup">
                            <p:stCondLst>
                              <p:cond delay="500"/>
                            </p:stCondLst>
                            <p:childTnLst>
                              <p:par>
                                <p:cTn id="8" presetID="1" presetClass="entr" presetSubtype="0" fill="hold" nodeType="afterEffect">
                                  <p:stCondLst>
                                    <p:cond delay="0"/>
                                  </p:stCondLst>
                                  <p:childTnLst>
                                    <p:set>
                                      <p:cBhvr>
                                        <p:cTn id="9" dur="1" fill="hold">
                                          <p:stCondLst>
                                            <p:cond delay="499"/>
                                          </p:stCondLst>
                                        </p:cTn>
                                        <p:tgtEl>
                                          <p:spTgt spid="499717"/>
                                        </p:tgtEl>
                                        <p:attrNameLst>
                                          <p:attrName>style.visibility</p:attrName>
                                        </p:attrNameLst>
                                      </p:cBhvr>
                                      <p:to>
                                        <p:strVal val="visible"/>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1" presetClass="entr" presetSubtype="0" fill="hold" nodeType="clickEffect">
                                  <p:stCondLst>
                                    <p:cond delay="0"/>
                                  </p:stCondLst>
                                  <p:childTnLst>
                                    <p:set>
                                      <p:cBhvr>
                                        <p:cTn id="13" dur="1" fill="hold">
                                          <p:stCondLst>
                                            <p:cond delay="499"/>
                                          </p:stCondLst>
                                        </p:cTn>
                                        <p:tgtEl>
                                          <p:spTgt spid="499732"/>
                                        </p:tgtEl>
                                        <p:attrNameLst>
                                          <p:attrName>style.visibility</p:attrName>
                                        </p:attrNameLst>
                                      </p:cBhvr>
                                      <p:to>
                                        <p:strVal val="visible"/>
                                      </p:to>
                                    </p:set>
                                  </p:childTnLst>
                                </p:cTn>
                              </p:par>
                            </p:childTnLst>
                          </p:cTn>
                        </p:par>
                        <p:par>
                          <p:cTn id="14" fill="hold" nodeType="afterGroup">
                            <p:stCondLst>
                              <p:cond delay="500"/>
                            </p:stCondLst>
                            <p:childTnLst>
                              <p:par>
                                <p:cTn id="15" presetID="1" presetClass="entr" presetSubtype="0" fill="hold" grpId="0" nodeType="afterEffect">
                                  <p:stCondLst>
                                    <p:cond delay="0"/>
                                  </p:stCondLst>
                                  <p:childTnLst>
                                    <p:set>
                                      <p:cBhvr>
                                        <p:cTn id="16" dur="1" fill="hold">
                                          <p:stCondLst>
                                            <p:cond delay="499"/>
                                          </p:stCondLst>
                                        </p:cTn>
                                        <p:tgtEl>
                                          <p:spTgt spid="499758"/>
                                        </p:tgtEl>
                                        <p:attrNameLst>
                                          <p:attrName>style.visibility</p:attrName>
                                        </p:attrNameLst>
                                      </p:cBhvr>
                                      <p:to>
                                        <p:strVal val="visible"/>
                                      </p:to>
                                    </p:set>
                                  </p:childTnLst>
                                </p:cTn>
                              </p:par>
                            </p:childTnLst>
                          </p:cTn>
                        </p:par>
                        <p:par>
                          <p:cTn id="17" fill="hold" nodeType="afterGroup">
                            <p:stCondLst>
                              <p:cond delay="1000"/>
                            </p:stCondLst>
                            <p:childTnLst>
                              <p:par>
                                <p:cTn id="18" presetID="1" presetClass="entr" presetSubtype="0" fill="hold" grpId="0" nodeType="afterEffect">
                                  <p:stCondLst>
                                    <p:cond delay="0"/>
                                  </p:stCondLst>
                                  <p:childTnLst>
                                    <p:set>
                                      <p:cBhvr>
                                        <p:cTn id="19" dur="1" fill="hold">
                                          <p:stCondLst>
                                            <p:cond delay="499"/>
                                          </p:stCondLst>
                                        </p:cTn>
                                        <p:tgtEl>
                                          <p:spTgt spid="499759"/>
                                        </p:tgtEl>
                                        <p:attrNameLst>
                                          <p:attrName>style.visibility</p:attrName>
                                        </p:attrNameLst>
                                      </p:cBhvr>
                                      <p:to>
                                        <p:strVal val="visible"/>
                                      </p:to>
                                    </p:set>
                                  </p:childTnLst>
                                </p:cTn>
                              </p:par>
                            </p:childTnLst>
                          </p:cTn>
                        </p:par>
                        <p:par>
                          <p:cTn id="20" fill="hold" nodeType="afterGroup">
                            <p:stCondLst>
                              <p:cond delay="1500"/>
                            </p:stCondLst>
                            <p:childTnLst>
                              <p:par>
                                <p:cTn id="21" presetID="1" presetClass="entr" presetSubtype="0" fill="hold" grpId="0" nodeType="afterEffect">
                                  <p:stCondLst>
                                    <p:cond delay="0"/>
                                  </p:stCondLst>
                                  <p:childTnLst>
                                    <p:set>
                                      <p:cBhvr>
                                        <p:cTn id="22" dur="1" fill="hold">
                                          <p:stCondLst>
                                            <p:cond delay="499"/>
                                          </p:stCondLst>
                                        </p:cTn>
                                        <p:tgtEl>
                                          <p:spTgt spid="4997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9731" grpId="0" autoUpdateAnimBg="0"/>
      <p:bldP spid="499758" grpId="0" autoUpdateAnimBg="0"/>
      <p:bldP spid="499759" grpId="0" autoUpdateAnimBg="0"/>
      <p:bldP spid="499760"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2770" name="日期占位符 3"/>
          <p:cNvSpPr>
            <a:spLocks noGrp="1"/>
          </p:cNvSpPr>
          <p:nvPr>
            <p:ph type="dt" sz="quarter" idx="10"/>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BFB1CEFC-6C93-44A8-84DA-B5D2D6902F21}" type="datetime8">
              <a:rPr lang="zh-CN" altLang="en-US" sz="1400" smtClean="0"/>
              <a:pPr>
                <a:spcBef>
                  <a:spcPct val="0"/>
                </a:spcBef>
                <a:buClrTx/>
                <a:buFontTx/>
                <a:buNone/>
              </a:pPr>
              <a:t>2020年5月12日3时0分</a:t>
            </a:fld>
            <a:endParaRPr lang="en-US" altLang="zh-CN" sz="1400" smtClean="0"/>
          </a:p>
        </p:txBody>
      </p:sp>
      <p:sp>
        <p:nvSpPr>
          <p:cNvPr id="32771" name="灯片编号占位符 5"/>
          <p:cNvSpPr>
            <a:spLocks noGrp="1"/>
          </p:cNvSpPr>
          <p:nvPr>
            <p:ph type="sldNum" sz="quarter" idx="12"/>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3142C396-6235-495D-AA6F-535B0D1CE74D}" type="slidenum">
              <a:rPr lang="en-US" altLang="zh-CN" sz="1400" smtClean="0"/>
              <a:pPr>
                <a:spcBef>
                  <a:spcPct val="0"/>
                </a:spcBef>
                <a:buClrTx/>
                <a:buFontTx/>
                <a:buNone/>
              </a:pPr>
              <a:t>18</a:t>
            </a:fld>
            <a:endParaRPr lang="en-US" altLang="zh-CN" sz="1400" smtClean="0"/>
          </a:p>
        </p:txBody>
      </p:sp>
      <p:sp>
        <p:nvSpPr>
          <p:cNvPr id="500738" name="Rectangle 2"/>
          <p:cNvSpPr>
            <a:spLocks noGrp="1" noRot="1" noChangeArrowheads="1"/>
          </p:cNvSpPr>
          <p:nvPr>
            <p:ph type="title"/>
          </p:nvPr>
        </p:nvSpPr>
        <p:spPr>
          <a:xfrm>
            <a:off x="0" y="460375"/>
            <a:ext cx="3086100" cy="661988"/>
          </a:xfrm>
        </p:spPr>
        <p:txBody>
          <a:bodyPr/>
          <a:lstStyle/>
          <a:p>
            <a:pPr eaLnBrk="1" hangingPunct="1">
              <a:defRPr/>
            </a:pPr>
            <a:r>
              <a:rPr lang="zh-CN" altLang="en-US" sz="2800" smtClean="0">
                <a:solidFill>
                  <a:srgbClr val="FFFF00"/>
                </a:solidFill>
                <a:effectLst>
                  <a:outerShdw blurRad="38100" dist="38100" dir="2700000" algn="tl">
                    <a:srgbClr val="C0C0C0"/>
                  </a:outerShdw>
                </a:effectLst>
                <a:ea typeface="华文新魏" pitchFamily="2" charset="-122"/>
              </a:rPr>
              <a:t>继承性的实例</a:t>
            </a:r>
          </a:p>
        </p:txBody>
      </p:sp>
      <p:sp>
        <p:nvSpPr>
          <p:cNvPr id="500739" name="Text Box 3"/>
          <p:cNvSpPr txBox="1">
            <a:spLocks noChangeArrowheads="1"/>
          </p:cNvSpPr>
          <p:nvPr/>
        </p:nvSpPr>
        <p:spPr bwMode="auto">
          <a:xfrm>
            <a:off x="3995738" y="6237288"/>
            <a:ext cx="2286000" cy="312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fontAlgn="ctr" hangingPunct="1">
              <a:lnSpc>
                <a:spcPct val="90000"/>
              </a:lnSpc>
              <a:spcBef>
                <a:spcPct val="20000"/>
              </a:spcBef>
              <a:defRPr/>
            </a:pPr>
            <a:r>
              <a:rPr kumimoji="1" lang="zh-CN" altLang="en-US" sz="1600">
                <a:effectLst>
                  <a:outerShdw blurRad="38100" dist="38100" dir="2700000" algn="tl">
                    <a:srgbClr val="C0C0C0"/>
                  </a:outerShdw>
                </a:effectLst>
                <a:latin typeface="宋体" pitchFamily="2" charset="-122"/>
              </a:rPr>
              <a:t>泛化关系</a:t>
            </a:r>
          </a:p>
        </p:txBody>
      </p:sp>
      <p:sp>
        <p:nvSpPr>
          <p:cNvPr id="32774" name="Oval 4">
            <a:hlinkClick r:id="" action="ppaction://hlinkshowjump?jump=previousslide"/>
          </p:cNvPr>
          <p:cNvSpPr>
            <a:spLocks noChangeArrowheads="1"/>
          </p:cNvSpPr>
          <p:nvPr/>
        </p:nvSpPr>
        <p:spPr bwMode="auto">
          <a:xfrm>
            <a:off x="6400800" y="6400800"/>
            <a:ext cx="685800" cy="304800"/>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32775" name="Oval 5">
            <a:hlinkClick r:id="" action="ppaction://hlinkshowjump?jump=nextslide"/>
          </p:cNvPr>
          <p:cNvSpPr>
            <a:spLocks noChangeArrowheads="1"/>
          </p:cNvSpPr>
          <p:nvPr/>
        </p:nvSpPr>
        <p:spPr bwMode="auto">
          <a:xfrm>
            <a:off x="7239000" y="6400800"/>
            <a:ext cx="685800" cy="304800"/>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32776" name="Oval 6">
            <a:hlinkClick r:id="rId2" action="ppaction://hlinksldjump"/>
          </p:cNvPr>
          <p:cNvSpPr>
            <a:spLocks noChangeArrowheads="1"/>
          </p:cNvSpPr>
          <p:nvPr/>
        </p:nvSpPr>
        <p:spPr bwMode="auto">
          <a:xfrm>
            <a:off x="8153400" y="6372225"/>
            <a:ext cx="685800" cy="361950"/>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grpSp>
        <p:nvGrpSpPr>
          <p:cNvPr id="32777" name="Group 7"/>
          <p:cNvGrpSpPr>
            <a:grpSpLocks/>
          </p:cNvGrpSpPr>
          <p:nvPr/>
        </p:nvGrpSpPr>
        <p:grpSpPr bwMode="auto">
          <a:xfrm>
            <a:off x="736600" y="285750"/>
            <a:ext cx="7585075" cy="5943600"/>
            <a:chOff x="464" y="180"/>
            <a:chExt cx="4778" cy="3744"/>
          </a:xfrm>
        </p:grpSpPr>
        <p:sp>
          <p:nvSpPr>
            <p:cNvPr id="32778" name="Rectangle 8"/>
            <p:cNvSpPr>
              <a:spLocks noChangeArrowheads="1"/>
            </p:cNvSpPr>
            <p:nvPr/>
          </p:nvSpPr>
          <p:spPr bwMode="auto">
            <a:xfrm>
              <a:off x="2240" y="180"/>
              <a:ext cx="1302" cy="122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32779" name="Text Box 9"/>
            <p:cNvSpPr txBox="1">
              <a:spLocks noChangeArrowheads="1"/>
            </p:cNvSpPr>
            <p:nvPr/>
          </p:nvSpPr>
          <p:spPr bwMode="auto">
            <a:xfrm>
              <a:off x="2465" y="180"/>
              <a:ext cx="108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kumimoji="1" lang="zh-CN" altLang="en-US" sz="1600" b="1">
                  <a:latin typeface="Times New Roman" panose="02020603050405020304" pitchFamily="18" charset="0"/>
                </a:rPr>
                <a:t>图 形</a:t>
              </a:r>
              <a:r>
                <a:rPr kumimoji="1" lang="en-US" altLang="zh-CN" sz="1600" b="1">
                  <a:latin typeface="Times New Roman" panose="02020603050405020304" pitchFamily="18" charset="0"/>
                </a:rPr>
                <a:t>{abstract}</a:t>
              </a:r>
            </a:p>
          </p:txBody>
        </p:sp>
        <p:sp>
          <p:nvSpPr>
            <p:cNvPr id="32780" name="Line 10"/>
            <p:cNvSpPr>
              <a:spLocks noChangeShapeType="1"/>
            </p:cNvSpPr>
            <p:nvPr/>
          </p:nvSpPr>
          <p:spPr bwMode="auto">
            <a:xfrm>
              <a:off x="2252" y="360"/>
              <a:ext cx="12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781" name="Text Box 11"/>
            <p:cNvSpPr txBox="1">
              <a:spLocks noChangeArrowheads="1"/>
            </p:cNvSpPr>
            <p:nvPr/>
          </p:nvSpPr>
          <p:spPr bwMode="auto">
            <a:xfrm>
              <a:off x="2228" y="348"/>
              <a:ext cx="1392" cy="6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600" b="1">
                  <a:latin typeface="Times New Roman" panose="02020603050405020304" pitchFamily="18" charset="0"/>
                </a:rPr>
                <a:t>颜  色</a:t>
              </a:r>
            </a:p>
            <a:p>
              <a:pPr algn="ctr" eaLnBrk="1" hangingPunct="1">
                <a:spcBef>
                  <a:spcPct val="0"/>
                </a:spcBef>
                <a:buClrTx/>
                <a:buFontTx/>
                <a:buNone/>
              </a:pPr>
              <a:r>
                <a:rPr kumimoji="1" lang="zh-CN" altLang="en-US" sz="1600" b="1">
                  <a:latin typeface="Times New Roman" panose="02020603050405020304" pitchFamily="18" charset="0"/>
                </a:rPr>
                <a:t>中心位置</a:t>
              </a:r>
            </a:p>
            <a:p>
              <a:pPr algn="ctr" eaLnBrk="1" hangingPunct="1">
                <a:spcBef>
                  <a:spcPct val="0"/>
                </a:spcBef>
                <a:buClrTx/>
                <a:buFontTx/>
                <a:buNone/>
              </a:pPr>
              <a:r>
                <a:rPr kumimoji="1" lang="zh-CN" altLang="en-US" sz="1600" b="1">
                  <a:latin typeface="Times New Roman" panose="02020603050405020304" pitchFamily="18" charset="0"/>
                </a:rPr>
                <a:t>笔的粗细</a:t>
              </a:r>
            </a:p>
            <a:p>
              <a:pPr algn="ctr" eaLnBrk="1" hangingPunct="1">
                <a:spcBef>
                  <a:spcPct val="0"/>
                </a:spcBef>
                <a:buClrTx/>
                <a:buFontTx/>
                <a:buNone/>
              </a:pPr>
              <a:endParaRPr kumimoji="1" lang="en-US" altLang="zh-CN" sz="1600" b="1">
                <a:latin typeface="Times New Roman" panose="02020603050405020304" pitchFamily="18" charset="0"/>
              </a:endParaRPr>
            </a:p>
          </p:txBody>
        </p:sp>
        <p:sp>
          <p:nvSpPr>
            <p:cNvPr id="32782" name="Line 12"/>
            <p:cNvSpPr>
              <a:spLocks noChangeShapeType="1"/>
            </p:cNvSpPr>
            <p:nvPr/>
          </p:nvSpPr>
          <p:spPr bwMode="auto">
            <a:xfrm>
              <a:off x="2240" y="852"/>
              <a:ext cx="12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783" name="Text Box 13"/>
            <p:cNvSpPr txBox="1">
              <a:spLocks noChangeArrowheads="1"/>
            </p:cNvSpPr>
            <p:nvPr/>
          </p:nvSpPr>
          <p:spPr bwMode="auto">
            <a:xfrm>
              <a:off x="2289" y="884"/>
              <a:ext cx="1248" cy="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600" b="1">
                  <a:latin typeface="Times New Roman" panose="02020603050405020304" pitchFamily="18" charset="0"/>
                </a:rPr>
                <a:t>移 动（）</a:t>
              </a:r>
            </a:p>
            <a:p>
              <a:pPr algn="ctr" eaLnBrk="1" hangingPunct="1">
                <a:spcBef>
                  <a:spcPct val="0"/>
                </a:spcBef>
                <a:buClrTx/>
                <a:buFontTx/>
                <a:buNone/>
              </a:pPr>
              <a:r>
                <a:rPr kumimoji="1" lang="zh-CN" altLang="en-US" sz="1600" b="1">
                  <a:latin typeface="Times New Roman" panose="02020603050405020304" pitchFamily="18" charset="0"/>
                </a:rPr>
                <a:t>旋 转（）</a:t>
              </a:r>
            </a:p>
            <a:p>
              <a:pPr algn="ctr" eaLnBrk="1" hangingPunct="1">
                <a:spcBef>
                  <a:spcPct val="0"/>
                </a:spcBef>
                <a:buClrTx/>
                <a:buFontTx/>
                <a:buNone/>
              </a:pPr>
              <a:r>
                <a:rPr kumimoji="1" lang="zh-CN" altLang="en-US" sz="1600" b="1">
                  <a:latin typeface="Times New Roman" panose="02020603050405020304" pitchFamily="18" charset="0"/>
                </a:rPr>
                <a:t> 显 示（）</a:t>
              </a:r>
              <a:r>
                <a:rPr kumimoji="1" lang="en-US" altLang="zh-CN" sz="1600" b="1">
                  <a:latin typeface="Times New Roman" panose="02020603050405020304" pitchFamily="18" charset="0"/>
                </a:rPr>
                <a:t>{abstract}</a:t>
              </a:r>
            </a:p>
          </p:txBody>
        </p:sp>
        <p:sp>
          <p:nvSpPr>
            <p:cNvPr id="32784" name="Line 14"/>
            <p:cNvSpPr>
              <a:spLocks noChangeShapeType="1"/>
            </p:cNvSpPr>
            <p:nvPr/>
          </p:nvSpPr>
          <p:spPr bwMode="auto">
            <a:xfrm>
              <a:off x="2912" y="1416"/>
              <a:ext cx="0" cy="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785" name="AutoShape 15"/>
            <p:cNvSpPr>
              <a:spLocks noChangeArrowheads="1"/>
            </p:cNvSpPr>
            <p:nvPr/>
          </p:nvSpPr>
          <p:spPr bwMode="auto">
            <a:xfrm>
              <a:off x="2732" y="1488"/>
              <a:ext cx="348" cy="128"/>
            </a:xfrm>
            <a:prstGeom prst="triangle">
              <a:avLst>
                <a:gd name="adj" fmla="val 50000"/>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32786" name="Rectangle 16"/>
            <p:cNvSpPr>
              <a:spLocks noChangeArrowheads="1"/>
            </p:cNvSpPr>
            <p:nvPr/>
          </p:nvSpPr>
          <p:spPr bwMode="auto">
            <a:xfrm>
              <a:off x="3884" y="1812"/>
              <a:ext cx="1104" cy="87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32787" name="Line 17"/>
            <p:cNvSpPr>
              <a:spLocks noChangeShapeType="1"/>
            </p:cNvSpPr>
            <p:nvPr/>
          </p:nvSpPr>
          <p:spPr bwMode="auto">
            <a:xfrm>
              <a:off x="3884" y="2028"/>
              <a:ext cx="110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788" name="Line 18"/>
            <p:cNvSpPr>
              <a:spLocks noChangeShapeType="1"/>
            </p:cNvSpPr>
            <p:nvPr/>
          </p:nvSpPr>
          <p:spPr bwMode="auto">
            <a:xfrm>
              <a:off x="3895" y="2364"/>
              <a:ext cx="109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789" name="Text Box 19"/>
            <p:cNvSpPr txBox="1">
              <a:spLocks noChangeArrowheads="1"/>
            </p:cNvSpPr>
            <p:nvPr/>
          </p:nvSpPr>
          <p:spPr bwMode="auto">
            <a:xfrm>
              <a:off x="4018" y="1836"/>
              <a:ext cx="90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kumimoji="1" lang="en-US" altLang="zh-CN" sz="1600" b="1">
                  <a:latin typeface="Times New Roman" panose="02020603050405020304" pitchFamily="18" charset="0"/>
                </a:rPr>
                <a:t>2  </a:t>
              </a:r>
              <a:r>
                <a:rPr kumimoji="1" lang="zh-CN" altLang="en-US" sz="1600" b="1">
                  <a:latin typeface="Times New Roman" panose="02020603050405020304" pitchFamily="18" charset="0"/>
                </a:rPr>
                <a:t>维</a:t>
              </a:r>
              <a:r>
                <a:rPr kumimoji="1" lang="en-US" altLang="zh-CN" sz="1600" b="1">
                  <a:latin typeface="Times New Roman" panose="02020603050405020304" pitchFamily="18" charset="0"/>
                </a:rPr>
                <a:t>{abstract}</a:t>
              </a:r>
            </a:p>
          </p:txBody>
        </p:sp>
        <p:sp>
          <p:nvSpPr>
            <p:cNvPr id="32790" name="Text Box 20"/>
            <p:cNvSpPr txBox="1">
              <a:spLocks noChangeArrowheads="1"/>
            </p:cNvSpPr>
            <p:nvPr/>
          </p:nvSpPr>
          <p:spPr bwMode="auto">
            <a:xfrm>
              <a:off x="3939" y="2028"/>
              <a:ext cx="1027" cy="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600" b="1">
                  <a:latin typeface="Times New Roman" panose="02020603050405020304" pitchFamily="18" charset="0"/>
                </a:rPr>
                <a:t>定位</a:t>
              </a:r>
            </a:p>
            <a:p>
              <a:pPr algn="ctr" eaLnBrk="1" hangingPunct="1">
                <a:spcBef>
                  <a:spcPct val="0"/>
                </a:spcBef>
                <a:buClrTx/>
                <a:buFontTx/>
                <a:buNone/>
              </a:pPr>
              <a:r>
                <a:rPr kumimoji="1" lang="zh-CN" altLang="en-US" sz="1600" b="1">
                  <a:latin typeface="Times New Roman" panose="02020603050405020304" pitchFamily="18" charset="0"/>
                </a:rPr>
                <a:t>填充类型</a:t>
              </a:r>
            </a:p>
          </p:txBody>
        </p:sp>
        <p:sp>
          <p:nvSpPr>
            <p:cNvPr id="32791" name="Text Box 21"/>
            <p:cNvSpPr txBox="1">
              <a:spLocks noChangeArrowheads="1"/>
            </p:cNvSpPr>
            <p:nvPr/>
          </p:nvSpPr>
          <p:spPr bwMode="auto">
            <a:xfrm>
              <a:off x="3961" y="2340"/>
              <a:ext cx="994" cy="3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buClrTx/>
                <a:buFontTx/>
                <a:buNone/>
              </a:pPr>
              <a:r>
                <a:rPr kumimoji="1" lang="zh-CN" altLang="en-US" sz="1600" b="1">
                  <a:latin typeface="Times New Roman" panose="02020603050405020304" pitchFamily="18" charset="0"/>
                </a:rPr>
                <a:t>缩放</a:t>
              </a:r>
            </a:p>
            <a:p>
              <a:pPr algn="ctr" eaLnBrk="1" hangingPunct="1">
                <a:spcBef>
                  <a:spcPct val="0"/>
                </a:spcBef>
                <a:buClrTx/>
                <a:buFontTx/>
                <a:buNone/>
              </a:pPr>
              <a:r>
                <a:rPr kumimoji="1" lang="zh-CN" altLang="en-US" sz="1600" b="1">
                  <a:latin typeface="Times New Roman" panose="02020603050405020304" pitchFamily="18" charset="0"/>
                </a:rPr>
                <a:t>填充</a:t>
              </a:r>
            </a:p>
          </p:txBody>
        </p:sp>
        <p:grpSp>
          <p:nvGrpSpPr>
            <p:cNvPr id="32792" name="Group 22"/>
            <p:cNvGrpSpPr>
              <a:grpSpLocks/>
            </p:cNvGrpSpPr>
            <p:nvPr/>
          </p:nvGrpSpPr>
          <p:grpSpPr bwMode="auto">
            <a:xfrm>
              <a:off x="3666" y="3036"/>
              <a:ext cx="722" cy="760"/>
              <a:chOff x="3526" y="2832"/>
              <a:chExt cx="782" cy="785"/>
            </a:xfrm>
          </p:grpSpPr>
          <p:sp>
            <p:nvSpPr>
              <p:cNvPr id="32845" name="Rectangle 23"/>
              <p:cNvSpPr>
                <a:spLocks noChangeArrowheads="1"/>
              </p:cNvSpPr>
              <p:nvPr/>
            </p:nvSpPr>
            <p:spPr bwMode="auto">
              <a:xfrm>
                <a:off x="3526" y="2832"/>
                <a:ext cx="772" cy="768"/>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32846" name="Line 24"/>
              <p:cNvSpPr>
                <a:spLocks noChangeShapeType="1"/>
              </p:cNvSpPr>
              <p:nvPr/>
            </p:nvSpPr>
            <p:spPr bwMode="auto">
              <a:xfrm>
                <a:off x="3528" y="3072"/>
                <a:ext cx="78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847" name="Line 25"/>
              <p:cNvSpPr>
                <a:spLocks noChangeShapeType="1"/>
              </p:cNvSpPr>
              <p:nvPr/>
            </p:nvSpPr>
            <p:spPr bwMode="auto">
              <a:xfrm>
                <a:off x="3526" y="3408"/>
                <a:ext cx="7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848" name="Text Box 26"/>
              <p:cNvSpPr txBox="1">
                <a:spLocks noChangeArrowheads="1"/>
              </p:cNvSpPr>
              <p:nvPr/>
            </p:nvSpPr>
            <p:spPr bwMode="auto">
              <a:xfrm>
                <a:off x="3546" y="2881"/>
                <a:ext cx="711" cy="7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
                  </a:spcBef>
                  <a:buClrTx/>
                  <a:buFontTx/>
                  <a:buNone/>
                </a:pPr>
                <a:r>
                  <a:rPr kumimoji="1" lang="zh-CN" altLang="en-US" sz="1600" b="1">
                    <a:latin typeface="Times New Roman" panose="02020603050405020304" pitchFamily="18" charset="0"/>
                  </a:rPr>
                  <a:t>多边形</a:t>
                </a:r>
              </a:p>
              <a:p>
                <a:pPr algn="ctr" eaLnBrk="1" hangingPunct="1">
                  <a:spcBef>
                    <a:spcPct val="5000"/>
                  </a:spcBef>
                  <a:buClrTx/>
                  <a:buFontTx/>
                  <a:buNone/>
                </a:pPr>
                <a:r>
                  <a:rPr kumimoji="1" lang="zh-CN" altLang="en-US" sz="1600" b="1">
                    <a:latin typeface="Times New Roman" panose="02020603050405020304" pitchFamily="18" charset="0"/>
                  </a:rPr>
                  <a:t>边数</a:t>
                </a:r>
              </a:p>
              <a:p>
                <a:pPr algn="ctr" eaLnBrk="1" hangingPunct="1">
                  <a:spcBef>
                    <a:spcPct val="5000"/>
                  </a:spcBef>
                  <a:buClrTx/>
                  <a:buFontTx/>
                  <a:buNone/>
                </a:pPr>
                <a:r>
                  <a:rPr kumimoji="1" lang="zh-CN" altLang="en-US" sz="1600" b="1">
                    <a:latin typeface="Times New Roman" panose="02020603050405020304" pitchFamily="18" charset="0"/>
                  </a:rPr>
                  <a:t>顶点数</a:t>
                </a:r>
              </a:p>
              <a:p>
                <a:pPr algn="ctr" eaLnBrk="1" hangingPunct="1">
                  <a:spcBef>
                    <a:spcPct val="15000"/>
                  </a:spcBef>
                  <a:buClrTx/>
                  <a:buFontTx/>
                  <a:buNone/>
                </a:pPr>
                <a:r>
                  <a:rPr kumimoji="1" lang="zh-CN" altLang="en-US" sz="1600" b="1">
                    <a:latin typeface="Times New Roman" panose="02020603050405020304" pitchFamily="18" charset="0"/>
                  </a:rPr>
                  <a:t>显示</a:t>
                </a:r>
              </a:p>
            </p:txBody>
          </p:sp>
        </p:grpSp>
        <p:grpSp>
          <p:nvGrpSpPr>
            <p:cNvPr id="32793" name="Group 27"/>
            <p:cNvGrpSpPr>
              <a:grpSpLocks/>
            </p:cNvGrpSpPr>
            <p:nvPr/>
          </p:nvGrpSpPr>
          <p:grpSpPr bwMode="auto">
            <a:xfrm>
              <a:off x="4566" y="3024"/>
              <a:ext cx="676" cy="764"/>
              <a:chOff x="4822" y="3000"/>
              <a:chExt cx="784" cy="764"/>
            </a:xfrm>
          </p:grpSpPr>
          <p:sp>
            <p:nvSpPr>
              <p:cNvPr id="32841" name="Rectangle 28"/>
              <p:cNvSpPr>
                <a:spLocks noChangeArrowheads="1"/>
              </p:cNvSpPr>
              <p:nvPr/>
            </p:nvSpPr>
            <p:spPr bwMode="auto">
              <a:xfrm>
                <a:off x="4822" y="3000"/>
                <a:ext cx="772" cy="74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32842" name="Line 29"/>
              <p:cNvSpPr>
                <a:spLocks noChangeShapeType="1"/>
              </p:cNvSpPr>
              <p:nvPr/>
            </p:nvSpPr>
            <p:spPr bwMode="auto">
              <a:xfrm>
                <a:off x="4824" y="3216"/>
                <a:ext cx="78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843" name="Line 30"/>
              <p:cNvSpPr>
                <a:spLocks noChangeShapeType="1"/>
              </p:cNvSpPr>
              <p:nvPr/>
            </p:nvSpPr>
            <p:spPr bwMode="auto">
              <a:xfrm>
                <a:off x="4834" y="3408"/>
                <a:ext cx="7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844" name="Text Box 31"/>
              <p:cNvSpPr txBox="1">
                <a:spLocks noChangeArrowheads="1"/>
              </p:cNvSpPr>
              <p:nvPr/>
            </p:nvSpPr>
            <p:spPr bwMode="auto">
              <a:xfrm>
                <a:off x="4842" y="3012"/>
                <a:ext cx="699" cy="7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
                  </a:spcBef>
                  <a:buClrTx/>
                  <a:buFontTx/>
                  <a:buNone/>
                </a:pPr>
                <a:r>
                  <a:rPr kumimoji="1" lang="zh-CN" altLang="en-US" sz="1600" b="1">
                    <a:latin typeface="Times New Roman" panose="02020603050405020304" pitchFamily="18" charset="0"/>
                  </a:rPr>
                  <a:t>园</a:t>
                </a:r>
              </a:p>
              <a:p>
                <a:pPr algn="ctr" eaLnBrk="1" hangingPunct="1">
                  <a:spcBef>
                    <a:spcPct val="30000"/>
                  </a:spcBef>
                  <a:buClrTx/>
                  <a:buFontTx/>
                  <a:buNone/>
                </a:pPr>
                <a:r>
                  <a:rPr kumimoji="1" lang="zh-CN" altLang="en-US" sz="1600" b="1">
                    <a:latin typeface="Times New Roman" panose="02020603050405020304" pitchFamily="18" charset="0"/>
                  </a:rPr>
                  <a:t>直径</a:t>
                </a:r>
              </a:p>
              <a:p>
                <a:pPr algn="ctr" eaLnBrk="1" hangingPunct="1">
                  <a:lnSpc>
                    <a:spcPct val="90000"/>
                  </a:lnSpc>
                  <a:spcBef>
                    <a:spcPct val="40000"/>
                  </a:spcBef>
                  <a:buClrTx/>
                  <a:buFontTx/>
                  <a:buNone/>
                </a:pPr>
                <a:r>
                  <a:rPr kumimoji="1" lang="zh-CN" altLang="en-US" sz="1600" b="1">
                    <a:latin typeface="Times New Roman" panose="02020603050405020304" pitchFamily="18" charset="0"/>
                  </a:rPr>
                  <a:t>显示</a:t>
                </a:r>
              </a:p>
              <a:p>
                <a:pPr algn="ctr" eaLnBrk="1" hangingPunct="1">
                  <a:lnSpc>
                    <a:spcPct val="90000"/>
                  </a:lnSpc>
                  <a:spcBef>
                    <a:spcPct val="0"/>
                  </a:spcBef>
                  <a:buClrTx/>
                  <a:buFontTx/>
                  <a:buNone/>
                </a:pPr>
                <a:r>
                  <a:rPr kumimoji="1" lang="zh-CN" altLang="en-US" sz="1600" b="1">
                    <a:latin typeface="Times New Roman" panose="02020603050405020304" pitchFamily="18" charset="0"/>
                  </a:rPr>
                  <a:t>旋转</a:t>
                </a:r>
              </a:p>
            </p:txBody>
          </p:sp>
        </p:grpSp>
        <p:grpSp>
          <p:nvGrpSpPr>
            <p:cNvPr id="32794" name="Group 32"/>
            <p:cNvGrpSpPr>
              <a:grpSpLocks/>
            </p:cNvGrpSpPr>
            <p:nvPr/>
          </p:nvGrpSpPr>
          <p:grpSpPr bwMode="auto">
            <a:xfrm>
              <a:off x="1424" y="3000"/>
              <a:ext cx="612" cy="578"/>
              <a:chOff x="444" y="3552"/>
              <a:chExt cx="576" cy="578"/>
            </a:xfrm>
          </p:grpSpPr>
          <p:sp>
            <p:nvSpPr>
              <p:cNvPr id="32837" name="Rectangle 33"/>
              <p:cNvSpPr>
                <a:spLocks noChangeArrowheads="1"/>
              </p:cNvSpPr>
              <p:nvPr/>
            </p:nvSpPr>
            <p:spPr bwMode="auto">
              <a:xfrm>
                <a:off x="444" y="3552"/>
                <a:ext cx="576" cy="56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32838" name="Line 34"/>
              <p:cNvSpPr>
                <a:spLocks noChangeShapeType="1"/>
              </p:cNvSpPr>
              <p:nvPr/>
            </p:nvSpPr>
            <p:spPr bwMode="auto">
              <a:xfrm>
                <a:off x="444" y="3756"/>
                <a:ext cx="57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839" name="Line 35"/>
              <p:cNvSpPr>
                <a:spLocks noChangeShapeType="1"/>
              </p:cNvSpPr>
              <p:nvPr/>
            </p:nvSpPr>
            <p:spPr bwMode="auto">
              <a:xfrm>
                <a:off x="444" y="3936"/>
                <a:ext cx="57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840" name="Text Box 36"/>
              <p:cNvSpPr txBox="1">
                <a:spLocks noChangeArrowheads="1"/>
              </p:cNvSpPr>
              <p:nvPr/>
            </p:nvSpPr>
            <p:spPr bwMode="auto">
              <a:xfrm>
                <a:off x="455" y="3564"/>
                <a:ext cx="510" cy="5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10000"/>
                  </a:spcBef>
                  <a:spcAft>
                    <a:spcPct val="10000"/>
                  </a:spcAft>
                  <a:buClrTx/>
                  <a:buFontTx/>
                  <a:buNone/>
                </a:pPr>
                <a:r>
                  <a:rPr kumimoji="1" lang="zh-CN" altLang="en-US" sz="1600" b="1">
                    <a:latin typeface="Times New Roman" panose="02020603050405020304" pitchFamily="18" charset="0"/>
                  </a:rPr>
                  <a:t>线</a:t>
                </a:r>
              </a:p>
              <a:p>
                <a:pPr algn="ctr" eaLnBrk="1" hangingPunct="1">
                  <a:spcBef>
                    <a:spcPct val="5000"/>
                  </a:spcBef>
                  <a:spcAft>
                    <a:spcPct val="10000"/>
                  </a:spcAft>
                  <a:buClrTx/>
                  <a:buFontTx/>
                  <a:buNone/>
                </a:pPr>
                <a:r>
                  <a:rPr kumimoji="1" lang="zh-CN" altLang="en-US" sz="1600" b="1">
                    <a:latin typeface="Times New Roman" panose="02020603050405020304" pitchFamily="18" charset="0"/>
                  </a:rPr>
                  <a:t> 端点</a:t>
                </a:r>
              </a:p>
              <a:p>
                <a:pPr algn="ctr" eaLnBrk="1" hangingPunct="1">
                  <a:spcBef>
                    <a:spcPct val="5000"/>
                  </a:spcBef>
                  <a:buClrTx/>
                  <a:buFontTx/>
                  <a:buNone/>
                </a:pPr>
                <a:r>
                  <a:rPr kumimoji="1" lang="zh-CN" altLang="en-US" sz="1600" b="1">
                    <a:latin typeface="Times New Roman" panose="02020603050405020304" pitchFamily="18" charset="0"/>
                  </a:rPr>
                  <a:t> 显示</a:t>
                </a:r>
              </a:p>
            </p:txBody>
          </p:sp>
        </p:grpSp>
        <p:grpSp>
          <p:nvGrpSpPr>
            <p:cNvPr id="32795" name="Group 37"/>
            <p:cNvGrpSpPr>
              <a:grpSpLocks/>
            </p:cNvGrpSpPr>
            <p:nvPr/>
          </p:nvGrpSpPr>
          <p:grpSpPr bwMode="auto">
            <a:xfrm>
              <a:off x="464" y="1848"/>
              <a:ext cx="938" cy="636"/>
              <a:chOff x="584" y="1848"/>
              <a:chExt cx="938" cy="636"/>
            </a:xfrm>
          </p:grpSpPr>
          <p:sp>
            <p:nvSpPr>
              <p:cNvPr id="32833" name="Rectangle 38"/>
              <p:cNvSpPr>
                <a:spLocks noChangeArrowheads="1"/>
              </p:cNvSpPr>
              <p:nvPr/>
            </p:nvSpPr>
            <p:spPr bwMode="auto">
              <a:xfrm>
                <a:off x="592" y="1848"/>
                <a:ext cx="930" cy="636"/>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32834" name="Line 39"/>
              <p:cNvSpPr>
                <a:spLocks noChangeShapeType="1"/>
              </p:cNvSpPr>
              <p:nvPr/>
            </p:nvSpPr>
            <p:spPr bwMode="auto">
              <a:xfrm>
                <a:off x="597" y="2070"/>
                <a:ext cx="914" cy="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835" name="Line 40"/>
              <p:cNvSpPr>
                <a:spLocks noChangeShapeType="1"/>
              </p:cNvSpPr>
              <p:nvPr/>
            </p:nvSpPr>
            <p:spPr bwMode="auto">
              <a:xfrm>
                <a:off x="584" y="2262"/>
                <a:ext cx="930" cy="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836" name="Text Box 41"/>
              <p:cNvSpPr txBox="1">
                <a:spLocks noChangeArrowheads="1"/>
              </p:cNvSpPr>
              <p:nvPr/>
            </p:nvSpPr>
            <p:spPr bwMode="auto">
              <a:xfrm>
                <a:off x="623" y="1848"/>
                <a:ext cx="86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FontTx/>
                  <a:buNone/>
                </a:pPr>
                <a:r>
                  <a:rPr kumimoji="1" lang="en-US" altLang="zh-CN" sz="1600" b="1">
                    <a:latin typeface="Times New Roman" panose="02020603050405020304" pitchFamily="18" charset="0"/>
                  </a:rPr>
                  <a:t>0 </a:t>
                </a:r>
                <a:r>
                  <a:rPr kumimoji="1" lang="zh-CN" altLang="en-US" sz="1600" b="1">
                    <a:latin typeface="Times New Roman" panose="02020603050405020304" pitchFamily="18" charset="0"/>
                  </a:rPr>
                  <a:t>维</a:t>
                </a:r>
                <a:r>
                  <a:rPr kumimoji="1" lang="en-US" altLang="zh-CN" sz="1600" b="1">
                    <a:latin typeface="Times New Roman" panose="02020603050405020304" pitchFamily="18" charset="0"/>
                  </a:rPr>
                  <a:t>{abstract}</a:t>
                </a:r>
              </a:p>
            </p:txBody>
          </p:sp>
        </p:grpSp>
        <p:sp>
          <p:nvSpPr>
            <p:cNvPr id="32796" name="Line 42"/>
            <p:cNvSpPr>
              <a:spLocks noChangeShapeType="1"/>
            </p:cNvSpPr>
            <p:nvPr/>
          </p:nvSpPr>
          <p:spPr bwMode="auto">
            <a:xfrm>
              <a:off x="908" y="2508"/>
              <a:ext cx="0" cy="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797" name="AutoShape 43"/>
            <p:cNvSpPr>
              <a:spLocks noChangeArrowheads="1"/>
            </p:cNvSpPr>
            <p:nvPr/>
          </p:nvSpPr>
          <p:spPr bwMode="auto">
            <a:xfrm>
              <a:off x="752" y="2604"/>
              <a:ext cx="312" cy="120"/>
            </a:xfrm>
            <a:prstGeom prst="triangle">
              <a:avLst>
                <a:gd name="adj" fmla="val 50000"/>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32798" name="Line 44"/>
            <p:cNvSpPr>
              <a:spLocks noChangeShapeType="1"/>
            </p:cNvSpPr>
            <p:nvPr/>
          </p:nvSpPr>
          <p:spPr bwMode="auto">
            <a:xfrm>
              <a:off x="908" y="2748"/>
              <a:ext cx="0" cy="25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799" name="Rectangle 45"/>
            <p:cNvSpPr>
              <a:spLocks noChangeArrowheads="1"/>
            </p:cNvSpPr>
            <p:nvPr/>
          </p:nvSpPr>
          <p:spPr bwMode="auto">
            <a:xfrm>
              <a:off x="2144" y="3000"/>
              <a:ext cx="660" cy="92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grpSp>
          <p:nvGrpSpPr>
            <p:cNvPr id="32800" name="Group 46"/>
            <p:cNvGrpSpPr>
              <a:grpSpLocks/>
            </p:cNvGrpSpPr>
            <p:nvPr/>
          </p:nvGrpSpPr>
          <p:grpSpPr bwMode="auto">
            <a:xfrm>
              <a:off x="608" y="2976"/>
              <a:ext cx="660" cy="576"/>
              <a:chOff x="228" y="2772"/>
              <a:chExt cx="624" cy="576"/>
            </a:xfrm>
          </p:grpSpPr>
          <p:sp>
            <p:nvSpPr>
              <p:cNvPr id="32829" name="Rectangle 47"/>
              <p:cNvSpPr>
                <a:spLocks noChangeArrowheads="1"/>
              </p:cNvSpPr>
              <p:nvPr/>
            </p:nvSpPr>
            <p:spPr bwMode="auto">
              <a:xfrm>
                <a:off x="228" y="2784"/>
                <a:ext cx="624" cy="56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32830" name="Line 48"/>
              <p:cNvSpPr>
                <a:spLocks noChangeShapeType="1"/>
              </p:cNvSpPr>
              <p:nvPr/>
            </p:nvSpPr>
            <p:spPr bwMode="auto">
              <a:xfrm>
                <a:off x="228" y="2988"/>
                <a:ext cx="62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831" name="Line 49"/>
              <p:cNvSpPr>
                <a:spLocks noChangeShapeType="1"/>
              </p:cNvSpPr>
              <p:nvPr/>
            </p:nvSpPr>
            <p:spPr bwMode="auto">
              <a:xfrm>
                <a:off x="228" y="3144"/>
                <a:ext cx="62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832" name="Text Box 50"/>
              <p:cNvSpPr txBox="1">
                <a:spLocks noChangeArrowheads="1"/>
              </p:cNvSpPr>
              <p:nvPr/>
            </p:nvSpPr>
            <p:spPr bwMode="auto">
              <a:xfrm>
                <a:off x="240" y="2772"/>
                <a:ext cx="552" cy="5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spcAft>
                    <a:spcPct val="50000"/>
                  </a:spcAft>
                  <a:buClrTx/>
                  <a:buFontTx/>
                  <a:buNone/>
                </a:pPr>
                <a:r>
                  <a:rPr kumimoji="1" lang="zh-CN" altLang="en-US" sz="1600" b="1">
                    <a:latin typeface="Times New Roman" panose="02020603050405020304" pitchFamily="18" charset="0"/>
                  </a:rPr>
                  <a:t>点</a:t>
                </a:r>
              </a:p>
              <a:p>
                <a:pPr algn="ctr" eaLnBrk="1" hangingPunct="1">
                  <a:lnSpc>
                    <a:spcPct val="120000"/>
                  </a:lnSpc>
                  <a:spcBef>
                    <a:spcPct val="60000"/>
                  </a:spcBef>
                  <a:buClrTx/>
                  <a:buFontTx/>
                  <a:buNone/>
                </a:pPr>
                <a:r>
                  <a:rPr kumimoji="1" lang="zh-CN" altLang="en-US" sz="1600" b="1">
                    <a:latin typeface="Times New Roman" panose="02020603050405020304" pitchFamily="18" charset="0"/>
                  </a:rPr>
                  <a:t> 显示</a:t>
                </a:r>
              </a:p>
            </p:txBody>
          </p:sp>
        </p:grpSp>
        <p:grpSp>
          <p:nvGrpSpPr>
            <p:cNvPr id="32801" name="Group 51"/>
            <p:cNvGrpSpPr>
              <a:grpSpLocks/>
            </p:cNvGrpSpPr>
            <p:nvPr/>
          </p:nvGrpSpPr>
          <p:grpSpPr bwMode="auto">
            <a:xfrm>
              <a:off x="2912" y="3024"/>
              <a:ext cx="624" cy="578"/>
              <a:chOff x="444" y="3552"/>
              <a:chExt cx="576" cy="566"/>
            </a:xfrm>
          </p:grpSpPr>
          <p:sp>
            <p:nvSpPr>
              <p:cNvPr id="32825" name="Rectangle 52"/>
              <p:cNvSpPr>
                <a:spLocks noChangeArrowheads="1"/>
              </p:cNvSpPr>
              <p:nvPr/>
            </p:nvSpPr>
            <p:spPr bwMode="auto">
              <a:xfrm>
                <a:off x="444" y="3552"/>
                <a:ext cx="576" cy="56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32826" name="Line 53"/>
              <p:cNvSpPr>
                <a:spLocks noChangeShapeType="1"/>
              </p:cNvSpPr>
              <p:nvPr/>
            </p:nvSpPr>
            <p:spPr bwMode="auto">
              <a:xfrm>
                <a:off x="444" y="3756"/>
                <a:ext cx="57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827" name="Line 54"/>
              <p:cNvSpPr>
                <a:spLocks noChangeShapeType="1"/>
              </p:cNvSpPr>
              <p:nvPr/>
            </p:nvSpPr>
            <p:spPr bwMode="auto">
              <a:xfrm>
                <a:off x="444" y="3936"/>
                <a:ext cx="57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828" name="Text Box 55"/>
              <p:cNvSpPr txBox="1">
                <a:spLocks noChangeArrowheads="1"/>
              </p:cNvSpPr>
              <p:nvPr/>
            </p:nvSpPr>
            <p:spPr bwMode="auto">
              <a:xfrm>
                <a:off x="455" y="3564"/>
                <a:ext cx="510" cy="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10000"/>
                  </a:spcBef>
                  <a:spcAft>
                    <a:spcPct val="10000"/>
                  </a:spcAft>
                  <a:buClrTx/>
                  <a:buFontTx/>
                  <a:buNone/>
                </a:pPr>
                <a:r>
                  <a:rPr kumimoji="1" lang="zh-CN" altLang="en-US" sz="1600" b="1">
                    <a:latin typeface="Times New Roman" panose="02020603050405020304" pitchFamily="18" charset="0"/>
                  </a:rPr>
                  <a:t>样条</a:t>
                </a:r>
              </a:p>
              <a:p>
                <a:pPr algn="ctr" eaLnBrk="1" hangingPunct="1">
                  <a:spcBef>
                    <a:spcPct val="5000"/>
                  </a:spcBef>
                  <a:spcAft>
                    <a:spcPct val="10000"/>
                  </a:spcAft>
                  <a:buClrTx/>
                  <a:buFontTx/>
                  <a:buNone/>
                </a:pPr>
                <a:r>
                  <a:rPr kumimoji="1" lang="zh-CN" altLang="en-US" sz="1600" b="1">
                    <a:latin typeface="Times New Roman" panose="02020603050405020304" pitchFamily="18" charset="0"/>
                  </a:rPr>
                  <a:t> 控制点</a:t>
                </a:r>
              </a:p>
              <a:p>
                <a:pPr algn="ctr" eaLnBrk="1" hangingPunct="1">
                  <a:spcBef>
                    <a:spcPct val="5000"/>
                  </a:spcBef>
                  <a:buClrTx/>
                  <a:buFontTx/>
                  <a:buNone/>
                </a:pPr>
                <a:r>
                  <a:rPr kumimoji="1" lang="zh-CN" altLang="en-US" sz="1600" b="1">
                    <a:latin typeface="Times New Roman" panose="02020603050405020304" pitchFamily="18" charset="0"/>
                  </a:rPr>
                  <a:t> 显示</a:t>
                </a:r>
              </a:p>
            </p:txBody>
          </p:sp>
        </p:grpSp>
        <p:sp>
          <p:nvSpPr>
            <p:cNvPr id="32802" name="Line 56"/>
            <p:cNvSpPr>
              <a:spLocks noChangeShapeType="1"/>
            </p:cNvSpPr>
            <p:nvPr/>
          </p:nvSpPr>
          <p:spPr bwMode="auto">
            <a:xfrm>
              <a:off x="2156" y="3204"/>
              <a:ext cx="64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803" name="Line 57"/>
            <p:cNvSpPr>
              <a:spLocks noChangeShapeType="1"/>
            </p:cNvSpPr>
            <p:nvPr/>
          </p:nvSpPr>
          <p:spPr bwMode="auto">
            <a:xfrm>
              <a:off x="2144" y="3720"/>
              <a:ext cx="66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804" name="Line 58"/>
            <p:cNvSpPr>
              <a:spLocks noChangeShapeType="1"/>
            </p:cNvSpPr>
            <p:nvPr/>
          </p:nvSpPr>
          <p:spPr bwMode="auto">
            <a:xfrm>
              <a:off x="944" y="1620"/>
              <a:ext cx="346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805" name="Line 59"/>
            <p:cNvSpPr>
              <a:spLocks noChangeShapeType="1"/>
            </p:cNvSpPr>
            <p:nvPr/>
          </p:nvSpPr>
          <p:spPr bwMode="auto">
            <a:xfrm>
              <a:off x="944" y="1620"/>
              <a:ext cx="0" cy="2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806" name="Line 60"/>
            <p:cNvSpPr>
              <a:spLocks noChangeShapeType="1"/>
            </p:cNvSpPr>
            <p:nvPr/>
          </p:nvSpPr>
          <p:spPr bwMode="auto">
            <a:xfrm>
              <a:off x="4408" y="1620"/>
              <a:ext cx="0" cy="20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807" name="Line 61"/>
            <p:cNvSpPr>
              <a:spLocks noChangeShapeType="1"/>
            </p:cNvSpPr>
            <p:nvPr/>
          </p:nvSpPr>
          <p:spPr bwMode="auto">
            <a:xfrm>
              <a:off x="2912" y="1608"/>
              <a:ext cx="0" cy="21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808" name="AutoShape 62"/>
            <p:cNvSpPr>
              <a:spLocks noChangeArrowheads="1"/>
            </p:cNvSpPr>
            <p:nvPr/>
          </p:nvSpPr>
          <p:spPr bwMode="auto">
            <a:xfrm>
              <a:off x="4292" y="2700"/>
              <a:ext cx="276" cy="120"/>
            </a:xfrm>
            <a:prstGeom prst="triangle">
              <a:avLst>
                <a:gd name="adj" fmla="val 5000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32809" name="Line 63"/>
            <p:cNvSpPr>
              <a:spLocks noChangeShapeType="1"/>
            </p:cNvSpPr>
            <p:nvPr/>
          </p:nvSpPr>
          <p:spPr bwMode="auto">
            <a:xfrm>
              <a:off x="3992" y="2820"/>
              <a:ext cx="92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810" name="Line 64"/>
            <p:cNvSpPr>
              <a:spLocks noChangeShapeType="1"/>
            </p:cNvSpPr>
            <p:nvPr/>
          </p:nvSpPr>
          <p:spPr bwMode="auto">
            <a:xfrm>
              <a:off x="3992" y="2820"/>
              <a:ext cx="0" cy="21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811" name="Line 65"/>
            <p:cNvSpPr>
              <a:spLocks noChangeShapeType="1"/>
            </p:cNvSpPr>
            <p:nvPr/>
          </p:nvSpPr>
          <p:spPr bwMode="auto">
            <a:xfrm>
              <a:off x="4912" y="2832"/>
              <a:ext cx="0" cy="19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812" name="Text Box 66"/>
            <p:cNvSpPr txBox="1">
              <a:spLocks noChangeArrowheads="1"/>
            </p:cNvSpPr>
            <p:nvPr/>
          </p:nvSpPr>
          <p:spPr bwMode="auto">
            <a:xfrm>
              <a:off x="2228" y="3024"/>
              <a:ext cx="564" cy="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FontTx/>
                <a:buNone/>
              </a:pPr>
              <a:r>
                <a:rPr kumimoji="1" lang="zh-CN" altLang="en-US" sz="1600" b="1">
                  <a:latin typeface="Times New Roman" panose="02020603050405020304" pitchFamily="18" charset="0"/>
                </a:rPr>
                <a:t>弧</a:t>
              </a:r>
            </a:p>
            <a:p>
              <a:pPr algn="ctr" eaLnBrk="1" hangingPunct="1">
                <a:spcBef>
                  <a:spcPct val="10000"/>
                </a:spcBef>
                <a:buClrTx/>
                <a:buFontTx/>
                <a:buNone/>
              </a:pPr>
              <a:r>
                <a:rPr kumimoji="1" lang="zh-CN" altLang="en-US" sz="1600" b="1">
                  <a:latin typeface="Times New Roman" panose="02020603050405020304" pitchFamily="18" charset="0"/>
                </a:rPr>
                <a:t>半径</a:t>
              </a:r>
            </a:p>
            <a:p>
              <a:pPr algn="ctr" eaLnBrk="1" hangingPunct="1">
                <a:spcBef>
                  <a:spcPct val="10000"/>
                </a:spcBef>
                <a:buClrTx/>
                <a:buFontTx/>
                <a:buNone/>
              </a:pPr>
              <a:r>
                <a:rPr kumimoji="1" lang="zh-CN" altLang="en-US" sz="1600" b="1">
                  <a:latin typeface="Times New Roman" panose="02020603050405020304" pitchFamily="18" charset="0"/>
                </a:rPr>
                <a:t>起始角</a:t>
              </a:r>
            </a:p>
            <a:p>
              <a:pPr algn="ctr" eaLnBrk="1" hangingPunct="1">
                <a:spcBef>
                  <a:spcPct val="10000"/>
                </a:spcBef>
                <a:buClrTx/>
                <a:buFontTx/>
                <a:buNone/>
              </a:pPr>
              <a:r>
                <a:rPr kumimoji="1" lang="zh-CN" altLang="en-US" sz="1600" b="1">
                  <a:latin typeface="Times New Roman" panose="02020603050405020304" pitchFamily="18" charset="0"/>
                </a:rPr>
                <a:t>弧度角</a:t>
              </a:r>
            </a:p>
            <a:p>
              <a:pPr algn="ctr" eaLnBrk="1" hangingPunct="1">
                <a:spcBef>
                  <a:spcPct val="10000"/>
                </a:spcBef>
                <a:buClrTx/>
                <a:buFontTx/>
                <a:buNone/>
              </a:pPr>
              <a:r>
                <a:rPr kumimoji="1" lang="zh-CN" altLang="en-US" sz="1600" b="1">
                  <a:latin typeface="Times New Roman" panose="02020603050405020304" pitchFamily="18" charset="0"/>
                </a:rPr>
                <a:t>显示</a:t>
              </a:r>
            </a:p>
          </p:txBody>
        </p:sp>
        <p:grpSp>
          <p:nvGrpSpPr>
            <p:cNvPr id="32813" name="Group 67"/>
            <p:cNvGrpSpPr>
              <a:grpSpLocks/>
            </p:cNvGrpSpPr>
            <p:nvPr/>
          </p:nvGrpSpPr>
          <p:grpSpPr bwMode="auto">
            <a:xfrm>
              <a:off x="2409" y="1804"/>
              <a:ext cx="1136" cy="708"/>
              <a:chOff x="2505" y="1812"/>
              <a:chExt cx="928" cy="708"/>
            </a:xfrm>
          </p:grpSpPr>
          <p:sp>
            <p:nvSpPr>
              <p:cNvPr id="32820" name="Rectangle 68"/>
              <p:cNvSpPr>
                <a:spLocks noChangeArrowheads="1"/>
              </p:cNvSpPr>
              <p:nvPr/>
            </p:nvSpPr>
            <p:spPr bwMode="auto">
              <a:xfrm>
                <a:off x="2530" y="1812"/>
                <a:ext cx="791" cy="62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32821" name="Line 69"/>
              <p:cNvSpPr>
                <a:spLocks noChangeShapeType="1"/>
              </p:cNvSpPr>
              <p:nvPr/>
            </p:nvSpPr>
            <p:spPr bwMode="auto">
              <a:xfrm>
                <a:off x="2530" y="2024"/>
                <a:ext cx="79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822" name="Line 70"/>
              <p:cNvSpPr>
                <a:spLocks noChangeShapeType="1"/>
              </p:cNvSpPr>
              <p:nvPr/>
            </p:nvSpPr>
            <p:spPr bwMode="auto">
              <a:xfrm>
                <a:off x="2530" y="2211"/>
                <a:ext cx="79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823" name="Text Box 71"/>
              <p:cNvSpPr txBox="1">
                <a:spLocks noChangeArrowheads="1"/>
              </p:cNvSpPr>
              <p:nvPr/>
            </p:nvSpPr>
            <p:spPr bwMode="auto">
              <a:xfrm>
                <a:off x="2505" y="1849"/>
                <a:ext cx="928" cy="5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FontTx/>
                  <a:buNone/>
                </a:pPr>
                <a:r>
                  <a:rPr kumimoji="1" lang="en-US" altLang="zh-CN" sz="1600" b="1">
                    <a:latin typeface="Times New Roman" panose="02020603050405020304" pitchFamily="18" charset="0"/>
                  </a:rPr>
                  <a:t>1 </a:t>
                </a:r>
                <a:r>
                  <a:rPr kumimoji="1" lang="zh-CN" altLang="en-US" sz="1600" b="1">
                    <a:latin typeface="Times New Roman" panose="02020603050405020304" pitchFamily="18" charset="0"/>
                  </a:rPr>
                  <a:t>维</a:t>
                </a:r>
                <a:r>
                  <a:rPr kumimoji="1" lang="en-US" altLang="zh-CN" sz="1600" b="1">
                    <a:latin typeface="Times New Roman" panose="02020603050405020304" pitchFamily="18" charset="0"/>
                  </a:rPr>
                  <a:t>{abstract}</a:t>
                </a:r>
              </a:p>
              <a:p>
                <a:pPr algn="ctr" eaLnBrk="1" hangingPunct="1">
                  <a:spcBef>
                    <a:spcPct val="15000"/>
                  </a:spcBef>
                  <a:buClrTx/>
                  <a:buFontTx/>
                  <a:buNone/>
                </a:pPr>
                <a:r>
                  <a:rPr kumimoji="1" lang="zh-CN" altLang="en-US" sz="1600" b="1">
                    <a:latin typeface="Times New Roman" panose="02020603050405020304" pitchFamily="18" charset="0"/>
                  </a:rPr>
                  <a:t>定位</a:t>
                </a:r>
              </a:p>
              <a:p>
                <a:pPr algn="ctr" eaLnBrk="1" hangingPunct="1">
                  <a:buClrTx/>
                  <a:buFontTx/>
                  <a:buNone/>
                </a:pPr>
                <a:r>
                  <a:rPr kumimoji="1" lang="zh-CN" altLang="en-US" sz="1600" b="1">
                    <a:latin typeface="Times New Roman" panose="02020603050405020304" pitchFamily="18" charset="0"/>
                  </a:rPr>
                  <a:t>缩放</a:t>
                </a:r>
              </a:p>
            </p:txBody>
          </p:sp>
          <p:sp>
            <p:nvSpPr>
              <p:cNvPr id="32824" name="Line 72"/>
              <p:cNvSpPr>
                <a:spLocks noChangeShapeType="1"/>
              </p:cNvSpPr>
              <p:nvPr/>
            </p:nvSpPr>
            <p:spPr bwMode="auto">
              <a:xfrm>
                <a:off x="2924" y="2436"/>
                <a:ext cx="0" cy="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grpSp>
        <p:sp>
          <p:nvSpPr>
            <p:cNvPr id="32814" name="AutoShape 73"/>
            <p:cNvSpPr>
              <a:spLocks noChangeArrowheads="1"/>
            </p:cNvSpPr>
            <p:nvPr/>
          </p:nvSpPr>
          <p:spPr bwMode="auto">
            <a:xfrm>
              <a:off x="2768" y="2508"/>
              <a:ext cx="312" cy="120"/>
            </a:xfrm>
            <a:prstGeom prst="triangle">
              <a:avLst>
                <a:gd name="adj" fmla="val 50000"/>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32815" name="Line 74"/>
            <p:cNvSpPr>
              <a:spLocks noChangeShapeType="1"/>
            </p:cNvSpPr>
            <p:nvPr/>
          </p:nvSpPr>
          <p:spPr bwMode="auto">
            <a:xfrm>
              <a:off x="1724" y="2628"/>
              <a:ext cx="154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816" name="Line 75"/>
            <p:cNvSpPr>
              <a:spLocks noChangeShapeType="1"/>
            </p:cNvSpPr>
            <p:nvPr/>
          </p:nvSpPr>
          <p:spPr bwMode="auto">
            <a:xfrm>
              <a:off x="1724" y="2628"/>
              <a:ext cx="0" cy="3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817" name="Line 76"/>
            <p:cNvSpPr>
              <a:spLocks noChangeShapeType="1"/>
            </p:cNvSpPr>
            <p:nvPr/>
          </p:nvSpPr>
          <p:spPr bwMode="auto">
            <a:xfrm>
              <a:off x="2444" y="2628"/>
              <a:ext cx="0" cy="3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818" name="Line 77"/>
            <p:cNvSpPr>
              <a:spLocks noChangeShapeType="1"/>
            </p:cNvSpPr>
            <p:nvPr/>
          </p:nvSpPr>
          <p:spPr bwMode="auto">
            <a:xfrm>
              <a:off x="3260" y="2640"/>
              <a:ext cx="0" cy="3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32819" name="Text Box 78"/>
            <p:cNvSpPr txBox="1">
              <a:spLocks noChangeArrowheads="1"/>
            </p:cNvSpPr>
            <p:nvPr/>
          </p:nvSpPr>
          <p:spPr bwMode="auto">
            <a:xfrm>
              <a:off x="2345" y="1408"/>
              <a:ext cx="56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kumimoji="1" lang="zh-CN" altLang="en-US" sz="1600" b="1">
                  <a:latin typeface="Times New Roman" panose="02020603050405020304" pitchFamily="18" charset="0"/>
                </a:rPr>
                <a:t>维数</a:t>
              </a:r>
            </a:p>
          </p:txBody>
        </p:sp>
      </p:grpSp>
    </p:spTree>
  </p:cSld>
  <p:clrMapOvr>
    <a:masterClrMapping/>
  </p:clrMapOvr>
  <p:transition advClick="0">
    <p:wheel spokes="8"/>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5007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0738"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日期占位符 1"/>
          <p:cNvSpPr>
            <a:spLocks noGrp="1"/>
          </p:cNvSpPr>
          <p:nvPr>
            <p:ph type="dt" sz="quarter" idx="10"/>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84814DBE-F4F8-4FAB-AFAE-BA59E08E5D20}" type="datetime8">
              <a:rPr lang="zh-CN" altLang="en-US" sz="1400" smtClean="0"/>
              <a:pPr>
                <a:spcBef>
                  <a:spcPct val="0"/>
                </a:spcBef>
                <a:buClrTx/>
                <a:buFontTx/>
                <a:buNone/>
              </a:pPr>
              <a:t>2020年5月12日3时0分</a:t>
            </a:fld>
            <a:endParaRPr lang="en-US" altLang="zh-CN" sz="1400" smtClean="0"/>
          </a:p>
        </p:txBody>
      </p:sp>
      <p:sp>
        <p:nvSpPr>
          <p:cNvPr id="33795" name="灯片编号占位符 3"/>
          <p:cNvSpPr>
            <a:spLocks noGrp="1"/>
          </p:cNvSpPr>
          <p:nvPr>
            <p:ph type="sldNum" sz="quarter" idx="12"/>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0C725A23-6503-47E8-ADFA-008D1D1CBADF}" type="slidenum">
              <a:rPr lang="en-US" altLang="zh-CN" sz="1400" smtClean="0"/>
              <a:pPr>
                <a:spcBef>
                  <a:spcPct val="0"/>
                </a:spcBef>
                <a:buClrTx/>
                <a:buFontTx/>
                <a:buNone/>
              </a:pPr>
              <a:t>19</a:t>
            </a:fld>
            <a:endParaRPr lang="en-US" altLang="zh-CN" sz="1400" smtClean="0"/>
          </a:p>
        </p:txBody>
      </p:sp>
      <p:grpSp>
        <p:nvGrpSpPr>
          <p:cNvPr id="33796" name="Group 3"/>
          <p:cNvGrpSpPr>
            <a:grpSpLocks/>
          </p:cNvGrpSpPr>
          <p:nvPr/>
        </p:nvGrpSpPr>
        <p:grpSpPr bwMode="auto">
          <a:xfrm>
            <a:off x="952500" y="295275"/>
            <a:ext cx="7723188" cy="6003925"/>
            <a:chOff x="600" y="204"/>
            <a:chExt cx="4865" cy="3947"/>
          </a:xfrm>
        </p:grpSpPr>
        <p:sp>
          <p:nvSpPr>
            <p:cNvPr id="33801" name="Line 4"/>
            <p:cNvSpPr>
              <a:spLocks noChangeShapeType="1"/>
            </p:cNvSpPr>
            <p:nvPr/>
          </p:nvSpPr>
          <p:spPr bwMode="auto">
            <a:xfrm>
              <a:off x="3235" y="2753"/>
              <a:ext cx="0" cy="292"/>
            </a:xfrm>
            <a:prstGeom prst="line">
              <a:avLst/>
            </a:prstGeom>
            <a:noFill/>
            <a:ln w="28575">
              <a:solidFill>
                <a:schemeClr val="tx1"/>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3802" name="Line 5"/>
            <p:cNvSpPr>
              <a:spLocks noChangeShapeType="1"/>
            </p:cNvSpPr>
            <p:nvPr/>
          </p:nvSpPr>
          <p:spPr bwMode="auto">
            <a:xfrm flipH="1">
              <a:off x="1542" y="1829"/>
              <a:ext cx="1" cy="1608"/>
            </a:xfrm>
            <a:prstGeom prst="line">
              <a:avLst/>
            </a:prstGeom>
            <a:noFill/>
            <a:ln w="28575">
              <a:solidFill>
                <a:srgbClr val="FFFFCC"/>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3803" name="Line 6"/>
            <p:cNvSpPr>
              <a:spLocks noChangeShapeType="1"/>
            </p:cNvSpPr>
            <p:nvPr/>
          </p:nvSpPr>
          <p:spPr bwMode="auto">
            <a:xfrm>
              <a:off x="3970" y="1256"/>
              <a:ext cx="0" cy="255"/>
            </a:xfrm>
            <a:prstGeom prst="line">
              <a:avLst/>
            </a:prstGeom>
            <a:noFill/>
            <a:ln w="28575">
              <a:solidFill>
                <a:srgbClr val="FFFFCC"/>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grpSp>
          <p:nvGrpSpPr>
            <p:cNvPr id="33804" name="Group 7"/>
            <p:cNvGrpSpPr>
              <a:grpSpLocks/>
            </p:cNvGrpSpPr>
            <p:nvPr/>
          </p:nvGrpSpPr>
          <p:grpSpPr bwMode="auto">
            <a:xfrm>
              <a:off x="829" y="3395"/>
              <a:ext cx="1479" cy="756"/>
              <a:chOff x="1294" y="3408"/>
              <a:chExt cx="1180" cy="736"/>
            </a:xfrm>
          </p:grpSpPr>
          <p:sp>
            <p:nvSpPr>
              <p:cNvPr id="33855" name="Text Box 8"/>
              <p:cNvSpPr txBox="1">
                <a:spLocks noChangeArrowheads="1"/>
              </p:cNvSpPr>
              <p:nvPr/>
            </p:nvSpPr>
            <p:spPr bwMode="auto">
              <a:xfrm>
                <a:off x="1294" y="3408"/>
                <a:ext cx="1180" cy="273"/>
              </a:xfrm>
              <a:prstGeom prst="rect">
                <a:avLst/>
              </a:prstGeom>
              <a:solidFill>
                <a:srgbClr val="FFFFCC"/>
              </a:solidFill>
              <a:ln w="28575">
                <a:solidFill>
                  <a:srgbClr val="996633"/>
                </a:solidFill>
                <a:miter lim="800000"/>
                <a:headEnd/>
                <a:tailEnd/>
              </a:ln>
              <a:effectLst>
                <a:outerShdw dist="35921" dir="2700000" algn="ctr" rotWithShape="0">
                  <a:schemeClr val="bg2"/>
                </a:outerShdw>
              </a:effec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FontTx/>
                  <a:buNone/>
                </a:pPr>
                <a:r>
                  <a:rPr kumimoji="1" lang="en-US" altLang="zh-CN" sz="2000" b="1">
                    <a:solidFill>
                      <a:schemeClr val="bg2"/>
                    </a:solidFill>
                    <a:latin typeface="Times New Roman" panose="02020603050405020304" pitchFamily="18" charset="0"/>
                  </a:rPr>
                  <a:t>OrderLine</a:t>
                </a:r>
              </a:p>
            </p:txBody>
          </p:sp>
          <p:sp>
            <p:nvSpPr>
              <p:cNvPr id="33856" name="Text Box 9"/>
              <p:cNvSpPr txBox="1">
                <a:spLocks noChangeArrowheads="1"/>
              </p:cNvSpPr>
              <p:nvPr/>
            </p:nvSpPr>
            <p:spPr bwMode="auto">
              <a:xfrm>
                <a:off x="1294" y="3646"/>
                <a:ext cx="1180" cy="498"/>
              </a:xfrm>
              <a:prstGeom prst="rect">
                <a:avLst/>
              </a:prstGeom>
              <a:solidFill>
                <a:srgbClr val="FFFFCC"/>
              </a:solidFill>
              <a:ln w="28575">
                <a:solidFill>
                  <a:srgbClr val="996633"/>
                </a:solidFill>
                <a:miter lim="800000"/>
                <a:headEnd/>
                <a:tailEnd/>
              </a:ln>
              <a:effectLst>
                <a:outerShdw dist="35921" dir="2700000" algn="ctr" rotWithShape="0">
                  <a:schemeClr val="bg2"/>
                </a:outerShdw>
              </a:effec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15000"/>
                  </a:spcBef>
                  <a:buClrTx/>
                  <a:buFontTx/>
                  <a:buNone/>
                </a:pPr>
                <a:r>
                  <a:rPr kumimoji="1" lang="en-US" altLang="zh-CN" sz="2000">
                    <a:solidFill>
                      <a:schemeClr val="bg2"/>
                    </a:solidFill>
                    <a:latin typeface="Times New Roman" panose="02020603050405020304" pitchFamily="18" charset="0"/>
                  </a:rPr>
                  <a:t>   Quantity:Integer</a:t>
                </a:r>
              </a:p>
              <a:p>
                <a:pPr eaLnBrk="1" hangingPunct="1">
                  <a:spcBef>
                    <a:spcPct val="15000"/>
                  </a:spcBef>
                  <a:buClrTx/>
                  <a:buFontTx/>
                  <a:buNone/>
                </a:pPr>
                <a:r>
                  <a:rPr kumimoji="1" lang="en-US" altLang="zh-CN" sz="2000">
                    <a:solidFill>
                      <a:schemeClr val="bg2"/>
                    </a:solidFill>
                    <a:latin typeface="Times New Roman" panose="02020603050405020304" pitchFamily="18" charset="0"/>
                  </a:rPr>
                  <a:t>   isSatisfied</a:t>
                </a:r>
              </a:p>
            </p:txBody>
          </p:sp>
        </p:grpSp>
        <p:sp>
          <p:nvSpPr>
            <p:cNvPr id="33805" name="Text Box 10"/>
            <p:cNvSpPr txBox="1">
              <a:spLocks noChangeArrowheads="1"/>
            </p:cNvSpPr>
            <p:nvPr/>
          </p:nvSpPr>
          <p:spPr bwMode="auto">
            <a:xfrm>
              <a:off x="1568" y="1829"/>
              <a:ext cx="234" cy="221"/>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996633"/>
                  </a:solidFill>
                  <a:miter lim="800000"/>
                  <a:headEnd/>
                  <a:tailEnd/>
                </a14:hiddenLine>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FontTx/>
                <a:buNone/>
              </a:pPr>
              <a:r>
                <a:rPr kumimoji="1" lang="en-US" altLang="zh-CN" sz="1600" b="1">
                  <a:latin typeface="Times New Roman" panose="02020603050405020304" pitchFamily="18" charset="0"/>
                </a:rPr>
                <a:t>1</a:t>
              </a:r>
            </a:p>
          </p:txBody>
        </p:sp>
        <p:sp>
          <p:nvSpPr>
            <p:cNvPr id="33806" name="Text Box 11"/>
            <p:cNvSpPr txBox="1">
              <a:spLocks noChangeArrowheads="1"/>
            </p:cNvSpPr>
            <p:nvPr/>
          </p:nvSpPr>
          <p:spPr bwMode="auto">
            <a:xfrm>
              <a:off x="1532" y="3177"/>
              <a:ext cx="234" cy="301"/>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996633"/>
                  </a:solidFill>
                  <a:miter lim="800000"/>
                  <a:headEnd/>
                  <a:tailEnd/>
                </a14:hiddenLine>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FontTx/>
                <a:buNone/>
              </a:pPr>
              <a:r>
                <a:rPr kumimoji="1" lang="en-US" altLang="zh-CN" sz="2400">
                  <a:latin typeface="Times New Roman" panose="02020603050405020304" pitchFamily="18" charset="0"/>
                </a:rPr>
                <a:t>*</a:t>
              </a:r>
            </a:p>
          </p:txBody>
        </p:sp>
        <p:sp>
          <p:nvSpPr>
            <p:cNvPr id="33807" name="Line 12"/>
            <p:cNvSpPr>
              <a:spLocks noChangeShapeType="1"/>
            </p:cNvSpPr>
            <p:nvPr/>
          </p:nvSpPr>
          <p:spPr bwMode="auto">
            <a:xfrm>
              <a:off x="2274" y="913"/>
              <a:ext cx="1079" cy="0"/>
            </a:xfrm>
            <a:prstGeom prst="line">
              <a:avLst/>
            </a:prstGeom>
            <a:noFill/>
            <a:ln w="28575">
              <a:solidFill>
                <a:srgbClr val="FFFFCC"/>
              </a:solidFill>
              <a:round/>
              <a:headEnd/>
              <a:tailEnd/>
            </a:ln>
            <a:effectLst>
              <a:outerShdw dist="35921" dir="2700000" algn="ctr" rotWithShape="0">
                <a:srgbClr val="663300"/>
              </a:outerShdw>
            </a:effectLst>
            <a:extLst>
              <a:ext uri="{909E8E84-426E-40DD-AFC4-6F175D3DCCD1}">
                <a14:hiddenFill xmlns:a14="http://schemas.microsoft.com/office/drawing/2010/main">
                  <a:noFill/>
                </a14:hiddenFill>
              </a:ext>
            </a:extLst>
          </p:spPr>
          <p:txBody>
            <a:bodyPr/>
            <a:lstStyle/>
            <a:p>
              <a:endParaRPr lang="zh-CN" altLang="en-US"/>
            </a:p>
          </p:txBody>
        </p:sp>
        <p:sp>
          <p:nvSpPr>
            <p:cNvPr id="33808" name="Text Box 13"/>
            <p:cNvSpPr txBox="1">
              <a:spLocks noChangeArrowheads="1"/>
            </p:cNvSpPr>
            <p:nvPr/>
          </p:nvSpPr>
          <p:spPr bwMode="auto">
            <a:xfrm>
              <a:off x="3079" y="927"/>
              <a:ext cx="234" cy="221"/>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996633"/>
                  </a:solidFill>
                  <a:miter lim="800000"/>
                  <a:headEnd/>
                  <a:tailEnd/>
                </a14:hiddenLine>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FontTx/>
                <a:buNone/>
              </a:pPr>
              <a:r>
                <a:rPr kumimoji="1" lang="en-US" altLang="zh-CN" sz="1600" b="1">
                  <a:latin typeface="Times New Roman" panose="02020603050405020304" pitchFamily="18" charset="0"/>
                </a:rPr>
                <a:t>1</a:t>
              </a:r>
            </a:p>
          </p:txBody>
        </p:sp>
        <p:sp>
          <p:nvSpPr>
            <p:cNvPr id="33809" name="Text Box 14"/>
            <p:cNvSpPr txBox="1">
              <a:spLocks noChangeArrowheads="1"/>
            </p:cNvSpPr>
            <p:nvPr/>
          </p:nvSpPr>
          <p:spPr bwMode="auto">
            <a:xfrm>
              <a:off x="2300" y="932"/>
              <a:ext cx="234" cy="301"/>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FontTx/>
                <a:buNone/>
              </a:pPr>
              <a:r>
                <a:rPr kumimoji="1" lang="en-US" altLang="zh-CN" sz="2400">
                  <a:latin typeface="Times New Roman" panose="02020603050405020304" pitchFamily="18" charset="0"/>
                </a:rPr>
                <a:t>*</a:t>
              </a:r>
            </a:p>
          </p:txBody>
        </p:sp>
        <p:sp>
          <p:nvSpPr>
            <p:cNvPr id="33810" name="Line 15"/>
            <p:cNvSpPr>
              <a:spLocks noChangeShapeType="1"/>
            </p:cNvSpPr>
            <p:nvPr/>
          </p:nvSpPr>
          <p:spPr bwMode="auto">
            <a:xfrm>
              <a:off x="2331" y="3838"/>
              <a:ext cx="421" cy="0"/>
            </a:xfrm>
            <a:prstGeom prst="line">
              <a:avLst/>
            </a:prstGeom>
            <a:noFill/>
            <a:ln w="28575">
              <a:solidFill>
                <a:srgbClr val="FFFFCC"/>
              </a:solidFill>
              <a:round/>
              <a:headEnd/>
              <a:tailEnd/>
            </a:ln>
            <a:effectLst>
              <a:outerShdw dist="35921" dir="2700000" algn="ctr" rotWithShape="0">
                <a:srgbClr val="663300"/>
              </a:outerShdw>
            </a:effectLst>
            <a:extLst>
              <a:ext uri="{909E8E84-426E-40DD-AFC4-6F175D3DCCD1}">
                <a14:hiddenFill xmlns:a14="http://schemas.microsoft.com/office/drawing/2010/main">
                  <a:noFill/>
                </a14:hiddenFill>
              </a:ext>
            </a:extLst>
          </p:spPr>
          <p:txBody>
            <a:bodyPr/>
            <a:lstStyle/>
            <a:p>
              <a:endParaRPr lang="zh-CN" altLang="en-US"/>
            </a:p>
          </p:txBody>
        </p:sp>
        <p:sp>
          <p:nvSpPr>
            <p:cNvPr id="33811" name="Text Box 16"/>
            <p:cNvSpPr txBox="1">
              <a:spLocks noChangeArrowheads="1"/>
            </p:cNvSpPr>
            <p:nvPr/>
          </p:nvSpPr>
          <p:spPr bwMode="auto">
            <a:xfrm>
              <a:off x="2550" y="3626"/>
              <a:ext cx="231" cy="221"/>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FontTx/>
                <a:buNone/>
              </a:pPr>
              <a:r>
                <a:rPr kumimoji="1" lang="en-US" altLang="zh-CN" sz="1600" b="1">
                  <a:latin typeface="Times New Roman" panose="02020603050405020304" pitchFamily="18" charset="0"/>
                </a:rPr>
                <a:t>1</a:t>
              </a:r>
            </a:p>
          </p:txBody>
        </p:sp>
        <p:sp>
          <p:nvSpPr>
            <p:cNvPr id="33812" name="Text Box 17"/>
            <p:cNvSpPr txBox="1">
              <a:spLocks noChangeArrowheads="1"/>
            </p:cNvSpPr>
            <p:nvPr/>
          </p:nvSpPr>
          <p:spPr bwMode="auto">
            <a:xfrm>
              <a:off x="2302" y="3637"/>
              <a:ext cx="234" cy="301"/>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FontTx/>
                <a:buNone/>
              </a:pPr>
              <a:r>
                <a:rPr kumimoji="1" lang="en-US" altLang="zh-CN" sz="2400">
                  <a:latin typeface="Times New Roman" panose="02020603050405020304" pitchFamily="18" charset="0"/>
                </a:rPr>
                <a:t>*</a:t>
              </a:r>
            </a:p>
          </p:txBody>
        </p:sp>
        <p:sp>
          <p:nvSpPr>
            <p:cNvPr id="33813" name="Line 18"/>
            <p:cNvSpPr>
              <a:spLocks noChangeShapeType="1"/>
            </p:cNvSpPr>
            <p:nvPr/>
          </p:nvSpPr>
          <p:spPr bwMode="auto">
            <a:xfrm>
              <a:off x="3302" y="1503"/>
              <a:ext cx="1401" cy="0"/>
            </a:xfrm>
            <a:prstGeom prst="line">
              <a:avLst/>
            </a:prstGeom>
            <a:noFill/>
            <a:ln w="28575">
              <a:solidFill>
                <a:srgbClr val="FFFFCC"/>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3814" name="Line 19"/>
            <p:cNvSpPr>
              <a:spLocks noChangeShapeType="1"/>
            </p:cNvSpPr>
            <p:nvPr/>
          </p:nvSpPr>
          <p:spPr bwMode="auto">
            <a:xfrm flipV="1">
              <a:off x="4696" y="1513"/>
              <a:ext cx="0" cy="119"/>
            </a:xfrm>
            <a:prstGeom prst="line">
              <a:avLst/>
            </a:prstGeom>
            <a:noFill/>
            <a:ln w="28575">
              <a:solidFill>
                <a:srgbClr val="FFFFCC"/>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3815" name="Line 20"/>
            <p:cNvSpPr>
              <a:spLocks noChangeShapeType="1"/>
            </p:cNvSpPr>
            <p:nvPr/>
          </p:nvSpPr>
          <p:spPr bwMode="auto">
            <a:xfrm flipV="1">
              <a:off x="3302" y="1503"/>
              <a:ext cx="0" cy="120"/>
            </a:xfrm>
            <a:prstGeom prst="line">
              <a:avLst/>
            </a:prstGeom>
            <a:noFill/>
            <a:ln w="28575">
              <a:solidFill>
                <a:srgbClr val="FFFFCC"/>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3816" name="AutoShape 21"/>
            <p:cNvSpPr>
              <a:spLocks noChangeArrowheads="1"/>
            </p:cNvSpPr>
            <p:nvPr/>
          </p:nvSpPr>
          <p:spPr bwMode="auto">
            <a:xfrm>
              <a:off x="3897" y="1261"/>
              <a:ext cx="152" cy="61"/>
            </a:xfrm>
            <a:prstGeom prst="triangle">
              <a:avLst>
                <a:gd name="adj" fmla="val 50000"/>
              </a:avLst>
            </a:prstGeom>
            <a:noFill/>
            <a:ln w="28575">
              <a:solidFill>
                <a:srgbClr val="FFFFCC"/>
              </a:solidFill>
              <a:miter lim="800000"/>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grpSp>
          <p:nvGrpSpPr>
            <p:cNvPr id="33817" name="Group 22"/>
            <p:cNvGrpSpPr>
              <a:grpSpLocks/>
            </p:cNvGrpSpPr>
            <p:nvPr/>
          </p:nvGrpSpPr>
          <p:grpSpPr bwMode="auto">
            <a:xfrm>
              <a:off x="3372" y="223"/>
              <a:ext cx="1308" cy="1010"/>
              <a:chOff x="4471" y="1565"/>
              <a:chExt cx="1198" cy="867"/>
            </a:xfrm>
          </p:grpSpPr>
          <p:sp>
            <p:nvSpPr>
              <p:cNvPr id="33849" name="Rectangle 23"/>
              <p:cNvSpPr>
                <a:spLocks noChangeArrowheads="1"/>
              </p:cNvSpPr>
              <p:nvPr/>
            </p:nvSpPr>
            <p:spPr bwMode="auto">
              <a:xfrm>
                <a:off x="4480" y="1582"/>
                <a:ext cx="1152" cy="850"/>
              </a:xfrm>
              <a:prstGeom prst="rect">
                <a:avLst/>
              </a:prstGeom>
              <a:solidFill>
                <a:srgbClr val="FFFFE7"/>
              </a:solidFill>
              <a:ln w="28575">
                <a:solidFill>
                  <a:srgbClr val="BA8900"/>
                </a:solidFill>
                <a:miter lim="800000"/>
                <a:headEnd/>
                <a:tailEnd/>
              </a:ln>
              <a:effectLst>
                <a:prstShdw prst="shdw17" dist="17961" dir="2700000">
                  <a:schemeClr val="bg2"/>
                </a:prstShdw>
              </a:effec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33850" name="Line 24"/>
              <p:cNvSpPr>
                <a:spLocks noChangeShapeType="1"/>
              </p:cNvSpPr>
              <p:nvPr/>
            </p:nvSpPr>
            <p:spPr bwMode="auto">
              <a:xfrm>
                <a:off x="4489" y="1865"/>
                <a:ext cx="1125" cy="0"/>
              </a:xfrm>
              <a:prstGeom prst="line">
                <a:avLst/>
              </a:prstGeom>
              <a:noFill/>
              <a:ln w="28575">
                <a:solidFill>
                  <a:srgbClr val="BA8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851" name="Line 25"/>
              <p:cNvSpPr>
                <a:spLocks noChangeShapeType="1"/>
              </p:cNvSpPr>
              <p:nvPr/>
            </p:nvSpPr>
            <p:spPr bwMode="auto">
              <a:xfrm>
                <a:off x="4486" y="2195"/>
                <a:ext cx="1125" cy="0"/>
              </a:xfrm>
              <a:prstGeom prst="line">
                <a:avLst/>
              </a:prstGeom>
              <a:noFill/>
              <a:ln w="28575">
                <a:solidFill>
                  <a:srgbClr val="BA8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852" name="Text Box 26"/>
              <p:cNvSpPr txBox="1">
                <a:spLocks noChangeArrowheads="1"/>
              </p:cNvSpPr>
              <p:nvPr/>
            </p:nvSpPr>
            <p:spPr bwMode="auto">
              <a:xfrm>
                <a:off x="4562" y="1565"/>
                <a:ext cx="960" cy="2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35000"/>
                  </a:lnSpc>
                  <a:spcBef>
                    <a:spcPct val="50000"/>
                  </a:spcBef>
                  <a:buClrTx/>
                  <a:buFontTx/>
                  <a:buNone/>
                </a:pPr>
                <a:r>
                  <a:rPr kumimoji="1" lang="en-US" altLang="zh-CN" sz="2000" b="1">
                    <a:solidFill>
                      <a:schemeClr val="bg2"/>
                    </a:solidFill>
                    <a:latin typeface="Times New Roman" panose="02020603050405020304" pitchFamily="18" charset="0"/>
                  </a:rPr>
                  <a:t>Customer</a:t>
                </a:r>
              </a:p>
            </p:txBody>
          </p:sp>
          <p:sp>
            <p:nvSpPr>
              <p:cNvPr id="33853" name="Text Box 27"/>
              <p:cNvSpPr txBox="1">
                <a:spLocks noChangeArrowheads="1"/>
              </p:cNvSpPr>
              <p:nvPr/>
            </p:nvSpPr>
            <p:spPr bwMode="auto">
              <a:xfrm>
                <a:off x="4517" y="1830"/>
                <a:ext cx="1014" cy="3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85000"/>
                  </a:lnSpc>
                  <a:spcBef>
                    <a:spcPct val="0"/>
                  </a:spcBef>
                  <a:buClrTx/>
                  <a:buFontTx/>
                  <a:buNone/>
                </a:pPr>
                <a:r>
                  <a:rPr kumimoji="1" lang="en-US" altLang="zh-CN" sz="2000">
                    <a:solidFill>
                      <a:schemeClr val="bg2"/>
                    </a:solidFill>
                    <a:latin typeface="Times New Roman" panose="02020603050405020304" pitchFamily="18" charset="0"/>
                  </a:rPr>
                  <a:t>    name</a:t>
                </a:r>
              </a:p>
              <a:p>
                <a:pPr eaLnBrk="1" hangingPunct="1">
                  <a:spcBef>
                    <a:spcPct val="0"/>
                  </a:spcBef>
                  <a:buClrTx/>
                  <a:buFontTx/>
                  <a:buNone/>
                </a:pPr>
                <a:r>
                  <a:rPr kumimoji="1" lang="en-US" altLang="zh-CN" sz="2000">
                    <a:solidFill>
                      <a:schemeClr val="bg2"/>
                    </a:solidFill>
                    <a:latin typeface="Times New Roman" panose="02020603050405020304" pitchFamily="18" charset="0"/>
                  </a:rPr>
                  <a:t>    address</a:t>
                </a:r>
              </a:p>
            </p:txBody>
          </p:sp>
          <p:sp>
            <p:nvSpPr>
              <p:cNvPr id="33854" name="Text Box 28"/>
              <p:cNvSpPr txBox="1">
                <a:spLocks noChangeArrowheads="1"/>
              </p:cNvSpPr>
              <p:nvPr/>
            </p:nvSpPr>
            <p:spPr bwMode="auto">
              <a:xfrm>
                <a:off x="4471" y="2188"/>
                <a:ext cx="1198" cy="2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kumimoji="1" lang="en-US" altLang="zh-CN" sz="1600" b="1">
                    <a:solidFill>
                      <a:schemeClr val="bg2"/>
                    </a:solidFill>
                    <a:latin typeface="宋体" panose="02010600030101010101" pitchFamily="2" charset="-122"/>
                  </a:rPr>
                  <a:t>  </a:t>
                </a:r>
                <a:r>
                  <a:rPr kumimoji="1" lang="en-US" altLang="zh-CN" sz="2000">
                    <a:solidFill>
                      <a:schemeClr val="bg2"/>
                    </a:solidFill>
                    <a:latin typeface="Times New Roman" panose="02020603050405020304" pitchFamily="18" charset="0"/>
                  </a:rPr>
                  <a:t>CreditRating</a:t>
                </a:r>
                <a:r>
                  <a:rPr kumimoji="1" lang="en-US" altLang="zh-CN" sz="1800" b="1">
                    <a:solidFill>
                      <a:schemeClr val="bg2"/>
                    </a:solidFill>
                    <a:latin typeface="宋体" panose="02010600030101010101" pitchFamily="2" charset="-122"/>
                  </a:rPr>
                  <a:t>()</a:t>
                </a:r>
              </a:p>
            </p:txBody>
          </p:sp>
        </p:grpSp>
        <p:grpSp>
          <p:nvGrpSpPr>
            <p:cNvPr id="33818" name="Group 29"/>
            <p:cNvGrpSpPr>
              <a:grpSpLocks/>
            </p:cNvGrpSpPr>
            <p:nvPr/>
          </p:nvGrpSpPr>
          <p:grpSpPr bwMode="auto">
            <a:xfrm>
              <a:off x="926" y="329"/>
              <a:ext cx="1395" cy="1482"/>
              <a:chOff x="-476" y="1729"/>
              <a:chExt cx="1248" cy="1272"/>
            </a:xfrm>
          </p:grpSpPr>
          <p:sp>
            <p:nvSpPr>
              <p:cNvPr id="33843" name="Rectangle 30"/>
              <p:cNvSpPr>
                <a:spLocks noChangeArrowheads="1"/>
              </p:cNvSpPr>
              <p:nvPr/>
            </p:nvSpPr>
            <p:spPr bwMode="auto">
              <a:xfrm>
                <a:off x="-466" y="1729"/>
                <a:ext cx="1238" cy="1272"/>
              </a:xfrm>
              <a:prstGeom prst="rect">
                <a:avLst/>
              </a:prstGeom>
              <a:solidFill>
                <a:srgbClr val="FFFFE7"/>
              </a:solidFill>
              <a:ln w="28575">
                <a:solidFill>
                  <a:srgbClr val="BA8900"/>
                </a:solidFill>
                <a:miter lim="800000"/>
                <a:headEnd/>
                <a:tailEnd/>
              </a:ln>
              <a:effectLst>
                <a:prstShdw prst="shdw17" dist="17961" dir="2700000">
                  <a:schemeClr val="bg2"/>
                </a:prstShdw>
              </a:effec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33844" name="Line 31"/>
              <p:cNvSpPr>
                <a:spLocks noChangeShapeType="1"/>
              </p:cNvSpPr>
              <p:nvPr/>
            </p:nvSpPr>
            <p:spPr bwMode="auto">
              <a:xfrm>
                <a:off x="-457" y="2008"/>
                <a:ext cx="1210" cy="0"/>
              </a:xfrm>
              <a:prstGeom prst="line">
                <a:avLst/>
              </a:prstGeom>
              <a:noFill/>
              <a:ln w="28575">
                <a:solidFill>
                  <a:srgbClr val="BA8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845" name="Line 32"/>
              <p:cNvSpPr>
                <a:spLocks noChangeShapeType="1"/>
              </p:cNvSpPr>
              <p:nvPr/>
            </p:nvSpPr>
            <p:spPr bwMode="auto">
              <a:xfrm>
                <a:off x="-460" y="2646"/>
                <a:ext cx="1210" cy="0"/>
              </a:xfrm>
              <a:prstGeom prst="line">
                <a:avLst/>
              </a:prstGeom>
              <a:noFill/>
              <a:ln w="28575">
                <a:solidFill>
                  <a:srgbClr val="BA89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846" name="Text Box 33"/>
              <p:cNvSpPr txBox="1">
                <a:spLocks noChangeArrowheads="1"/>
              </p:cNvSpPr>
              <p:nvPr/>
            </p:nvSpPr>
            <p:spPr bwMode="auto">
              <a:xfrm>
                <a:off x="-378" y="1758"/>
                <a:ext cx="1032" cy="2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35000"/>
                  </a:lnSpc>
                  <a:spcBef>
                    <a:spcPct val="50000"/>
                  </a:spcBef>
                  <a:buClrTx/>
                  <a:buFontTx/>
                  <a:buNone/>
                </a:pPr>
                <a:r>
                  <a:rPr kumimoji="1" lang="en-US" altLang="zh-CN" sz="2000" b="1">
                    <a:solidFill>
                      <a:schemeClr val="bg2"/>
                    </a:solidFill>
                    <a:latin typeface="Times New Roman" panose="02020603050405020304" pitchFamily="18" charset="0"/>
                  </a:rPr>
                  <a:t>Order</a:t>
                </a:r>
              </a:p>
            </p:txBody>
          </p:sp>
          <p:sp>
            <p:nvSpPr>
              <p:cNvPr id="33847" name="Text Box 34"/>
              <p:cNvSpPr txBox="1">
                <a:spLocks noChangeArrowheads="1"/>
              </p:cNvSpPr>
              <p:nvPr/>
            </p:nvSpPr>
            <p:spPr bwMode="auto">
              <a:xfrm>
                <a:off x="-400" y="2055"/>
                <a:ext cx="1091" cy="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5000"/>
                  </a:lnSpc>
                  <a:spcBef>
                    <a:spcPct val="10000"/>
                  </a:spcBef>
                  <a:buClrTx/>
                  <a:buFontTx/>
                  <a:buNone/>
                </a:pPr>
                <a:r>
                  <a:rPr kumimoji="1" lang="en-US" altLang="zh-CN" sz="2000">
                    <a:solidFill>
                      <a:schemeClr val="bg2"/>
                    </a:solidFill>
                    <a:latin typeface="Times New Roman" panose="02020603050405020304" pitchFamily="18" charset="0"/>
                  </a:rPr>
                  <a:t>  dataReceived</a:t>
                </a:r>
              </a:p>
              <a:p>
                <a:pPr eaLnBrk="1" hangingPunct="1">
                  <a:lnSpc>
                    <a:spcPct val="95000"/>
                  </a:lnSpc>
                  <a:spcBef>
                    <a:spcPct val="10000"/>
                  </a:spcBef>
                  <a:buClrTx/>
                  <a:buFontTx/>
                  <a:buNone/>
                </a:pPr>
                <a:r>
                  <a:rPr kumimoji="1" lang="en-US" altLang="zh-CN" sz="2000">
                    <a:solidFill>
                      <a:schemeClr val="bg2"/>
                    </a:solidFill>
                    <a:latin typeface="Times New Roman" panose="02020603050405020304" pitchFamily="18" charset="0"/>
                  </a:rPr>
                  <a:t>  isPrepaid</a:t>
                </a:r>
              </a:p>
              <a:p>
                <a:pPr eaLnBrk="1" hangingPunct="1">
                  <a:lnSpc>
                    <a:spcPct val="95000"/>
                  </a:lnSpc>
                  <a:spcBef>
                    <a:spcPct val="10000"/>
                  </a:spcBef>
                  <a:spcAft>
                    <a:spcPct val="25000"/>
                  </a:spcAft>
                  <a:buClrTx/>
                  <a:buFontTx/>
                  <a:buNone/>
                </a:pPr>
                <a:r>
                  <a:rPr kumimoji="1" lang="en-US" altLang="zh-CN" sz="2000">
                    <a:solidFill>
                      <a:schemeClr val="bg2"/>
                    </a:solidFill>
                    <a:latin typeface="Times New Roman" panose="02020603050405020304" pitchFamily="18" charset="0"/>
                  </a:rPr>
                  <a:t>  number:String</a:t>
                </a:r>
              </a:p>
            </p:txBody>
          </p:sp>
          <p:sp>
            <p:nvSpPr>
              <p:cNvPr id="33848" name="Text Box 35"/>
              <p:cNvSpPr txBox="1">
                <a:spLocks noChangeArrowheads="1"/>
              </p:cNvSpPr>
              <p:nvPr/>
            </p:nvSpPr>
            <p:spPr bwMode="auto">
              <a:xfrm>
                <a:off x="-476" y="2637"/>
                <a:ext cx="1205" cy="3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85000"/>
                  </a:lnSpc>
                  <a:spcBef>
                    <a:spcPct val="10000"/>
                  </a:spcBef>
                  <a:buClrTx/>
                  <a:buFontTx/>
                  <a:buNone/>
                </a:pPr>
                <a:r>
                  <a:rPr kumimoji="1" lang="en-US" altLang="zh-CN" sz="2000">
                    <a:solidFill>
                      <a:schemeClr val="bg2"/>
                    </a:solidFill>
                    <a:latin typeface="Times New Roman" panose="02020603050405020304" pitchFamily="18" charset="0"/>
                  </a:rPr>
                  <a:t>    dispatch</a:t>
                </a:r>
                <a:r>
                  <a:rPr kumimoji="1" lang="en-US" altLang="zh-CN" sz="1800" b="1">
                    <a:solidFill>
                      <a:schemeClr val="bg2"/>
                    </a:solidFill>
                    <a:latin typeface="宋体" panose="02010600030101010101" pitchFamily="2" charset="-122"/>
                  </a:rPr>
                  <a:t>()</a:t>
                </a:r>
              </a:p>
              <a:p>
                <a:pPr eaLnBrk="1" hangingPunct="1">
                  <a:lnSpc>
                    <a:spcPct val="85000"/>
                  </a:lnSpc>
                  <a:spcBef>
                    <a:spcPct val="10000"/>
                  </a:spcBef>
                  <a:buClrTx/>
                  <a:buFontTx/>
                  <a:buNone/>
                </a:pPr>
                <a:r>
                  <a:rPr kumimoji="1" lang="en-US" altLang="zh-CN" sz="2000">
                    <a:solidFill>
                      <a:schemeClr val="bg2"/>
                    </a:solidFill>
                    <a:latin typeface="Times New Roman" panose="02020603050405020304" pitchFamily="18" charset="0"/>
                  </a:rPr>
                  <a:t>    close</a:t>
                </a:r>
                <a:r>
                  <a:rPr kumimoji="1" lang="en-US" altLang="zh-CN" sz="1800" b="1">
                    <a:solidFill>
                      <a:schemeClr val="bg2"/>
                    </a:solidFill>
                    <a:latin typeface="宋体" panose="02010600030101010101" pitchFamily="2" charset="-122"/>
                  </a:rPr>
                  <a:t>()      </a:t>
                </a:r>
              </a:p>
            </p:txBody>
          </p:sp>
        </p:grpSp>
        <p:grpSp>
          <p:nvGrpSpPr>
            <p:cNvPr id="33819" name="Group 36"/>
            <p:cNvGrpSpPr>
              <a:grpSpLocks/>
            </p:cNvGrpSpPr>
            <p:nvPr/>
          </p:nvGrpSpPr>
          <p:grpSpPr bwMode="auto">
            <a:xfrm>
              <a:off x="4109" y="1644"/>
              <a:ext cx="1356" cy="594"/>
              <a:chOff x="3902" y="2715"/>
              <a:chExt cx="1356" cy="594"/>
            </a:xfrm>
          </p:grpSpPr>
          <p:sp>
            <p:nvSpPr>
              <p:cNvPr id="33840" name="Rectangle 37"/>
              <p:cNvSpPr>
                <a:spLocks noChangeArrowheads="1"/>
              </p:cNvSpPr>
              <p:nvPr/>
            </p:nvSpPr>
            <p:spPr bwMode="auto">
              <a:xfrm>
                <a:off x="3904" y="2715"/>
                <a:ext cx="1354" cy="594"/>
              </a:xfrm>
              <a:prstGeom prst="rect">
                <a:avLst/>
              </a:prstGeom>
              <a:solidFill>
                <a:srgbClr val="FFFFCC"/>
              </a:solidFill>
              <a:ln w="28575">
                <a:solidFill>
                  <a:srgbClr val="9A7200"/>
                </a:solidFill>
                <a:miter lim="800000"/>
                <a:headEnd/>
                <a:tailEnd/>
              </a:ln>
              <a:effectLst>
                <a:outerShdw dist="35921" dir="2700000" algn="ctr" rotWithShape="0">
                  <a:schemeClr val="bg2"/>
                </a:outerShdw>
              </a:effec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en-US" altLang="zh-CN" sz="2000" b="1">
                    <a:solidFill>
                      <a:schemeClr val="bg2"/>
                    </a:solidFill>
                    <a:latin typeface="Times New Roman" panose="02020603050405020304" pitchFamily="18" charset="0"/>
                  </a:rPr>
                  <a:t>Personal Customer</a:t>
                </a:r>
              </a:p>
              <a:p>
                <a:pPr algn="ctr" eaLnBrk="1" hangingPunct="1">
                  <a:spcBef>
                    <a:spcPct val="0"/>
                  </a:spcBef>
                  <a:buClrTx/>
                  <a:buFontTx/>
                  <a:buNone/>
                </a:pPr>
                <a:r>
                  <a:rPr kumimoji="1" lang="en-US" altLang="zh-CN" sz="2000">
                    <a:solidFill>
                      <a:schemeClr val="bg2"/>
                    </a:solidFill>
                    <a:latin typeface="Times New Roman" panose="02020603050405020304" pitchFamily="18" charset="0"/>
                  </a:rPr>
                  <a:t>creditCard</a:t>
                </a:r>
              </a:p>
              <a:p>
                <a:pPr algn="ctr" eaLnBrk="1" hangingPunct="1">
                  <a:spcBef>
                    <a:spcPct val="0"/>
                  </a:spcBef>
                  <a:buClrTx/>
                  <a:buFontTx/>
                  <a:buNone/>
                </a:pPr>
                <a:endParaRPr kumimoji="1" lang="en-US" altLang="zh-CN" sz="2000">
                  <a:solidFill>
                    <a:schemeClr val="bg2"/>
                  </a:solidFill>
                  <a:latin typeface="Times New Roman" panose="02020603050405020304" pitchFamily="18" charset="0"/>
                </a:endParaRPr>
              </a:p>
            </p:txBody>
          </p:sp>
          <p:sp>
            <p:nvSpPr>
              <p:cNvPr id="33841" name="Line 38"/>
              <p:cNvSpPr>
                <a:spLocks noChangeShapeType="1"/>
              </p:cNvSpPr>
              <p:nvPr/>
            </p:nvSpPr>
            <p:spPr bwMode="auto">
              <a:xfrm flipV="1">
                <a:off x="3905" y="2926"/>
                <a:ext cx="1353" cy="0"/>
              </a:xfrm>
              <a:prstGeom prst="line">
                <a:avLst/>
              </a:prstGeom>
              <a:noFill/>
              <a:ln w="28575">
                <a:solidFill>
                  <a:srgbClr val="9A72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842" name="Line 39"/>
              <p:cNvSpPr>
                <a:spLocks noChangeShapeType="1"/>
              </p:cNvSpPr>
              <p:nvPr/>
            </p:nvSpPr>
            <p:spPr bwMode="auto">
              <a:xfrm flipV="1">
                <a:off x="3902" y="3112"/>
                <a:ext cx="1353" cy="0"/>
              </a:xfrm>
              <a:prstGeom prst="line">
                <a:avLst/>
              </a:prstGeom>
              <a:noFill/>
              <a:ln w="28575">
                <a:solidFill>
                  <a:srgbClr val="9A72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3820" name="Group 40"/>
            <p:cNvGrpSpPr>
              <a:grpSpLocks/>
            </p:cNvGrpSpPr>
            <p:nvPr/>
          </p:nvGrpSpPr>
          <p:grpSpPr bwMode="auto">
            <a:xfrm>
              <a:off x="2493" y="1630"/>
              <a:ext cx="1556" cy="1226"/>
              <a:chOff x="2321" y="3044"/>
              <a:chExt cx="1520" cy="1116"/>
            </a:xfrm>
          </p:grpSpPr>
          <p:sp>
            <p:nvSpPr>
              <p:cNvPr id="33837" name="Rectangle 41"/>
              <p:cNvSpPr>
                <a:spLocks noChangeArrowheads="1"/>
              </p:cNvSpPr>
              <p:nvPr/>
            </p:nvSpPr>
            <p:spPr bwMode="auto">
              <a:xfrm>
                <a:off x="2321" y="3044"/>
                <a:ext cx="1504" cy="1116"/>
              </a:xfrm>
              <a:prstGeom prst="rect">
                <a:avLst/>
              </a:prstGeom>
              <a:solidFill>
                <a:srgbClr val="FFFFCC"/>
              </a:solidFill>
              <a:ln w="19050">
                <a:solidFill>
                  <a:srgbClr val="9A7200"/>
                </a:solidFill>
                <a:miter lim="800000"/>
                <a:headEnd/>
                <a:tailEnd/>
              </a:ln>
              <a:effectLst>
                <a:outerShdw dist="35921" dir="2700000" algn="ctr" rotWithShape="0">
                  <a:schemeClr val="bg2"/>
                </a:outerShdw>
              </a:effec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ct val="0"/>
                  </a:spcBef>
                  <a:buClrTx/>
                  <a:buFontTx/>
                  <a:buNone/>
                </a:pPr>
                <a:r>
                  <a:rPr kumimoji="1" lang="en-US" altLang="zh-CN" sz="2000" b="1">
                    <a:solidFill>
                      <a:schemeClr val="bg2"/>
                    </a:solidFill>
                    <a:latin typeface="Times New Roman" panose="02020603050405020304" pitchFamily="18" charset="0"/>
                  </a:rPr>
                  <a:t>Corporate Customer</a:t>
                </a:r>
              </a:p>
              <a:p>
                <a:pPr eaLnBrk="1" hangingPunct="1">
                  <a:lnSpc>
                    <a:spcPct val="90000"/>
                  </a:lnSpc>
                  <a:spcBef>
                    <a:spcPct val="35000"/>
                  </a:spcBef>
                  <a:buClrTx/>
                  <a:buFontTx/>
                  <a:buNone/>
                </a:pPr>
                <a:r>
                  <a:rPr kumimoji="1" lang="en-US" altLang="zh-CN" sz="2000">
                    <a:solidFill>
                      <a:schemeClr val="bg2"/>
                    </a:solidFill>
                    <a:latin typeface="Times New Roman" panose="02020603050405020304" pitchFamily="18" charset="0"/>
                  </a:rPr>
                  <a:t>    contactName </a:t>
                </a:r>
              </a:p>
              <a:p>
                <a:pPr eaLnBrk="1" hangingPunct="1">
                  <a:lnSpc>
                    <a:spcPct val="85000"/>
                  </a:lnSpc>
                  <a:spcBef>
                    <a:spcPct val="0"/>
                  </a:spcBef>
                  <a:buClrTx/>
                  <a:buFontTx/>
                  <a:buNone/>
                </a:pPr>
                <a:r>
                  <a:rPr kumimoji="1" lang="en-US" altLang="zh-CN" sz="2000">
                    <a:solidFill>
                      <a:schemeClr val="bg2"/>
                    </a:solidFill>
                    <a:latin typeface="Times New Roman" panose="02020603050405020304" pitchFamily="18" charset="0"/>
                  </a:rPr>
                  <a:t>    creditRating</a:t>
                </a:r>
              </a:p>
              <a:p>
                <a:pPr eaLnBrk="1" hangingPunct="1">
                  <a:lnSpc>
                    <a:spcPct val="85000"/>
                  </a:lnSpc>
                  <a:spcBef>
                    <a:spcPct val="0"/>
                  </a:spcBef>
                  <a:buClrTx/>
                  <a:buFontTx/>
                  <a:buNone/>
                </a:pPr>
                <a:r>
                  <a:rPr kumimoji="1" lang="en-US" altLang="zh-CN" sz="2000">
                    <a:solidFill>
                      <a:schemeClr val="bg2"/>
                    </a:solidFill>
                    <a:latin typeface="Times New Roman" panose="02020603050405020304" pitchFamily="18" charset="0"/>
                  </a:rPr>
                  <a:t>    creditLimit  </a:t>
                </a:r>
              </a:p>
              <a:p>
                <a:pPr eaLnBrk="1" hangingPunct="1">
                  <a:lnSpc>
                    <a:spcPct val="85000"/>
                  </a:lnSpc>
                  <a:spcBef>
                    <a:spcPct val="30000"/>
                  </a:spcBef>
                  <a:buClrTx/>
                  <a:buFontTx/>
                  <a:buNone/>
                </a:pPr>
                <a:r>
                  <a:rPr kumimoji="1" lang="en-US" altLang="zh-CN" sz="2000">
                    <a:solidFill>
                      <a:schemeClr val="bg2"/>
                    </a:solidFill>
                    <a:latin typeface="Times New Roman" panose="02020603050405020304" pitchFamily="18" charset="0"/>
                  </a:rPr>
                  <a:t>    remind</a:t>
                </a:r>
                <a:r>
                  <a:rPr kumimoji="1" lang="en-US" altLang="zh-CN" sz="1800">
                    <a:solidFill>
                      <a:schemeClr val="bg2"/>
                    </a:solidFill>
                    <a:latin typeface="Times New Roman" panose="02020603050405020304" pitchFamily="18" charset="0"/>
                  </a:rPr>
                  <a:t>()</a:t>
                </a:r>
                <a:r>
                  <a:rPr kumimoji="1" lang="en-US" altLang="zh-CN" sz="2000">
                    <a:solidFill>
                      <a:schemeClr val="bg2"/>
                    </a:solidFill>
                    <a:latin typeface="Times New Roman" panose="02020603050405020304" pitchFamily="18" charset="0"/>
                  </a:rPr>
                  <a:t>    </a:t>
                </a:r>
              </a:p>
              <a:p>
                <a:pPr eaLnBrk="1" hangingPunct="1">
                  <a:lnSpc>
                    <a:spcPct val="85000"/>
                  </a:lnSpc>
                  <a:spcBef>
                    <a:spcPct val="0"/>
                  </a:spcBef>
                  <a:buClrTx/>
                  <a:buFontTx/>
                  <a:buNone/>
                </a:pPr>
                <a:r>
                  <a:rPr kumimoji="1" lang="en-US" altLang="zh-CN" sz="2000">
                    <a:solidFill>
                      <a:schemeClr val="bg2"/>
                    </a:solidFill>
                    <a:latin typeface="Times New Roman" panose="02020603050405020304" pitchFamily="18" charset="0"/>
                  </a:rPr>
                  <a:t>    billForMonth</a:t>
                </a:r>
                <a:r>
                  <a:rPr kumimoji="1" lang="en-US" altLang="zh-CN" sz="1800">
                    <a:solidFill>
                      <a:schemeClr val="bg2"/>
                    </a:solidFill>
                    <a:latin typeface="Times New Roman" panose="02020603050405020304" pitchFamily="18" charset="0"/>
                  </a:rPr>
                  <a:t>()</a:t>
                </a:r>
                <a:r>
                  <a:rPr kumimoji="1" lang="en-US" altLang="zh-CN" sz="2000">
                    <a:solidFill>
                      <a:schemeClr val="bg2"/>
                    </a:solidFill>
                    <a:latin typeface="Times New Roman" panose="02020603050405020304" pitchFamily="18" charset="0"/>
                  </a:rPr>
                  <a:t>  </a:t>
                </a:r>
              </a:p>
            </p:txBody>
          </p:sp>
          <p:sp>
            <p:nvSpPr>
              <p:cNvPr id="33838" name="Line 42"/>
              <p:cNvSpPr>
                <a:spLocks noChangeShapeType="1"/>
              </p:cNvSpPr>
              <p:nvPr/>
            </p:nvSpPr>
            <p:spPr bwMode="auto">
              <a:xfrm>
                <a:off x="2321" y="3301"/>
                <a:ext cx="1520" cy="0"/>
              </a:xfrm>
              <a:prstGeom prst="line">
                <a:avLst/>
              </a:prstGeom>
              <a:noFill/>
              <a:ln w="28575">
                <a:solidFill>
                  <a:srgbClr val="9A72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839" name="Line 43"/>
              <p:cNvSpPr>
                <a:spLocks noChangeShapeType="1"/>
              </p:cNvSpPr>
              <p:nvPr/>
            </p:nvSpPr>
            <p:spPr bwMode="auto">
              <a:xfrm flipV="1">
                <a:off x="2330" y="3811"/>
                <a:ext cx="1493" cy="1"/>
              </a:xfrm>
              <a:prstGeom prst="line">
                <a:avLst/>
              </a:prstGeom>
              <a:noFill/>
              <a:ln w="28575">
                <a:solidFill>
                  <a:srgbClr val="9A72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3821" name="Group 44"/>
            <p:cNvGrpSpPr>
              <a:grpSpLocks/>
            </p:cNvGrpSpPr>
            <p:nvPr/>
          </p:nvGrpSpPr>
          <p:grpSpPr bwMode="auto">
            <a:xfrm>
              <a:off x="2750" y="3054"/>
              <a:ext cx="957" cy="401"/>
              <a:chOff x="2570" y="2946"/>
              <a:chExt cx="957" cy="401"/>
            </a:xfrm>
          </p:grpSpPr>
          <p:sp>
            <p:nvSpPr>
              <p:cNvPr id="33834" name="Text Box 45"/>
              <p:cNvSpPr txBox="1">
                <a:spLocks noChangeArrowheads="1"/>
              </p:cNvSpPr>
              <p:nvPr/>
            </p:nvSpPr>
            <p:spPr bwMode="auto">
              <a:xfrm>
                <a:off x="2573" y="2946"/>
                <a:ext cx="954" cy="401"/>
              </a:xfrm>
              <a:prstGeom prst="rect">
                <a:avLst/>
              </a:prstGeom>
              <a:solidFill>
                <a:srgbClr val="FFFFCC"/>
              </a:solidFill>
              <a:ln w="28575">
                <a:solidFill>
                  <a:srgbClr val="996633"/>
                </a:solidFill>
                <a:miter lim="800000"/>
                <a:headEnd/>
                <a:tailEnd/>
              </a:ln>
              <a:effectLst>
                <a:outerShdw dist="35921" dir="2700000" algn="ctr" rotWithShape="0">
                  <a:schemeClr val="bg2"/>
                </a:outerShdw>
              </a:effec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80000"/>
                  </a:lnSpc>
                  <a:spcBef>
                    <a:spcPct val="50000"/>
                  </a:spcBef>
                  <a:buClrTx/>
                  <a:buFontTx/>
                  <a:buNone/>
                </a:pPr>
                <a:r>
                  <a:rPr kumimoji="1" lang="en-US" altLang="zh-CN" sz="2000" b="1">
                    <a:solidFill>
                      <a:schemeClr val="bg2"/>
                    </a:solidFill>
                    <a:latin typeface="Times New Roman" panose="02020603050405020304" pitchFamily="18" charset="0"/>
                  </a:rPr>
                  <a:t>Employee</a:t>
                </a:r>
              </a:p>
              <a:p>
                <a:pPr algn="ctr" eaLnBrk="1" hangingPunct="1">
                  <a:lnSpc>
                    <a:spcPct val="75000"/>
                  </a:lnSpc>
                  <a:spcBef>
                    <a:spcPct val="5000"/>
                  </a:spcBef>
                  <a:buClrTx/>
                  <a:buFontTx/>
                  <a:buNone/>
                </a:pPr>
                <a:endParaRPr kumimoji="1" lang="en-US" altLang="zh-CN" sz="2000" b="1">
                  <a:solidFill>
                    <a:schemeClr val="bg2"/>
                  </a:solidFill>
                  <a:latin typeface="Times New Roman" panose="02020603050405020304" pitchFamily="18" charset="0"/>
                </a:endParaRPr>
              </a:p>
            </p:txBody>
          </p:sp>
          <p:sp>
            <p:nvSpPr>
              <p:cNvPr id="33835" name="Line 46"/>
              <p:cNvSpPr>
                <a:spLocks noChangeShapeType="1"/>
              </p:cNvSpPr>
              <p:nvPr/>
            </p:nvSpPr>
            <p:spPr bwMode="auto">
              <a:xfrm>
                <a:off x="2572" y="3162"/>
                <a:ext cx="953" cy="0"/>
              </a:xfrm>
              <a:prstGeom prst="line">
                <a:avLst/>
              </a:prstGeom>
              <a:noFill/>
              <a:ln w="28575">
                <a:solidFill>
                  <a:srgbClr val="9A72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836" name="Line 47"/>
              <p:cNvSpPr>
                <a:spLocks noChangeShapeType="1"/>
              </p:cNvSpPr>
              <p:nvPr/>
            </p:nvSpPr>
            <p:spPr bwMode="auto">
              <a:xfrm>
                <a:off x="2570" y="3259"/>
                <a:ext cx="952" cy="0"/>
              </a:xfrm>
              <a:prstGeom prst="line">
                <a:avLst/>
              </a:prstGeom>
              <a:noFill/>
              <a:ln w="28575">
                <a:solidFill>
                  <a:srgbClr val="9A72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33822" name="Group 48"/>
            <p:cNvGrpSpPr>
              <a:grpSpLocks/>
            </p:cNvGrpSpPr>
            <p:nvPr/>
          </p:nvGrpSpPr>
          <p:grpSpPr bwMode="auto">
            <a:xfrm>
              <a:off x="2756" y="3654"/>
              <a:ext cx="957" cy="401"/>
              <a:chOff x="2570" y="2946"/>
              <a:chExt cx="957" cy="401"/>
            </a:xfrm>
          </p:grpSpPr>
          <p:sp>
            <p:nvSpPr>
              <p:cNvPr id="33831" name="Text Box 49"/>
              <p:cNvSpPr txBox="1">
                <a:spLocks noChangeArrowheads="1"/>
              </p:cNvSpPr>
              <p:nvPr/>
            </p:nvSpPr>
            <p:spPr bwMode="auto">
              <a:xfrm>
                <a:off x="2573" y="2946"/>
                <a:ext cx="954" cy="401"/>
              </a:xfrm>
              <a:prstGeom prst="rect">
                <a:avLst/>
              </a:prstGeom>
              <a:solidFill>
                <a:srgbClr val="FFFFCC"/>
              </a:solidFill>
              <a:ln w="28575">
                <a:solidFill>
                  <a:srgbClr val="996633"/>
                </a:solidFill>
                <a:miter lim="800000"/>
                <a:headEnd/>
                <a:tailEnd/>
              </a:ln>
              <a:effectLst>
                <a:outerShdw dist="35921" dir="2700000" algn="ctr" rotWithShape="0">
                  <a:schemeClr val="bg2"/>
                </a:outerShdw>
              </a:effec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80000"/>
                  </a:lnSpc>
                  <a:spcBef>
                    <a:spcPct val="50000"/>
                  </a:spcBef>
                  <a:buClrTx/>
                  <a:buFontTx/>
                  <a:buNone/>
                </a:pPr>
                <a:r>
                  <a:rPr kumimoji="1" lang="en-US" altLang="zh-CN" sz="2000" b="1">
                    <a:solidFill>
                      <a:schemeClr val="bg2"/>
                    </a:solidFill>
                    <a:latin typeface="Times New Roman" panose="02020603050405020304" pitchFamily="18" charset="0"/>
                  </a:rPr>
                  <a:t>Product</a:t>
                </a:r>
              </a:p>
              <a:p>
                <a:pPr algn="ctr" eaLnBrk="1" hangingPunct="1">
                  <a:lnSpc>
                    <a:spcPct val="75000"/>
                  </a:lnSpc>
                  <a:spcBef>
                    <a:spcPct val="5000"/>
                  </a:spcBef>
                  <a:buClrTx/>
                  <a:buFontTx/>
                  <a:buNone/>
                </a:pPr>
                <a:endParaRPr kumimoji="1" lang="en-US" altLang="zh-CN" sz="2000" b="1">
                  <a:solidFill>
                    <a:schemeClr val="bg2"/>
                  </a:solidFill>
                  <a:latin typeface="Times New Roman" panose="02020603050405020304" pitchFamily="18" charset="0"/>
                </a:endParaRPr>
              </a:p>
            </p:txBody>
          </p:sp>
          <p:sp>
            <p:nvSpPr>
              <p:cNvPr id="33832" name="Line 50"/>
              <p:cNvSpPr>
                <a:spLocks noChangeShapeType="1"/>
              </p:cNvSpPr>
              <p:nvPr/>
            </p:nvSpPr>
            <p:spPr bwMode="auto">
              <a:xfrm>
                <a:off x="2572" y="3162"/>
                <a:ext cx="953" cy="0"/>
              </a:xfrm>
              <a:prstGeom prst="line">
                <a:avLst/>
              </a:prstGeom>
              <a:noFill/>
              <a:ln w="28575">
                <a:solidFill>
                  <a:srgbClr val="9A72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33833" name="Line 51"/>
              <p:cNvSpPr>
                <a:spLocks noChangeShapeType="1"/>
              </p:cNvSpPr>
              <p:nvPr/>
            </p:nvSpPr>
            <p:spPr bwMode="auto">
              <a:xfrm>
                <a:off x="2570" y="3259"/>
                <a:ext cx="952" cy="0"/>
              </a:xfrm>
              <a:prstGeom prst="line">
                <a:avLst/>
              </a:prstGeom>
              <a:noFill/>
              <a:ln w="28575">
                <a:solidFill>
                  <a:srgbClr val="9A72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33823" name="Text Box 52"/>
            <p:cNvSpPr txBox="1">
              <a:spLocks noChangeArrowheads="1"/>
            </p:cNvSpPr>
            <p:nvPr/>
          </p:nvSpPr>
          <p:spPr bwMode="auto">
            <a:xfrm>
              <a:off x="3249" y="2863"/>
              <a:ext cx="524" cy="221"/>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kumimoji="1" lang="en-US" altLang="zh-CN" sz="1600" b="1">
                  <a:latin typeface="Times New Roman" panose="02020603050405020304" pitchFamily="18" charset="0"/>
                </a:rPr>
                <a:t>0..1</a:t>
              </a:r>
            </a:p>
          </p:txBody>
        </p:sp>
        <p:sp>
          <p:nvSpPr>
            <p:cNvPr id="33824" name="Text Box 53"/>
            <p:cNvSpPr txBox="1">
              <a:spLocks noChangeArrowheads="1"/>
            </p:cNvSpPr>
            <p:nvPr/>
          </p:nvSpPr>
          <p:spPr bwMode="auto">
            <a:xfrm>
              <a:off x="600" y="3067"/>
              <a:ext cx="1088" cy="2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FontTx/>
                <a:buNone/>
              </a:pPr>
              <a:r>
                <a:rPr kumimoji="1" lang="en-US" altLang="zh-CN" sz="2000" b="1">
                  <a:latin typeface="Times New Roman" panose="02020603050405020304" pitchFamily="18" charset="0"/>
                </a:rPr>
                <a:t>+</a:t>
              </a:r>
              <a:r>
                <a:rPr kumimoji="1" lang="en-US" altLang="zh-CN" sz="2000">
                  <a:latin typeface="Times New Roman" panose="02020603050405020304" pitchFamily="18" charset="0"/>
                </a:rPr>
                <a:t>LineItem</a:t>
              </a:r>
            </a:p>
          </p:txBody>
        </p:sp>
        <p:grpSp>
          <p:nvGrpSpPr>
            <p:cNvPr id="33825" name="Group 54"/>
            <p:cNvGrpSpPr>
              <a:grpSpLocks/>
            </p:cNvGrpSpPr>
            <p:nvPr/>
          </p:nvGrpSpPr>
          <p:grpSpPr bwMode="auto">
            <a:xfrm>
              <a:off x="2296" y="204"/>
              <a:ext cx="1021" cy="439"/>
              <a:chOff x="2296" y="348"/>
              <a:chExt cx="1021" cy="439"/>
            </a:xfrm>
          </p:grpSpPr>
          <p:sp>
            <p:nvSpPr>
              <p:cNvPr id="33826" name="Oval 55"/>
              <p:cNvSpPr>
                <a:spLocks noChangeArrowheads="1"/>
              </p:cNvSpPr>
              <p:nvPr/>
            </p:nvSpPr>
            <p:spPr bwMode="auto">
              <a:xfrm>
                <a:off x="3073" y="348"/>
                <a:ext cx="127" cy="104"/>
              </a:xfrm>
              <a:prstGeom prst="ellips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33827" name="Line 56"/>
              <p:cNvSpPr>
                <a:spLocks noChangeShapeType="1"/>
              </p:cNvSpPr>
              <p:nvPr/>
            </p:nvSpPr>
            <p:spPr bwMode="auto">
              <a:xfrm>
                <a:off x="3143" y="452"/>
                <a:ext cx="1" cy="207"/>
              </a:xfrm>
              <a:prstGeom prst="lin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3828" name="Line 57"/>
              <p:cNvSpPr>
                <a:spLocks noChangeShapeType="1"/>
              </p:cNvSpPr>
              <p:nvPr/>
            </p:nvSpPr>
            <p:spPr bwMode="auto">
              <a:xfrm flipH="1">
                <a:off x="3028" y="659"/>
                <a:ext cx="115" cy="128"/>
              </a:xfrm>
              <a:prstGeom prst="lin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3829" name="Line 58"/>
              <p:cNvSpPr>
                <a:spLocks noChangeShapeType="1"/>
              </p:cNvSpPr>
              <p:nvPr/>
            </p:nvSpPr>
            <p:spPr bwMode="auto">
              <a:xfrm>
                <a:off x="3143" y="659"/>
                <a:ext cx="116" cy="128"/>
              </a:xfrm>
              <a:prstGeom prst="lin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3830" name="Line 59"/>
              <p:cNvSpPr>
                <a:spLocks noChangeShapeType="1"/>
              </p:cNvSpPr>
              <p:nvPr/>
            </p:nvSpPr>
            <p:spPr bwMode="auto">
              <a:xfrm>
                <a:off x="2296" y="519"/>
                <a:ext cx="1021" cy="1"/>
              </a:xfrm>
              <a:prstGeom prst="lin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grpSp>
      </p:grpSp>
      <p:sp>
        <p:nvSpPr>
          <p:cNvPr id="501820" name="Text Box 60"/>
          <p:cNvSpPr txBox="1">
            <a:spLocks noChangeArrowheads="1"/>
          </p:cNvSpPr>
          <p:nvPr/>
        </p:nvSpPr>
        <p:spPr bwMode="auto">
          <a:xfrm>
            <a:off x="3733800" y="6415088"/>
            <a:ext cx="2286000" cy="312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fontAlgn="ctr" hangingPunct="1">
              <a:lnSpc>
                <a:spcPct val="90000"/>
              </a:lnSpc>
              <a:spcBef>
                <a:spcPct val="20000"/>
              </a:spcBef>
              <a:defRPr/>
            </a:pPr>
            <a:r>
              <a:rPr kumimoji="1" lang="zh-CN" altLang="en-US" sz="1600">
                <a:effectLst>
                  <a:outerShdw blurRad="38100" dist="38100" dir="2700000" algn="tl">
                    <a:srgbClr val="C0C0C0"/>
                  </a:outerShdw>
                </a:effectLst>
                <a:latin typeface="宋体" pitchFamily="2" charset="-122"/>
              </a:rPr>
              <a:t>泛化关系</a:t>
            </a:r>
          </a:p>
        </p:txBody>
      </p:sp>
      <p:sp>
        <p:nvSpPr>
          <p:cNvPr id="33798" name="Oval 61">
            <a:hlinkClick r:id="" action="ppaction://hlinkshowjump?jump=previousslide"/>
          </p:cNvPr>
          <p:cNvSpPr>
            <a:spLocks noChangeArrowheads="1"/>
          </p:cNvSpPr>
          <p:nvPr/>
        </p:nvSpPr>
        <p:spPr bwMode="auto">
          <a:xfrm>
            <a:off x="6370638" y="6383338"/>
            <a:ext cx="754062" cy="334962"/>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CC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33799" name="Oval 62">
            <a:hlinkClick r:id="" action="ppaction://hlinkshowjump?jump=nextslide"/>
          </p:cNvPr>
          <p:cNvSpPr>
            <a:spLocks noChangeArrowheads="1"/>
          </p:cNvSpPr>
          <p:nvPr/>
        </p:nvSpPr>
        <p:spPr bwMode="auto">
          <a:xfrm>
            <a:off x="7237413" y="6388100"/>
            <a:ext cx="754062" cy="334963"/>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CC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33800" name="Oval 63">
            <a:hlinkClick r:id="" action="ppaction://hlinkshowjump?jump=firstslide"/>
          </p:cNvPr>
          <p:cNvSpPr>
            <a:spLocks noChangeArrowheads="1"/>
          </p:cNvSpPr>
          <p:nvPr/>
        </p:nvSpPr>
        <p:spPr bwMode="auto">
          <a:xfrm>
            <a:off x="8147050" y="6388100"/>
            <a:ext cx="754063" cy="334963"/>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CC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Tree>
  </p:cSld>
  <p:clrMapOvr>
    <a:masterClrMapping/>
  </p:clrMapOvr>
  <p:transition advClick="0">
    <p:wheel spokes="8"/>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日期占位符 1"/>
          <p:cNvSpPr>
            <a:spLocks noGrp="1"/>
          </p:cNvSpPr>
          <p:nvPr>
            <p:ph type="dt" sz="quarter" idx="10"/>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F16239D3-9A8B-45F1-9D0B-DD5734ACC506}" type="datetime8">
              <a:rPr lang="zh-CN" altLang="en-US" sz="1400" smtClean="0"/>
              <a:pPr>
                <a:spcBef>
                  <a:spcPct val="0"/>
                </a:spcBef>
                <a:buClrTx/>
                <a:buFontTx/>
                <a:buNone/>
              </a:pPr>
              <a:t>2020年5月12日3时0分</a:t>
            </a:fld>
            <a:endParaRPr lang="en-US" altLang="zh-CN" sz="1400" smtClean="0"/>
          </a:p>
        </p:txBody>
      </p:sp>
      <p:sp>
        <p:nvSpPr>
          <p:cNvPr id="34819" name="灯片编号占位符 3"/>
          <p:cNvSpPr>
            <a:spLocks noGrp="1"/>
          </p:cNvSpPr>
          <p:nvPr>
            <p:ph type="sldNum" sz="quarter" idx="12"/>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0CA78232-9B93-45EC-B016-C871B34C499E}" type="slidenum">
              <a:rPr lang="en-US" altLang="zh-CN" sz="1400" smtClean="0"/>
              <a:pPr>
                <a:spcBef>
                  <a:spcPct val="0"/>
                </a:spcBef>
                <a:buClrTx/>
                <a:buFontTx/>
                <a:buNone/>
              </a:pPr>
              <a:t>20</a:t>
            </a:fld>
            <a:endParaRPr lang="en-US" altLang="zh-CN" sz="1400" smtClean="0"/>
          </a:p>
        </p:txBody>
      </p:sp>
      <p:sp>
        <p:nvSpPr>
          <p:cNvPr id="503810" name="Text Box 2"/>
          <p:cNvSpPr txBox="1">
            <a:spLocks noChangeArrowheads="1"/>
          </p:cNvSpPr>
          <p:nvPr/>
        </p:nvSpPr>
        <p:spPr bwMode="auto">
          <a:xfrm>
            <a:off x="228600" y="914400"/>
            <a:ext cx="8686800" cy="140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1" hangingPunct="1">
              <a:lnSpc>
                <a:spcPct val="120000"/>
              </a:lnSpc>
              <a:spcBef>
                <a:spcPct val="20000"/>
              </a:spcBef>
              <a:defRPr/>
            </a:pPr>
            <a:r>
              <a:rPr kumimoji="1" lang="zh-CN" altLang="en-US" sz="2400" b="1">
                <a:effectLst>
                  <a:outerShdw blurRad="38100" dist="38100" dir="2700000" algn="tl">
                    <a:srgbClr val="C0C0C0"/>
                  </a:outerShdw>
                </a:effectLst>
                <a:latin typeface="楷体_GB2312" pitchFamily="49" charset="-122"/>
                <a:ea typeface="楷体_GB2312" pitchFamily="49" charset="-122"/>
              </a:rPr>
              <a:t>　  用例建模技术，用于</a:t>
            </a:r>
            <a:r>
              <a:rPr kumimoji="1" lang="zh-CN" altLang="en-US" sz="2400" b="1">
                <a:latin typeface="楷体_GB2312" pitchFamily="49" charset="-122"/>
                <a:ea typeface="楷体_GB2312" pitchFamily="49" charset="-122"/>
              </a:rPr>
              <a:t>描述系统的功能需求。</a:t>
            </a:r>
            <a:r>
              <a:rPr kumimoji="1" lang="zh-CN" altLang="en-US" sz="2400" b="1">
                <a:effectLst>
                  <a:outerShdw blurRad="38100" dist="38100" dir="2700000" algn="tl">
                    <a:srgbClr val="C0C0C0"/>
                  </a:outerShdw>
                </a:effectLst>
                <a:latin typeface="楷体_GB2312" pitchFamily="49" charset="-122"/>
                <a:ea typeface="楷体_GB2312" pitchFamily="49" charset="-122"/>
              </a:rPr>
              <a:t>在宏观上给出模型的总体轮廓。</a:t>
            </a:r>
            <a:r>
              <a:rPr kumimoji="1" lang="zh-CN" altLang="en-US" sz="2400" b="1">
                <a:latin typeface="楷体_GB2312" pitchFamily="49" charset="-122"/>
                <a:ea typeface="楷体_GB2312" pitchFamily="49" charset="-122"/>
              </a:rPr>
              <a:t>通过对典型用例的分析，使开发者能够有效地了解用户的需求。</a:t>
            </a:r>
          </a:p>
        </p:txBody>
      </p:sp>
      <p:sp>
        <p:nvSpPr>
          <p:cNvPr id="503812" name="Rectangle 4"/>
          <p:cNvSpPr>
            <a:spLocks noGrp="1" noRot="1" noChangeArrowheads="1"/>
          </p:cNvSpPr>
          <p:nvPr>
            <p:ph type="title" idx="4294967295"/>
          </p:nvPr>
        </p:nvSpPr>
        <p:spPr>
          <a:xfrm>
            <a:off x="328613" y="347663"/>
            <a:ext cx="3429000" cy="609600"/>
          </a:xfrm>
        </p:spPr>
        <p:txBody>
          <a:bodyPr/>
          <a:lstStyle/>
          <a:p>
            <a:pPr algn="just" eaLnBrk="1" hangingPunct="1">
              <a:defRPr/>
            </a:pPr>
            <a:r>
              <a:rPr lang="zh-CN" altLang="en-US" sz="3000" smtClean="0">
                <a:solidFill>
                  <a:schemeClr val="tx1"/>
                </a:solidFill>
                <a:effectLst>
                  <a:outerShdw blurRad="38100" dist="38100" dir="2700000" algn="tl">
                    <a:srgbClr val="C0C0C0"/>
                  </a:outerShdw>
                </a:effectLst>
                <a:latin typeface="华文行楷" pitchFamily="2" charset="-122"/>
                <a:ea typeface="华文行楷" pitchFamily="2" charset="-122"/>
              </a:rPr>
              <a:t>用例建模概述</a:t>
            </a:r>
            <a:endParaRPr lang="zh-CN" altLang="en-US" smtClean="0">
              <a:solidFill>
                <a:schemeClr val="tx1"/>
              </a:solidFill>
            </a:endParaRPr>
          </a:p>
        </p:txBody>
      </p:sp>
      <p:grpSp>
        <p:nvGrpSpPr>
          <p:cNvPr id="503813" name="Group 5"/>
          <p:cNvGrpSpPr>
            <a:grpSpLocks/>
          </p:cNvGrpSpPr>
          <p:nvPr/>
        </p:nvGrpSpPr>
        <p:grpSpPr bwMode="auto">
          <a:xfrm>
            <a:off x="1700213" y="2692400"/>
            <a:ext cx="5846762" cy="3057525"/>
            <a:chOff x="1071" y="1696"/>
            <a:chExt cx="3683" cy="1926"/>
          </a:xfrm>
        </p:grpSpPr>
        <p:sp>
          <p:nvSpPr>
            <p:cNvPr id="34826" name="Text Box 6"/>
            <p:cNvSpPr txBox="1">
              <a:spLocks noChangeArrowheads="1"/>
            </p:cNvSpPr>
            <p:nvPr/>
          </p:nvSpPr>
          <p:spPr bwMode="auto">
            <a:xfrm>
              <a:off x="1071" y="2213"/>
              <a:ext cx="564" cy="192"/>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BA55"/>
                  </a:solidFill>
                  <a:miter lim="800000"/>
                  <a:headEnd/>
                  <a:tailEnd/>
                </a14:hiddenLine>
              </a:ext>
            </a:extLst>
          </p:spPr>
          <p:txBody>
            <a:bodyPr wrap="none">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zh-CN" altLang="en-US" sz="1400" b="1">
                  <a:latin typeface="Times New Roman" panose="02020603050405020304" pitchFamily="18" charset="0"/>
                </a:rPr>
                <a:t>贸易经理</a:t>
              </a:r>
            </a:p>
          </p:txBody>
        </p:sp>
        <p:sp>
          <p:nvSpPr>
            <p:cNvPr id="34827" name="Rectangle 7"/>
            <p:cNvSpPr>
              <a:spLocks noChangeArrowheads="1"/>
            </p:cNvSpPr>
            <p:nvPr/>
          </p:nvSpPr>
          <p:spPr bwMode="auto">
            <a:xfrm>
              <a:off x="1744" y="1696"/>
              <a:ext cx="2353" cy="1926"/>
            </a:xfrm>
            <a:prstGeom prst="rect">
              <a:avLst/>
            </a:prstGeom>
            <a:noFill/>
            <a:ln w="28575">
              <a:solidFill>
                <a:srgbClr val="FFFF00"/>
              </a:solidFill>
              <a:miter lim="800000"/>
              <a:headEnd/>
              <a:tailEnd/>
            </a:ln>
            <a:effectLst>
              <a:outerShdw dist="35921" dir="2700000" algn="ctr" rotWithShape="0">
                <a:schemeClr val="bg2"/>
              </a:outerShdw>
            </a:effectLst>
            <a:extLst>
              <a:ext uri="{909E8E84-426E-40DD-AFC4-6F175D3DCCD1}">
                <a14:hiddenFill xmlns:a14="http://schemas.microsoft.com/office/drawing/2010/main">
                  <a:solidFill>
                    <a:srgbClr val="FFFF99"/>
                  </a:solidFill>
                </a14:hiddenFill>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endParaRPr lang="zh-CN" altLang="zh-CN" sz="1800"/>
            </a:p>
          </p:txBody>
        </p:sp>
        <p:sp>
          <p:nvSpPr>
            <p:cNvPr id="34828" name="Oval 8"/>
            <p:cNvSpPr>
              <a:spLocks noChangeArrowheads="1"/>
            </p:cNvSpPr>
            <p:nvPr/>
          </p:nvSpPr>
          <p:spPr bwMode="auto">
            <a:xfrm>
              <a:off x="1802" y="2087"/>
              <a:ext cx="831" cy="202"/>
            </a:xfrm>
            <a:prstGeom prst="ellips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400" b="1">
                  <a:latin typeface="Times New Roman" panose="02020603050405020304" pitchFamily="18" charset="0"/>
                </a:rPr>
                <a:t>风险分析</a:t>
              </a:r>
            </a:p>
          </p:txBody>
        </p:sp>
        <p:sp>
          <p:nvSpPr>
            <p:cNvPr id="34829" name="Oval 9"/>
            <p:cNvSpPr>
              <a:spLocks noChangeArrowheads="1"/>
            </p:cNvSpPr>
            <p:nvPr/>
          </p:nvSpPr>
          <p:spPr bwMode="auto">
            <a:xfrm>
              <a:off x="1802" y="1745"/>
              <a:ext cx="831" cy="238"/>
            </a:xfrm>
            <a:prstGeom prst="ellips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400" b="1">
                  <a:latin typeface="Times New Roman" panose="02020603050405020304" pitchFamily="18" charset="0"/>
                </a:rPr>
                <a:t>设置边界</a:t>
              </a:r>
            </a:p>
          </p:txBody>
        </p:sp>
        <p:sp>
          <p:nvSpPr>
            <p:cNvPr id="34830" name="Oval 10"/>
            <p:cNvSpPr>
              <a:spLocks noChangeArrowheads="1"/>
            </p:cNvSpPr>
            <p:nvPr/>
          </p:nvSpPr>
          <p:spPr bwMode="auto">
            <a:xfrm>
              <a:off x="1859" y="3400"/>
              <a:ext cx="669" cy="174"/>
            </a:xfrm>
            <a:prstGeom prst="ellips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34831" name="Oval 11"/>
            <p:cNvSpPr>
              <a:spLocks noChangeArrowheads="1"/>
            </p:cNvSpPr>
            <p:nvPr/>
          </p:nvSpPr>
          <p:spPr bwMode="auto">
            <a:xfrm>
              <a:off x="1830" y="2734"/>
              <a:ext cx="803" cy="219"/>
            </a:xfrm>
            <a:prstGeom prst="ellips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400" b="1">
                  <a:latin typeface="Times New Roman" panose="02020603050405020304" pitchFamily="18" charset="0"/>
                </a:rPr>
                <a:t>进行交易</a:t>
              </a:r>
            </a:p>
          </p:txBody>
        </p:sp>
        <p:sp>
          <p:nvSpPr>
            <p:cNvPr id="34832" name="Oval 12"/>
            <p:cNvSpPr>
              <a:spLocks noChangeArrowheads="1"/>
            </p:cNvSpPr>
            <p:nvPr/>
          </p:nvSpPr>
          <p:spPr bwMode="auto">
            <a:xfrm>
              <a:off x="1829" y="2439"/>
              <a:ext cx="731" cy="245"/>
            </a:xfrm>
            <a:prstGeom prst="ellips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400" b="1">
                  <a:latin typeface="Times New Roman" panose="02020603050405020304" pitchFamily="18" charset="0"/>
                </a:rPr>
                <a:t>交易估价</a:t>
              </a:r>
            </a:p>
          </p:txBody>
        </p:sp>
        <p:sp>
          <p:nvSpPr>
            <p:cNvPr id="34833" name="Oval 13"/>
            <p:cNvSpPr>
              <a:spLocks noChangeArrowheads="1"/>
            </p:cNvSpPr>
            <p:nvPr/>
          </p:nvSpPr>
          <p:spPr bwMode="auto">
            <a:xfrm>
              <a:off x="3071" y="1795"/>
              <a:ext cx="815" cy="270"/>
            </a:xfrm>
            <a:prstGeom prst="ellips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400" b="1">
                  <a:latin typeface="Times New Roman" panose="02020603050405020304" pitchFamily="18" charset="0"/>
                </a:rPr>
                <a:t>更新帐目</a:t>
              </a:r>
            </a:p>
          </p:txBody>
        </p:sp>
        <p:sp>
          <p:nvSpPr>
            <p:cNvPr id="34834" name="Oval 14"/>
            <p:cNvSpPr>
              <a:spLocks noChangeArrowheads="1"/>
            </p:cNvSpPr>
            <p:nvPr/>
          </p:nvSpPr>
          <p:spPr bwMode="auto">
            <a:xfrm>
              <a:off x="3378" y="2388"/>
              <a:ext cx="576" cy="253"/>
            </a:xfrm>
            <a:prstGeom prst="ellips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34835" name="Oval 15"/>
            <p:cNvSpPr>
              <a:spLocks noChangeArrowheads="1"/>
            </p:cNvSpPr>
            <p:nvPr/>
          </p:nvSpPr>
          <p:spPr bwMode="auto">
            <a:xfrm>
              <a:off x="1307" y="1724"/>
              <a:ext cx="135" cy="120"/>
            </a:xfrm>
            <a:prstGeom prst="ellips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34836" name="Line 16"/>
            <p:cNvSpPr>
              <a:spLocks noChangeShapeType="1"/>
            </p:cNvSpPr>
            <p:nvPr/>
          </p:nvSpPr>
          <p:spPr bwMode="auto">
            <a:xfrm>
              <a:off x="1395" y="1836"/>
              <a:ext cx="0" cy="222"/>
            </a:xfrm>
            <a:prstGeom prst="lin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4837" name="Line 17"/>
            <p:cNvSpPr>
              <a:spLocks noChangeShapeType="1"/>
            </p:cNvSpPr>
            <p:nvPr/>
          </p:nvSpPr>
          <p:spPr bwMode="auto">
            <a:xfrm flipH="1">
              <a:off x="1249" y="2058"/>
              <a:ext cx="146" cy="140"/>
            </a:xfrm>
            <a:prstGeom prst="lin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4838" name="Line 18"/>
            <p:cNvSpPr>
              <a:spLocks noChangeShapeType="1"/>
            </p:cNvSpPr>
            <p:nvPr/>
          </p:nvSpPr>
          <p:spPr bwMode="auto">
            <a:xfrm>
              <a:off x="1395" y="2058"/>
              <a:ext cx="145" cy="140"/>
            </a:xfrm>
            <a:prstGeom prst="lin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4839" name="Line 19"/>
            <p:cNvSpPr>
              <a:spLocks noChangeShapeType="1"/>
            </p:cNvSpPr>
            <p:nvPr/>
          </p:nvSpPr>
          <p:spPr bwMode="auto">
            <a:xfrm>
              <a:off x="1337" y="1892"/>
              <a:ext cx="116" cy="0"/>
            </a:xfrm>
            <a:prstGeom prst="lin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4840" name="Oval 20"/>
            <p:cNvSpPr>
              <a:spLocks noChangeArrowheads="1"/>
            </p:cNvSpPr>
            <p:nvPr/>
          </p:nvSpPr>
          <p:spPr bwMode="auto">
            <a:xfrm>
              <a:off x="4274" y="1724"/>
              <a:ext cx="144" cy="120"/>
            </a:xfrm>
            <a:prstGeom prst="ellips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34841" name="Line 21"/>
            <p:cNvSpPr>
              <a:spLocks noChangeShapeType="1"/>
            </p:cNvSpPr>
            <p:nvPr/>
          </p:nvSpPr>
          <p:spPr bwMode="auto">
            <a:xfrm>
              <a:off x="4359" y="1836"/>
              <a:ext cx="0" cy="222"/>
            </a:xfrm>
            <a:prstGeom prst="lin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4842" name="Line 22"/>
            <p:cNvSpPr>
              <a:spLocks noChangeShapeType="1"/>
            </p:cNvSpPr>
            <p:nvPr/>
          </p:nvSpPr>
          <p:spPr bwMode="auto">
            <a:xfrm flipH="1">
              <a:off x="4214" y="2058"/>
              <a:ext cx="145" cy="140"/>
            </a:xfrm>
            <a:prstGeom prst="lin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4843" name="Line 23"/>
            <p:cNvSpPr>
              <a:spLocks noChangeShapeType="1"/>
            </p:cNvSpPr>
            <p:nvPr/>
          </p:nvSpPr>
          <p:spPr bwMode="auto">
            <a:xfrm>
              <a:off x="4359" y="2058"/>
              <a:ext cx="145" cy="140"/>
            </a:xfrm>
            <a:prstGeom prst="lin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4844" name="Oval 24"/>
            <p:cNvSpPr>
              <a:spLocks noChangeArrowheads="1"/>
            </p:cNvSpPr>
            <p:nvPr/>
          </p:nvSpPr>
          <p:spPr bwMode="auto">
            <a:xfrm>
              <a:off x="1315" y="2437"/>
              <a:ext cx="135" cy="148"/>
            </a:xfrm>
            <a:prstGeom prst="ellips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34845" name="Line 25"/>
            <p:cNvSpPr>
              <a:spLocks noChangeShapeType="1"/>
            </p:cNvSpPr>
            <p:nvPr/>
          </p:nvSpPr>
          <p:spPr bwMode="auto">
            <a:xfrm>
              <a:off x="1395" y="2588"/>
              <a:ext cx="0" cy="225"/>
            </a:xfrm>
            <a:prstGeom prst="lin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4846" name="Line 26"/>
            <p:cNvSpPr>
              <a:spLocks noChangeShapeType="1"/>
            </p:cNvSpPr>
            <p:nvPr/>
          </p:nvSpPr>
          <p:spPr bwMode="auto">
            <a:xfrm flipH="1">
              <a:off x="1249" y="2813"/>
              <a:ext cx="146" cy="140"/>
            </a:xfrm>
            <a:prstGeom prst="lin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4847" name="Line 27"/>
            <p:cNvSpPr>
              <a:spLocks noChangeShapeType="1"/>
            </p:cNvSpPr>
            <p:nvPr/>
          </p:nvSpPr>
          <p:spPr bwMode="auto">
            <a:xfrm>
              <a:off x="1395" y="2813"/>
              <a:ext cx="145" cy="140"/>
            </a:xfrm>
            <a:prstGeom prst="lin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4848" name="Line 28"/>
            <p:cNvSpPr>
              <a:spLocks noChangeShapeType="1"/>
            </p:cNvSpPr>
            <p:nvPr/>
          </p:nvSpPr>
          <p:spPr bwMode="auto">
            <a:xfrm>
              <a:off x="1337" y="2644"/>
              <a:ext cx="116" cy="0"/>
            </a:xfrm>
            <a:prstGeom prst="lin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4849" name="Oval 29"/>
            <p:cNvSpPr>
              <a:spLocks noChangeArrowheads="1"/>
            </p:cNvSpPr>
            <p:nvPr/>
          </p:nvSpPr>
          <p:spPr bwMode="auto">
            <a:xfrm>
              <a:off x="4374" y="2709"/>
              <a:ext cx="140" cy="123"/>
            </a:xfrm>
            <a:prstGeom prst="ellips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34850" name="Line 30"/>
            <p:cNvSpPr>
              <a:spLocks noChangeShapeType="1"/>
            </p:cNvSpPr>
            <p:nvPr/>
          </p:nvSpPr>
          <p:spPr bwMode="auto">
            <a:xfrm>
              <a:off x="4461" y="2819"/>
              <a:ext cx="0" cy="224"/>
            </a:xfrm>
            <a:prstGeom prst="lin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4851" name="Line 31"/>
            <p:cNvSpPr>
              <a:spLocks noChangeShapeType="1"/>
            </p:cNvSpPr>
            <p:nvPr/>
          </p:nvSpPr>
          <p:spPr bwMode="auto">
            <a:xfrm flipH="1">
              <a:off x="4315" y="3043"/>
              <a:ext cx="146" cy="139"/>
            </a:xfrm>
            <a:prstGeom prst="lin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4852" name="Line 32"/>
            <p:cNvSpPr>
              <a:spLocks noChangeShapeType="1"/>
            </p:cNvSpPr>
            <p:nvPr/>
          </p:nvSpPr>
          <p:spPr bwMode="auto">
            <a:xfrm>
              <a:off x="4461" y="3043"/>
              <a:ext cx="145" cy="139"/>
            </a:xfrm>
            <a:prstGeom prst="lin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4853" name="Line 33"/>
            <p:cNvSpPr>
              <a:spLocks noChangeShapeType="1"/>
            </p:cNvSpPr>
            <p:nvPr/>
          </p:nvSpPr>
          <p:spPr bwMode="auto">
            <a:xfrm>
              <a:off x="1453" y="1892"/>
              <a:ext cx="349" cy="0"/>
            </a:xfrm>
            <a:prstGeom prst="lin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4854" name="Line 34"/>
            <p:cNvSpPr>
              <a:spLocks noChangeShapeType="1"/>
            </p:cNvSpPr>
            <p:nvPr/>
          </p:nvSpPr>
          <p:spPr bwMode="auto">
            <a:xfrm flipV="1">
              <a:off x="1453" y="2226"/>
              <a:ext cx="435" cy="418"/>
            </a:xfrm>
            <a:prstGeom prst="lin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4855" name="Line 35"/>
            <p:cNvSpPr>
              <a:spLocks noChangeShapeType="1"/>
            </p:cNvSpPr>
            <p:nvPr/>
          </p:nvSpPr>
          <p:spPr bwMode="auto">
            <a:xfrm flipV="1">
              <a:off x="1453" y="2534"/>
              <a:ext cx="377" cy="110"/>
            </a:xfrm>
            <a:prstGeom prst="lin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4856" name="Line 36"/>
            <p:cNvSpPr>
              <a:spLocks noChangeShapeType="1"/>
            </p:cNvSpPr>
            <p:nvPr/>
          </p:nvSpPr>
          <p:spPr bwMode="auto">
            <a:xfrm>
              <a:off x="1453" y="2644"/>
              <a:ext cx="377" cy="224"/>
            </a:xfrm>
            <a:prstGeom prst="lin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4857" name="Line 37"/>
            <p:cNvSpPr>
              <a:spLocks noChangeShapeType="1"/>
            </p:cNvSpPr>
            <p:nvPr/>
          </p:nvSpPr>
          <p:spPr bwMode="auto">
            <a:xfrm>
              <a:off x="2542" y="2561"/>
              <a:ext cx="1918" cy="335"/>
            </a:xfrm>
            <a:prstGeom prst="lin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4858" name="Line 38"/>
            <p:cNvSpPr>
              <a:spLocks noChangeShapeType="1"/>
            </p:cNvSpPr>
            <p:nvPr/>
          </p:nvSpPr>
          <p:spPr bwMode="auto">
            <a:xfrm flipV="1">
              <a:off x="3864" y="1892"/>
              <a:ext cx="466" cy="83"/>
            </a:xfrm>
            <a:prstGeom prst="lin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4859" name="Line 39"/>
            <p:cNvSpPr>
              <a:spLocks noChangeShapeType="1"/>
            </p:cNvSpPr>
            <p:nvPr/>
          </p:nvSpPr>
          <p:spPr bwMode="auto">
            <a:xfrm>
              <a:off x="2534" y="2528"/>
              <a:ext cx="755" cy="0"/>
            </a:xfrm>
            <a:prstGeom prst="lin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4860" name="Line 40"/>
            <p:cNvSpPr>
              <a:spLocks noChangeShapeType="1"/>
            </p:cNvSpPr>
            <p:nvPr/>
          </p:nvSpPr>
          <p:spPr bwMode="auto">
            <a:xfrm>
              <a:off x="2642" y="2190"/>
              <a:ext cx="725" cy="190"/>
            </a:xfrm>
            <a:prstGeom prst="lin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4861" name="Text Box 41"/>
            <p:cNvSpPr txBox="1">
              <a:spLocks noChangeArrowheads="1"/>
            </p:cNvSpPr>
            <p:nvPr/>
          </p:nvSpPr>
          <p:spPr bwMode="auto">
            <a:xfrm>
              <a:off x="2866" y="2098"/>
              <a:ext cx="716" cy="192"/>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en-US" altLang="zh-CN" sz="1400" b="1">
                  <a:latin typeface="Times New Roman" panose="02020603050405020304" pitchFamily="18" charset="0"/>
                </a:rPr>
                <a:t>《include 》</a:t>
              </a:r>
            </a:p>
          </p:txBody>
        </p:sp>
        <p:sp>
          <p:nvSpPr>
            <p:cNvPr id="34862" name="Text Box 42"/>
            <p:cNvSpPr txBox="1">
              <a:spLocks noChangeArrowheads="1"/>
            </p:cNvSpPr>
            <p:nvPr/>
          </p:nvSpPr>
          <p:spPr bwMode="auto">
            <a:xfrm>
              <a:off x="2528" y="2306"/>
              <a:ext cx="744" cy="192"/>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en-US" altLang="zh-CN" sz="1400" b="1">
                  <a:latin typeface="Times New Roman" panose="02020603050405020304" pitchFamily="18" charset="0"/>
                </a:rPr>
                <a:t>《 include 》</a:t>
              </a:r>
            </a:p>
          </p:txBody>
        </p:sp>
        <p:sp>
          <p:nvSpPr>
            <p:cNvPr id="34863" name="AutoShape 43"/>
            <p:cNvSpPr>
              <a:spLocks noChangeArrowheads="1"/>
            </p:cNvSpPr>
            <p:nvPr/>
          </p:nvSpPr>
          <p:spPr bwMode="auto">
            <a:xfrm>
              <a:off x="2092" y="2953"/>
              <a:ext cx="116" cy="54"/>
            </a:xfrm>
            <a:prstGeom prst="triangle">
              <a:avLst>
                <a:gd name="adj" fmla="val 50000"/>
              </a:avLst>
            </a:prstGeom>
            <a:noFill/>
            <a:ln w="28575">
              <a:solidFill>
                <a:srgbClr val="FFFF00"/>
              </a:solidFill>
              <a:miter lim="800000"/>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34864" name="Line 44"/>
            <p:cNvSpPr>
              <a:spLocks noChangeShapeType="1"/>
            </p:cNvSpPr>
            <p:nvPr/>
          </p:nvSpPr>
          <p:spPr bwMode="auto">
            <a:xfrm>
              <a:off x="2150" y="3007"/>
              <a:ext cx="0" cy="393"/>
            </a:xfrm>
            <a:prstGeom prst="lin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4865" name="Text Box 45"/>
            <p:cNvSpPr txBox="1">
              <a:spLocks noChangeArrowheads="1"/>
            </p:cNvSpPr>
            <p:nvPr/>
          </p:nvSpPr>
          <p:spPr bwMode="auto">
            <a:xfrm>
              <a:off x="2173" y="3179"/>
              <a:ext cx="735" cy="212"/>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en-US" altLang="zh-CN" sz="1600" b="1">
                  <a:latin typeface="Times New Roman" panose="02020603050405020304" pitchFamily="18" charset="0"/>
                </a:rPr>
                <a:t>《extend》</a:t>
              </a:r>
            </a:p>
          </p:txBody>
        </p:sp>
        <p:sp>
          <p:nvSpPr>
            <p:cNvPr id="34866" name="Text Box 46"/>
            <p:cNvSpPr txBox="1">
              <a:spLocks noChangeArrowheads="1"/>
            </p:cNvSpPr>
            <p:nvPr/>
          </p:nvSpPr>
          <p:spPr bwMode="auto">
            <a:xfrm>
              <a:off x="1071" y="3008"/>
              <a:ext cx="564" cy="192"/>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BA55"/>
                  </a:solidFill>
                  <a:miter lim="800000"/>
                  <a:headEnd/>
                  <a:tailEnd/>
                </a14:hiddenLine>
              </a:ext>
            </a:extLst>
          </p:spPr>
          <p:txBody>
            <a:bodyPr wrap="none">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zh-CN" altLang="en-US" sz="1400" b="1">
                  <a:latin typeface="Times New Roman" panose="02020603050405020304" pitchFamily="18" charset="0"/>
                </a:rPr>
                <a:t>营销人员</a:t>
              </a:r>
            </a:p>
          </p:txBody>
        </p:sp>
        <p:sp>
          <p:nvSpPr>
            <p:cNvPr id="34867" name="Text Box 47"/>
            <p:cNvSpPr txBox="1">
              <a:spLocks noChangeArrowheads="1"/>
            </p:cNvSpPr>
            <p:nvPr/>
          </p:nvSpPr>
          <p:spPr bwMode="auto">
            <a:xfrm>
              <a:off x="1935" y="3379"/>
              <a:ext cx="595" cy="192"/>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66FFFF"/>
                  </a:solidFill>
                  <a:miter lim="800000"/>
                  <a:headEnd/>
                  <a:tailEnd/>
                </a14:hiddenLine>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zh-CN" altLang="en-US" sz="1400" b="1">
                  <a:latin typeface="Times New Roman" panose="02020603050405020304" pitchFamily="18" charset="0"/>
                </a:rPr>
                <a:t>超越边界</a:t>
              </a:r>
            </a:p>
          </p:txBody>
        </p:sp>
        <p:sp>
          <p:nvSpPr>
            <p:cNvPr id="34868" name="Text Box 48"/>
            <p:cNvSpPr txBox="1">
              <a:spLocks noChangeArrowheads="1"/>
            </p:cNvSpPr>
            <p:nvPr/>
          </p:nvSpPr>
          <p:spPr bwMode="auto">
            <a:xfrm>
              <a:off x="3478" y="2421"/>
              <a:ext cx="340" cy="192"/>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zh-CN" altLang="en-US" sz="1400" b="1">
                  <a:latin typeface="Times New Roman" panose="02020603050405020304" pitchFamily="18" charset="0"/>
                </a:rPr>
                <a:t>评价</a:t>
              </a:r>
            </a:p>
          </p:txBody>
        </p:sp>
        <p:sp>
          <p:nvSpPr>
            <p:cNvPr id="34869" name="Text Box 49"/>
            <p:cNvSpPr txBox="1">
              <a:spLocks noChangeArrowheads="1"/>
            </p:cNvSpPr>
            <p:nvPr/>
          </p:nvSpPr>
          <p:spPr bwMode="auto">
            <a:xfrm>
              <a:off x="4143" y="2187"/>
              <a:ext cx="564" cy="191"/>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zh-CN" altLang="en-US" sz="1400" b="1">
                  <a:latin typeface="Times New Roman" panose="02020603050405020304" pitchFamily="18" charset="0"/>
                </a:rPr>
                <a:t>记帐系统</a:t>
              </a:r>
            </a:p>
          </p:txBody>
        </p:sp>
        <p:sp>
          <p:nvSpPr>
            <p:cNvPr id="34870" name="Text Box 50"/>
            <p:cNvSpPr txBox="1">
              <a:spLocks noChangeArrowheads="1"/>
            </p:cNvSpPr>
            <p:nvPr/>
          </p:nvSpPr>
          <p:spPr bwMode="auto">
            <a:xfrm>
              <a:off x="4190" y="3212"/>
              <a:ext cx="564" cy="192"/>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zh-CN" altLang="en-US" sz="1400" b="1">
                  <a:latin typeface="Times New Roman" panose="02020603050405020304" pitchFamily="18" charset="0"/>
                </a:rPr>
                <a:t>销售人员</a:t>
              </a:r>
            </a:p>
          </p:txBody>
        </p:sp>
        <p:sp>
          <p:nvSpPr>
            <p:cNvPr id="34871" name="Line 51"/>
            <p:cNvSpPr>
              <a:spLocks noChangeShapeType="1"/>
            </p:cNvSpPr>
            <p:nvPr/>
          </p:nvSpPr>
          <p:spPr bwMode="auto">
            <a:xfrm flipV="1">
              <a:off x="2584" y="2905"/>
              <a:ext cx="2046" cy="0"/>
            </a:xfrm>
            <a:prstGeom prst="lin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4872" name="Line 52"/>
            <p:cNvSpPr>
              <a:spLocks noChangeShapeType="1"/>
            </p:cNvSpPr>
            <p:nvPr/>
          </p:nvSpPr>
          <p:spPr bwMode="auto">
            <a:xfrm>
              <a:off x="4313" y="1901"/>
              <a:ext cx="220" cy="0"/>
            </a:xfrm>
            <a:prstGeom prst="lin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4873" name="AutoShape 53"/>
            <p:cNvSpPr>
              <a:spLocks noChangeArrowheads="1"/>
            </p:cNvSpPr>
            <p:nvPr/>
          </p:nvSpPr>
          <p:spPr bwMode="auto">
            <a:xfrm rot="-6411476">
              <a:off x="3324" y="2334"/>
              <a:ext cx="91" cy="90"/>
            </a:xfrm>
            <a:prstGeom prst="rtTriangle">
              <a:avLst/>
            </a:prstGeom>
            <a:noFill/>
            <a:ln w="28575">
              <a:solidFill>
                <a:srgbClr val="FFFF00"/>
              </a:solidFill>
              <a:miter lim="800000"/>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34874" name="AutoShape 54"/>
            <p:cNvSpPr>
              <a:spLocks noChangeArrowheads="1"/>
            </p:cNvSpPr>
            <p:nvPr/>
          </p:nvSpPr>
          <p:spPr bwMode="auto">
            <a:xfrm rot="-7999039">
              <a:off x="3247" y="2482"/>
              <a:ext cx="84" cy="94"/>
            </a:xfrm>
            <a:prstGeom prst="rtTriangle">
              <a:avLst/>
            </a:prstGeom>
            <a:noFill/>
            <a:ln w="28575">
              <a:solidFill>
                <a:srgbClr val="FFFF00"/>
              </a:solidFill>
              <a:miter lim="800000"/>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grpSp>
      <p:sp>
        <p:nvSpPr>
          <p:cNvPr id="34823" name="Oval 56">
            <a:hlinkClick r:id="" action="ppaction://hlinkshowjump?jump=nextslide"/>
          </p:cNvPr>
          <p:cNvSpPr>
            <a:spLocks noChangeArrowheads="1"/>
          </p:cNvSpPr>
          <p:nvPr/>
        </p:nvSpPr>
        <p:spPr bwMode="auto">
          <a:xfrm>
            <a:off x="7245350" y="6365875"/>
            <a:ext cx="762000" cy="381000"/>
          </a:xfrm>
          <a:prstGeom prst="ellipse">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round/>
                <a:headEnd/>
                <a:tailEnd/>
              </a14:hiddenLine>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34824" name="Oval 57">
            <a:hlinkClick r:id="" action="ppaction://hlinkshowjump?jump=firstslide"/>
          </p:cNvPr>
          <p:cNvSpPr>
            <a:spLocks noChangeArrowheads="1"/>
          </p:cNvSpPr>
          <p:nvPr/>
        </p:nvSpPr>
        <p:spPr bwMode="auto">
          <a:xfrm>
            <a:off x="8137525" y="6356350"/>
            <a:ext cx="762000" cy="381000"/>
          </a:xfrm>
          <a:prstGeom prst="ellipse">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round/>
                <a:headEnd/>
                <a:tailEnd/>
              </a14:hiddenLine>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503866" name="Text Box 58"/>
          <p:cNvSpPr txBox="1">
            <a:spLocks noChangeArrowheads="1"/>
          </p:cNvSpPr>
          <p:nvPr/>
        </p:nvSpPr>
        <p:spPr bwMode="auto">
          <a:xfrm>
            <a:off x="3625850" y="5881688"/>
            <a:ext cx="2209800" cy="312737"/>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miter lim="800000"/>
                <a:headEnd/>
                <a:tailEnd/>
              </a14:hiddenLine>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fontAlgn="ctr" hangingPunct="1">
              <a:lnSpc>
                <a:spcPct val="90000"/>
              </a:lnSpc>
              <a:spcBef>
                <a:spcPct val="50000"/>
              </a:spcBef>
              <a:buClrTx/>
              <a:buFontTx/>
              <a:buNone/>
            </a:pPr>
            <a:r>
              <a:rPr kumimoji="1" lang="zh-CN" altLang="en-US" sz="1600">
                <a:latin typeface="宋体" panose="02010600030101010101" pitchFamily="2" charset="-122"/>
              </a:rPr>
              <a:t>用例图</a:t>
            </a:r>
          </a:p>
        </p:txBody>
      </p:sp>
    </p:spTree>
  </p:cSld>
  <p:clrMapOvr>
    <a:masterClrMapping/>
  </p:clrMapOvr>
  <p:transition advClick="0">
    <p:wheel spokes="8"/>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03810"/>
                                        </p:tgtEl>
                                        <p:attrNameLst>
                                          <p:attrName>style.visibility</p:attrName>
                                        </p:attrNameLst>
                                      </p:cBhvr>
                                      <p:to>
                                        <p:strVal val="visible"/>
                                      </p:to>
                                    </p:set>
                                    <p:animEffect transition="in" filter="wipe(up)">
                                      <p:cBhvr>
                                        <p:cTn id="7" dur="500"/>
                                        <p:tgtEl>
                                          <p:spTgt spid="503810"/>
                                        </p:tgtEl>
                                      </p:cBhvr>
                                    </p:animEffect>
                                  </p:childTnLst>
                                </p:cTn>
                              </p:par>
                            </p:childTnLst>
                          </p:cTn>
                        </p:par>
                        <p:par>
                          <p:cTn id="8" fill="hold" nodeType="afterGroup">
                            <p:stCondLst>
                              <p:cond delay="500"/>
                            </p:stCondLst>
                            <p:childTnLst>
                              <p:par>
                                <p:cTn id="9" presetID="1" presetClass="entr" presetSubtype="0" fill="hold" nodeType="afterEffect">
                                  <p:stCondLst>
                                    <p:cond delay="2000"/>
                                  </p:stCondLst>
                                  <p:childTnLst>
                                    <p:set>
                                      <p:cBhvr>
                                        <p:cTn id="10" dur="1" fill="hold">
                                          <p:stCondLst>
                                            <p:cond delay="499"/>
                                          </p:stCondLst>
                                        </p:cTn>
                                        <p:tgtEl>
                                          <p:spTgt spid="503813"/>
                                        </p:tgtEl>
                                        <p:attrNameLst>
                                          <p:attrName>style.visibility</p:attrName>
                                        </p:attrNameLst>
                                      </p:cBhvr>
                                      <p:to>
                                        <p:strVal val="visible"/>
                                      </p:to>
                                    </p:set>
                                  </p:childTnLst>
                                </p:cTn>
                              </p:par>
                            </p:childTnLst>
                          </p:cTn>
                        </p:par>
                        <p:par>
                          <p:cTn id="11" fill="hold" nodeType="afterGroup">
                            <p:stCondLst>
                              <p:cond delay="3000"/>
                            </p:stCondLst>
                            <p:childTnLst>
                              <p:par>
                                <p:cTn id="12" presetID="1" presetClass="entr" presetSubtype="0" fill="hold" grpId="0" nodeType="afterEffect">
                                  <p:stCondLst>
                                    <p:cond delay="0"/>
                                  </p:stCondLst>
                                  <p:childTnLst>
                                    <p:set>
                                      <p:cBhvr>
                                        <p:cTn id="13" dur="1" fill="hold">
                                          <p:stCondLst>
                                            <p:cond delay="499"/>
                                          </p:stCondLst>
                                        </p:cTn>
                                        <p:tgtEl>
                                          <p:spTgt spid="5038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3810" grpId="0" autoUpdateAnimBg="0"/>
      <p:bldP spid="503866"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842" name="日期占位符 1"/>
          <p:cNvSpPr>
            <a:spLocks noGrp="1"/>
          </p:cNvSpPr>
          <p:nvPr>
            <p:ph type="dt" sz="quarter" idx="10"/>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7DACABF1-5F94-40D7-A543-34EA6C5CD662}" type="datetime8">
              <a:rPr lang="zh-CN" altLang="en-US" sz="1400" smtClean="0"/>
              <a:pPr>
                <a:spcBef>
                  <a:spcPct val="0"/>
                </a:spcBef>
                <a:buClrTx/>
                <a:buFontTx/>
                <a:buNone/>
              </a:pPr>
              <a:t>2020年5月12日3时0分</a:t>
            </a:fld>
            <a:endParaRPr lang="en-US" altLang="zh-CN" sz="1400" smtClean="0"/>
          </a:p>
        </p:txBody>
      </p:sp>
      <p:sp>
        <p:nvSpPr>
          <p:cNvPr id="35843" name="灯片编号占位符 3"/>
          <p:cNvSpPr>
            <a:spLocks noGrp="1"/>
          </p:cNvSpPr>
          <p:nvPr>
            <p:ph type="sldNum" sz="quarter" idx="12"/>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06D13527-7E47-4E74-BB4E-BB72C9ECCEC3}" type="slidenum">
              <a:rPr lang="en-US" altLang="zh-CN" sz="1400" smtClean="0"/>
              <a:pPr>
                <a:spcBef>
                  <a:spcPct val="0"/>
                </a:spcBef>
                <a:buClrTx/>
                <a:buFontTx/>
                <a:buNone/>
              </a:pPr>
              <a:t>21</a:t>
            </a:fld>
            <a:endParaRPr lang="en-US" altLang="zh-CN" sz="1400" smtClean="0"/>
          </a:p>
        </p:txBody>
      </p:sp>
      <p:sp>
        <p:nvSpPr>
          <p:cNvPr id="504834" name="Text Box 1026"/>
          <p:cNvSpPr txBox="1">
            <a:spLocks noChangeArrowheads="1"/>
          </p:cNvSpPr>
          <p:nvPr/>
        </p:nvSpPr>
        <p:spPr bwMode="auto">
          <a:xfrm>
            <a:off x="398463" y="482600"/>
            <a:ext cx="8367712" cy="4183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1" hangingPunct="1">
              <a:lnSpc>
                <a:spcPct val="120000"/>
              </a:lnSpc>
              <a:spcBef>
                <a:spcPct val="20000"/>
              </a:spcBef>
              <a:defRPr/>
            </a:pPr>
            <a:r>
              <a:rPr kumimoji="1" lang="zh-CN" altLang="en-US" sz="2800">
                <a:effectLst>
                  <a:outerShdw blurRad="38100" dist="38100" dir="2700000" algn="tl">
                    <a:srgbClr val="C0C0C0"/>
                  </a:outerShdw>
                </a:effectLst>
                <a:latin typeface="华文新魏" pitchFamily="2" charset="-122"/>
                <a:ea typeface="华文新魏" pitchFamily="2" charset="-122"/>
              </a:rPr>
              <a:t>用例模型</a:t>
            </a:r>
            <a:r>
              <a:rPr kumimoji="1" lang="en-US" altLang="zh-CN" sz="2400">
                <a:effectLst>
                  <a:outerShdw blurRad="38100" dist="38100" dir="2700000" algn="tl">
                    <a:srgbClr val="C0C0C0"/>
                  </a:outerShdw>
                </a:effectLst>
                <a:latin typeface="Times New Roman" pitchFamily="18" charset="0"/>
              </a:rPr>
              <a:t>(Use case model)</a:t>
            </a:r>
          </a:p>
          <a:p>
            <a:pPr algn="just" eaLnBrk="1" hangingPunct="1">
              <a:spcBef>
                <a:spcPct val="40000"/>
              </a:spcBef>
              <a:defRPr/>
            </a:pPr>
            <a:r>
              <a:rPr kumimoji="1" lang="zh-CN" altLang="en-US" sz="2000" b="1">
                <a:latin typeface="宋体" pitchFamily="2" charset="-122"/>
              </a:rPr>
              <a:t>　　 </a:t>
            </a:r>
            <a:r>
              <a:rPr kumimoji="1" lang="zh-CN" altLang="en-US" sz="2400" b="1">
                <a:latin typeface="楷体_GB2312" pitchFamily="49" charset="-122"/>
                <a:ea typeface="楷体_GB2312" pitchFamily="49" charset="-122"/>
              </a:rPr>
              <a:t>用例模型描述的是外部执行者</a:t>
            </a:r>
            <a:r>
              <a:rPr kumimoji="1" lang="en-US" altLang="zh-CN" sz="2400" b="1">
                <a:latin typeface="楷体_GB2312" pitchFamily="49" charset="-122"/>
                <a:ea typeface="楷体_GB2312" pitchFamily="49" charset="-122"/>
              </a:rPr>
              <a:t>(</a:t>
            </a:r>
            <a:r>
              <a:rPr kumimoji="1" lang="en-US" altLang="zh-CN" sz="2400" b="1">
                <a:latin typeface="Times New Roman" pitchFamily="18" charset="0"/>
                <a:ea typeface="楷体_GB2312" pitchFamily="49" charset="-122"/>
              </a:rPr>
              <a:t>Actor</a:t>
            </a:r>
            <a:r>
              <a:rPr kumimoji="1" lang="en-US" altLang="zh-CN" sz="2400" b="1">
                <a:latin typeface="楷体_GB2312" pitchFamily="49" charset="-122"/>
                <a:ea typeface="楷体_GB2312" pitchFamily="49" charset="-122"/>
              </a:rPr>
              <a:t>)</a:t>
            </a:r>
            <a:r>
              <a:rPr kumimoji="1" lang="zh-CN" altLang="en-US" sz="2400" b="1">
                <a:latin typeface="楷体_GB2312" pitchFamily="49" charset="-122"/>
                <a:ea typeface="楷体_GB2312" pitchFamily="49" charset="-122"/>
              </a:rPr>
              <a:t>所理解的系统功能。它描述了待开发系统的功能需求。</a:t>
            </a:r>
          </a:p>
          <a:p>
            <a:pPr algn="just" eaLnBrk="1" hangingPunct="1">
              <a:spcBef>
                <a:spcPct val="20000"/>
              </a:spcBef>
              <a:defRPr/>
            </a:pPr>
            <a:r>
              <a:rPr kumimoji="1" lang="zh-CN" altLang="en-US" sz="2400" b="1">
                <a:latin typeface="楷体_GB2312" pitchFamily="49" charset="-122"/>
                <a:ea typeface="楷体_GB2312" pitchFamily="49" charset="-122"/>
              </a:rPr>
              <a:t>    它驱动了需求分析之后各阶段的开发工作</a:t>
            </a:r>
            <a:r>
              <a:rPr kumimoji="1" lang="en-US" altLang="zh-CN" sz="2400" b="1">
                <a:latin typeface="楷体_GB2312" pitchFamily="49" charset="-122"/>
                <a:ea typeface="楷体_GB2312" pitchFamily="49" charset="-122"/>
              </a:rPr>
              <a:t>,</a:t>
            </a:r>
            <a:r>
              <a:rPr kumimoji="1" lang="zh-CN" altLang="en-US" sz="2400" b="1">
                <a:latin typeface="楷体_GB2312" pitchFamily="49" charset="-122"/>
                <a:ea typeface="楷体_GB2312" pitchFamily="49" charset="-122"/>
              </a:rPr>
              <a:t>不仅在开发过程中保证了系统所有功能的实现</a:t>
            </a:r>
            <a:r>
              <a:rPr kumimoji="1" lang="en-US" altLang="zh-CN" sz="2400" b="1">
                <a:latin typeface="楷体_GB2312" pitchFamily="49" charset="-122"/>
                <a:ea typeface="楷体_GB2312" pitchFamily="49" charset="-122"/>
              </a:rPr>
              <a:t>,</a:t>
            </a:r>
            <a:r>
              <a:rPr kumimoji="1" lang="zh-CN" altLang="en-US" sz="2400" b="1">
                <a:latin typeface="楷体_GB2312" pitchFamily="49" charset="-122"/>
                <a:ea typeface="楷体_GB2312" pitchFamily="49" charset="-122"/>
              </a:rPr>
              <a:t>而且被用于验证和检测所开发的系统</a:t>
            </a:r>
            <a:r>
              <a:rPr kumimoji="1" lang="en-US" altLang="zh-CN" sz="2400" b="1">
                <a:latin typeface="楷体_GB2312" pitchFamily="49" charset="-122"/>
                <a:ea typeface="楷体_GB2312" pitchFamily="49" charset="-122"/>
              </a:rPr>
              <a:t>,</a:t>
            </a:r>
            <a:r>
              <a:rPr kumimoji="1" lang="zh-CN" altLang="en-US" sz="2400" b="1">
                <a:latin typeface="楷体_GB2312" pitchFamily="49" charset="-122"/>
                <a:ea typeface="楷体_GB2312" pitchFamily="49" charset="-122"/>
              </a:rPr>
              <a:t>从而影响到开发工作的各个阶段和 </a:t>
            </a:r>
            <a:r>
              <a:rPr kumimoji="1" lang="en-US" altLang="zh-CN" sz="2400" b="1">
                <a:latin typeface="Times New Roman" pitchFamily="18" charset="0"/>
                <a:ea typeface="楷体_GB2312" pitchFamily="49" charset="-122"/>
              </a:rPr>
              <a:t>UML</a:t>
            </a:r>
            <a:r>
              <a:rPr kumimoji="1" lang="en-US" altLang="zh-CN" sz="2400" b="1">
                <a:latin typeface="楷体_GB2312" pitchFamily="49" charset="-122"/>
                <a:ea typeface="楷体_GB2312" pitchFamily="49" charset="-122"/>
              </a:rPr>
              <a:t> </a:t>
            </a:r>
            <a:r>
              <a:rPr kumimoji="1" lang="zh-CN" altLang="en-US" sz="2400" b="1">
                <a:latin typeface="楷体_GB2312" pitchFamily="49" charset="-122"/>
                <a:ea typeface="楷体_GB2312" pitchFamily="49" charset="-122"/>
              </a:rPr>
              <a:t>的各个模型。</a:t>
            </a:r>
          </a:p>
          <a:p>
            <a:pPr algn="just" eaLnBrk="1" hangingPunct="1">
              <a:spcBef>
                <a:spcPct val="20000"/>
              </a:spcBef>
              <a:defRPr/>
            </a:pPr>
            <a:r>
              <a:rPr kumimoji="1" lang="zh-CN" altLang="en-US" sz="2400" b="1">
                <a:latin typeface="楷体_GB2312" pitchFamily="49" charset="-122"/>
                <a:ea typeface="楷体_GB2312" pitchFamily="49" charset="-122"/>
              </a:rPr>
              <a:t>    用例模型</a:t>
            </a:r>
            <a:r>
              <a:rPr kumimoji="1" lang="zh-CN" altLang="en-US" sz="2400" b="1">
                <a:effectLst>
                  <a:outerShdw blurRad="38100" dist="38100" dir="2700000" algn="tl">
                    <a:srgbClr val="C0C0C0"/>
                  </a:outerShdw>
                </a:effectLst>
                <a:latin typeface="楷体_GB2312" pitchFamily="49" charset="-122"/>
                <a:ea typeface="楷体_GB2312" pitchFamily="49" charset="-122"/>
              </a:rPr>
              <a:t>由</a:t>
            </a:r>
            <a:r>
              <a:rPr kumimoji="1" lang="zh-CN" altLang="en-US" sz="2400" b="1">
                <a:latin typeface="楷体_GB2312" pitchFamily="49" charset="-122"/>
                <a:ea typeface="楷体_GB2312" pitchFamily="49" charset="-122"/>
              </a:rPr>
              <a:t>若干个</a:t>
            </a:r>
            <a:r>
              <a:rPr kumimoji="1" lang="zh-CN" altLang="en-US" sz="2400" b="1">
                <a:effectLst>
                  <a:outerShdw blurRad="38100" dist="38100" dir="2700000" algn="tl">
                    <a:srgbClr val="C0C0C0"/>
                  </a:outerShdw>
                </a:effectLst>
                <a:latin typeface="楷体_GB2312" pitchFamily="49" charset="-122"/>
                <a:ea typeface="楷体_GB2312" pitchFamily="49" charset="-122"/>
              </a:rPr>
              <a:t>用例图构成，用例图中主要描述执行者和用例之间的关系。</a:t>
            </a:r>
            <a:r>
              <a:rPr kumimoji="1" lang="zh-CN" altLang="en-US" sz="2400" b="1">
                <a:latin typeface="楷体_GB2312" pitchFamily="49" charset="-122"/>
                <a:ea typeface="楷体_GB2312" pitchFamily="49" charset="-122"/>
              </a:rPr>
              <a:t>在</a:t>
            </a:r>
            <a:r>
              <a:rPr kumimoji="1" lang="en-US" altLang="zh-CN" sz="2400" b="1">
                <a:latin typeface="Times New Roman" pitchFamily="18" charset="0"/>
                <a:ea typeface="楷体_GB2312" pitchFamily="49" charset="-122"/>
              </a:rPr>
              <a:t>UML</a:t>
            </a:r>
            <a:r>
              <a:rPr kumimoji="1" lang="zh-CN" altLang="en-US" sz="2400" b="1">
                <a:latin typeface="楷体_GB2312" pitchFamily="49" charset="-122"/>
                <a:ea typeface="楷体_GB2312" pitchFamily="49" charset="-122"/>
              </a:rPr>
              <a:t>中</a:t>
            </a:r>
            <a:r>
              <a:rPr kumimoji="1" lang="en-US" altLang="zh-CN" sz="2400" b="1">
                <a:latin typeface="楷体_GB2312" pitchFamily="49" charset="-122"/>
                <a:ea typeface="楷体_GB2312" pitchFamily="49" charset="-122"/>
              </a:rPr>
              <a:t>,</a:t>
            </a:r>
            <a:r>
              <a:rPr kumimoji="1" lang="zh-CN" altLang="en-US" sz="2400" b="1">
                <a:latin typeface="楷体_GB2312" pitchFamily="49" charset="-122"/>
                <a:ea typeface="楷体_GB2312" pitchFamily="49" charset="-122"/>
              </a:rPr>
              <a:t>构成用例图的主要元素是用例和执行者及其它们之间的联系。</a:t>
            </a:r>
            <a:endParaRPr kumimoji="1" lang="zh-CN" altLang="en-US" sz="2400" b="1">
              <a:effectLst>
                <a:outerShdw blurRad="38100" dist="38100" dir="2700000" algn="tl">
                  <a:srgbClr val="C0C0C0"/>
                </a:outerShdw>
              </a:effectLst>
              <a:latin typeface="楷体_GB2312" pitchFamily="49" charset="-122"/>
              <a:ea typeface="楷体_GB2312" pitchFamily="49" charset="-122"/>
            </a:endParaRPr>
          </a:p>
        </p:txBody>
      </p:sp>
      <p:sp>
        <p:nvSpPr>
          <p:cNvPr id="35845" name="Oval 1028">
            <a:hlinkClick r:id="" action="ppaction://hlinkshowjump?jump=previousslide"/>
          </p:cNvPr>
          <p:cNvSpPr>
            <a:spLocks noChangeArrowheads="1"/>
          </p:cNvSpPr>
          <p:nvPr/>
        </p:nvSpPr>
        <p:spPr bwMode="auto">
          <a:xfrm>
            <a:off x="6356350" y="6365875"/>
            <a:ext cx="762000" cy="381000"/>
          </a:xfrm>
          <a:prstGeom prst="ellipse">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round/>
                <a:headEnd/>
                <a:tailEnd/>
              </a14:hiddenLine>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35846" name="Oval 1029">
            <a:hlinkClick r:id="" action="ppaction://hlinkshowjump?jump=nextslide"/>
          </p:cNvPr>
          <p:cNvSpPr>
            <a:spLocks noChangeArrowheads="1"/>
          </p:cNvSpPr>
          <p:nvPr/>
        </p:nvSpPr>
        <p:spPr bwMode="auto">
          <a:xfrm>
            <a:off x="7245350" y="6365875"/>
            <a:ext cx="762000" cy="381000"/>
          </a:xfrm>
          <a:prstGeom prst="ellipse">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round/>
                <a:headEnd/>
                <a:tailEnd/>
              </a14:hiddenLine>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504838" name="Text Box 1030"/>
          <p:cNvSpPr txBox="1">
            <a:spLocks noChangeArrowheads="1"/>
          </p:cNvSpPr>
          <p:nvPr/>
        </p:nvSpPr>
        <p:spPr bwMode="auto">
          <a:xfrm>
            <a:off x="357188" y="4843463"/>
            <a:ext cx="8604250" cy="1296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fontAlgn="ctr" hangingPunct="1">
              <a:lnSpc>
                <a:spcPct val="90000"/>
              </a:lnSpc>
              <a:spcBef>
                <a:spcPct val="50000"/>
              </a:spcBef>
              <a:defRPr/>
            </a:pPr>
            <a:r>
              <a:rPr kumimoji="1" lang="zh-CN" altLang="en-US" sz="2400" b="1">
                <a:effectLst>
                  <a:outerShdw blurRad="38100" dist="38100" dir="2700000" algn="tl">
                    <a:srgbClr val="C0C0C0"/>
                  </a:outerShdw>
                </a:effectLst>
                <a:latin typeface="楷体_GB2312" pitchFamily="49" charset="-122"/>
                <a:ea typeface="楷体_GB2312" pitchFamily="49" charset="-122"/>
              </a:rPr>
              <a:t>创建用例模型的工作包括：</a:t>
            </a:r>
          </a:p>
          <a:p>
            <a:pPr eaLnBrk="1" fontAlgn="ctr" hangingPunct="1">
              <a:lnSpc>
                <a:spcPct val="110000"/>
              </a:lnSpc>
              <a:spcBef>
                <a:spcPct val="20000"/>
              </a:spcBef>
              <a:defRPr/>
            </a:pPr>
            <a:r>
              <a:rPr kumimoji="1" lang="zh-CN" altLang="en-US" sz="2400" b="1">
                <a:latin typeface="楷体_GB2312" pitchFamily="49" charset="-122"/>
                <a:ea typeface="楷体_GB2312" pitchFamily="49" charset="-122"/>
              </a:rPr>
              <a:t>    定义系统、确定执行者和用例、描述用例、定义用例间的关系、确认模型。</a:t>
            </a:r>
          </a:p>
        </p:txBody>
      </p:sp>
      <p:sp>
        <p:nvSpPr>
          <p:cNvPr id="35848" name="Oval 1031">
            <a:hlinkClick r:id="" action="ppaction://hlinkshowjump?jump=firstslide"/>
          </p:cNvPr>
          <p:cNvSpPr>
            <a:spLocks noChangeArrowheads="1"/>
          </p:cNvSpPr>
          <p:nvPr/>
        </p:nvSpPr>
        <p:spPr bwMode="auto">
          <a:xfrm>
            <a:off x="8137525" y="6356350"/>
            <a:ext cx="762000" cy="381000"/>
          </a:xfrm>
          <a:prstGeom prst="ellipse">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round/>
                <a:headEnd/>
                <a:tailEnd/>
              </a14:hiddenLine>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Tree>
  </p:cSld>
  <p:clrMapOvr>
    <a:masterClrMapping/>
  </p:clrMapOvr>
  <p:transition advClick="0">
    <p:wheel spokes="8"/>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04834">
                                            <p:txEl>
                                              <p:pRg st="0" end="0"/>
                                            </p:txEl>
                                          </p:spTgt>
                                        </p:tgtEl>
                                        <p:attrNameLst>
                                          <p:attrName>style.visibility</p:attrName>
                                        </p:attrNameLst>
                                      </p:cBhvr>
                                      <p:to>
                                        <p:strVal val="visible"/>
                                      </p:to>
                                    </p:set>
                                    <p:animEffect transition="in" filter="wipe(left)">
                                      <p:cBhvr>
                                        <p:cTn id="7" dur="500"/>
                                        <p:tgtEl>
                                          <p:spTgt spid="50483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04834">
                                            <p:txEl>
                                              <p:pRg st="1" end="1"/>
                                            </p:txEl>
                                          </p:spTgt>
                                        </p:tgtEl>
                                        <p:attrNameLst>
                                          <p:attrName>style.visibility</p:attrName>
                                        </p:attrNameLst>
                                      </p:cBhvr>
                                      <p:to>
                                        <p:strVal val="visible"/>
                                      </p:to>
                                    </p:set>
                                    <p:animEffect transition="in" filter="wipe(left)">
                                      <p:cBhvr>
                                        <p:cTn id="12" dur="500"/>
                                        <p:tgtEl>
                                          <p:spTgt spid="504834">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04834">
                                            <p:txEl>
                                              <p:pRg st="2" end="2"/>
                                            </p:txEl>
                                          </p:spTgt>
                                        </p:tgtEl>
                                        <p:attrNameLst>
                                          <p:attrName>style.visibility</p:attrName>
                                        </p:attrNameLst>
                                      </p:cBhvr>
                                      <p:to>
                                        <p:strVal val="visible"/>
                                      </p:to>
                                    </p:set>
                                    <p:animEffect transition="in" filter="wipe(left)">
                                      <p:cBhvr>
                                        <p:cTn id="17" dur="500"/>
                                        <p:tgtEl>
                                          <p:spTgt spid="504834">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04834">
                                            <p:txEl>
                                              <p:pRg st="3" end="3"/>
                                            </p:txEl>
                                          </p:spTgt>
                                        </p:tgtEl>
                                        <p:attrNameLst>
                                          <p:attrName>style.visibility</p:attrName>
                                        </p:attrNameLst>
                                      </p:cBhvr>
                                      <p:to>
                                        <p:strVal val="visible"/>
                                      </p:to>
                                    </p:set>
                                    <p:animEffect transition="in" filter="wipe(left)">
                                      <p:cBhvr>
                                        <p:cTn id="22" dur="500"/>
                                        <p:tgtEl>
                                          <p:spTgt spid="504834">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04838"/>
                                        </p:tgtEl>
                                        <p:attrNameLst>
                                          <p:attrName>style.visibility</p:attrName>
                                        </p:attrNameLst>
                                      </p:cBhvr>
                                      <p:to>
                                        <p:strVal val="visible"/>
                                      </p:to>
                                    </p:set>
                                    <p:animEffect transition="in" filter="wipe(left)">
                                      <p:cBhvr>
                                        <p:cTn id="27" dur="500"/>
                                        <p:tgtEl>
                                          <p:spTgt spid="5048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4834" grpId="0" build="p" autoUpdateAnimBg="0"/>
      <p:bldP spid="504838" grpId="0"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日期占位符 1"/>
          <p:cNvSpPr>
            <a:spLocks noGrp="1"/>
          </p:cNvSpPr>
          <p:nvPr>
            <p:ph type="dt" sz="quarter" idx="10"/>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04269C74-1358-447B-979A-4F1E6E6CF2EB}" type="datetime8">
              <a:rPr lang="zh-CN" altLang="en-US" sz="1400" smtClean="0"/>
              <a:pPr>
                <a:spcBef>
                  <a:spcPct val="0"/>
                </a:spcBef>
                <a:buClrTx/>
                <a:buFontTx/>
                <a:buNone/>
              </a:pPr>
              <a:t>2020年5月12日3时0分</a:t>
            </a:fld>
            <a:endParaRPr lang="en-US" altLang="zh-CN" sz="1400" smtClean="0"/>
          </a:p>
        </p:txBody>
      </p:sp>
      <p:sp>
        <p:nvSpPr>
          <p:cNvPr id="36867" name="灯片编号占位符 3"/>
          <p:cNvSpPr>
            <a:spLocks noGrp="1"/>
          </p:cNvSpPr>
          <p:nvPr>
            <p:ph type="sldNum" sz="quarter" idx="12"/>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19BB383F-EA4B-42BB-A9F9-0FAAC49CACDF}" type="slidenum">
              <a:rPr lang="en-US" altLang="zh-CN" sz="1400" smtClean="0"/>
              <a:pPr>
                <a:spcBef>
                  <a:spcPct val="0"/>
                </a:spcBef>
                <a:buClrTx/>
                <a:buFontTx/>
                <a:buNone/>
              </a:pPr>
              <a:t>22</a:t>
            </a:fld>
            <a:endParaRPr lang="en-US" altLang="zh-CN" sz="1400" smtClean="0"/>
          </a:p>
        </p:txBody>
      </p:sp>
      <p:sp>
        <p:nvSpPr>
          <p:cNvPr id="505858" name="Text Box 2"/>
          <p:cNvSpPr txBox="1">
            <a:spLocks noChangeArrowheads="1"/>
          </p:cNvSpPr>
          <p:nvPr/>
        </p:nvSpPr>
        <p:spPr bwMode="auto">
          <a:xfrm>
            <a:off x="450850" y="328613"/>
            <a:ext cx="8143875" cy="1682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1" hangingPunct="1">
              <a:spcBef>
                <a:spcPct val="50000"/>
              </a:spcBef>
              <a:defRPr/>
            </a:pPr>
            <a:r>
              <a:rPr kumimoji="1" lang="zh-CN" altLang="en-US" sz="2400">
                <a:effectLst>
                  <a:outerShdw blurRad="38100" dist="38100" dir="2700000" algn="tl">
                    <a:srgbClr val="C0C0C0"/>
                  </a:outerShdw>
                </a:effectLst>
                <a:latin typeface="黑体" pitchFamily="49" charset="-122"/>
                <a:ea typeface="黑体" pitchFamily="49" charset="-122"/>
              </a:rPr>
              <a:t>一、执行者</a:t>
            </a:r>
            <a:r>
              <a:rPr kumimoji="1" lang="en-US" altLang="zh-CN" sz="2400">
                <a:effectLst>
                  <a:outerShdw blurRad="38100" dist="38100" dir="2700000" algn="tl">
                    <a:srgbClr val="C0C0C0"/>
                  </a:outerShdw>
                </a:effectLst>
                <a:latin typeface="黑体" pitchFamily="49" charset="-122"/>
                <a:ea typeface="黑体" pitchFamily="49" charset="-122"/>
              </a:rPr>
              <a:t>(Actor)</a:t>
            </a:r>
          </a:p>
          <a:p>
            <a:pPr algn="just" eaLnBrk="1" hangingPunct="1">
              <a:lnSpc>
                <a:spcPct val="105000"/>
              </a:lnSpc>
              <a:spcBef>
                <a:spcPct val="20000"/>
              </a:spcBef>
              <a:defRPr/>
            </a:pPr>
            <a:r>
              <a:rPr kumimoji="1" lang="zh-CN" altLang="en-US" sz="2400" b="1">
                <a:latin typeface="楷体_GB2312" pitchFamily="49" charset="-122"/>
                <a:ea typeface="楷体_GB2312" pitchFamily="49" charset="-122"/>
              </a:rPr>
              <a:t>　　执行者是指用户在系统中所扮演的角色。执行者在用例图中是用类似人的图形来表示</a:t>
            </a:r>
            <a:r>
              <a:rPr kumimoji="1" lang="en-US" altLang="zh-CN" sz="2400" b="1">
                <a:latin typeface="楷体_GB2312" pitchFamily="49" charset="-122"/>
                <a:ea typeface="楷体_GB2312" pitchFamily="49" charset="-122"/>
              </a:rPr>
              <a:t>, </a:t>
            </a:r>
            <a:r>
              <a:rPr kumimoji="1" lang="zh-CN" altLang="en-US" sz="2400" b="1">
                <a:latin typeface="楷体_GB2312" pitchFamily="49" charset="-122"/>
                <a:ea typeface="楷体_GB2312" pitchFamily="49" charset="-122"/>
              </a:rPr>
              <a:t>但执行者可以是人，也可以是一个外界系统。</a:t>
            </a:r>
          </a:p>
        </p:txBody>
      </p:sp>
      <p:sp>
        <p:nvSpPr>
          <p:cNvPr id="505859" name="Text Box 3"/>
          <p:cNvSpPr txBox="1">
            <a:spLocks noChangeArrowheads="1"/>
          </p:cNvSpPr>
          <p:nvPr/>
        </p:nvSpPr>
        <p:spPr bwMode="auto">
          <a:xfrm>
            <a:off x="517525" y="2078038"/>
            <a:ext cx="5562600" cy="4206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fontAlgn="ctr" hangingPunct="1">
              <a:lnSpc>
                <a:spcPct val="90000"/>
              </a:lnSpc>
              <a:spcBef>
                <a:spcPct val="50000"/>
              </a:spcBef>
              <a:defRPr/>
            </a:pPr>
            <a:r>
              <a:rPr kumimoji="1" lang="zh-CN" altLang="en-US" sz="2400" b="1">
                <a:effectLst>
                  <a:outerShdw blurRad="38100" dist="38100" dir="2700000" algn="tl">
                    <a:srgbClr val="C0C0C0"/>
                  </a:outerShdw>
                </a:effectLst>
                <a:latin typeface="楷体_GB2312" pitchFamily="49" charset="-122"/>
                <a:ea typeface="楷体_GB2312" pitchFamily="49" charset="-122"/>
              </a:rPr>
              <a:t>注意：用例总是由执行者启动的。</a:t>
            </a:r>
          </a:p>
        </p:txBody>
      </p:sp>
      <p:sp>
        <p:nvSpPr>
          <p:cNvPr id="36870" name="Rectangle 7"/>
          <p:cNvSpPr>
            <a:spLocks noChangeArrowheads="1"/>
          </p:cNvSpPr>
          <p:nvPr/>
        </p:nvSpPr>
        <p:spPr bwMode="auto">
          <a:xfrm>
            <a:off x="7050088" y="2671763"/>
            <a:ext cx="1684337" cy="2270125"/>
          </a:xfrm>
          <a:prstGeom prst="rect">
            <a:avLst/>
          </a:prstGeom>
          <a:noFill/>
          <a:ln w="28575">
            <a:solidFill>
              <a:srgbClr val="FFBA55"/>
            </a:solidFill>
            <a:miter lim="800000"/>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36871" name="Oval 8"/>
          <p:cNvSpPr>
            <a:spLocks noChangeArrowheads="1"/>
          </p:cNvSpPr>
          <p:nvPr/>
        </p:nvSpPr>
        <p:spPr bwMode="auto">
          <a:xfrm>
            <a:off x="6383338" y="2419350"/>
            <a:ext cx="168275" cy="144463"/>
          </a:xfrm>
          <a:prstGeom prst="ellipse">
            <a:avLst/>
          </a:prstGeom>
          <a:noFill/>
          <a:ln w="28575">
            <a:solidFill>
              <a:srgbClr val="FFBA55"/>
            </a:solidFill>
            <a:round/>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36872" name="Line 9"/>
          <p:cNvSpPr>
            <a:spLocks noChangeShapeType="1"/>
          </p:cNvSpPr>
          <p:nvPr/>
        </p:nvSpPr>
        <p:spPr bwMode="auto">
          <a:xfrm>
            <a:off x="6467475" y="2563813"/>
            <a:ext cx="0" cy="252412"/>
          </a:xfrm>
          <a:prstGeom prst="line">
            <a:avLst/>
          </a:prstGeom>
          <a:noFill/>
          <a:ln w="28575">
            <a:solidFill>
              <a:srgbClr val="FFBA55"/>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6873" name="Line 10"/>
          <p:cNvSpPr>
            <a:spLocks noChangeShapeType="1"/>
          </p:cNvSpPr>
          <p:nvPr/>
        </p:nvSpPr>
        <p:spPr bwMode="auto">
          <a:xfrm>
            <a:off x="6383338" y="2635250"/>
            <a:ext cx="168275" cy="0"/>
          </a:xfrm>
          <a:prstGeom prst="line">
            <a:avLst/>
          </a:prstGeom>
          <a:noFill/>
          <a:ln w="28575">
            <a:solidFill>
              <a:srgbClr val="FFBA55"/>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6874" name="Line 11"/>
          <p:cNvSpPr>
            <a:spLocks noChangeShapeType="1"/>
          </p:cNvSpPr>
          <p:nvPr/>
        </p:nvSpPr>
        <p:spPr bwMode="auto">
          <a:xfrm flipH="1">
            <a:off x="6340475" y="2816225"/>
            <a:ext cx="127000" cy="179388"/>
          </a:xfrm>
          <a:prstGeom prst="line">
            <a:avLst/>
          </a:prstGeom>
          <a:noFill/>
          <a:ln w="28575">
            <a:solidFill>
              <a:srgbClr val="FFBA55"/>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6875" name="Line 12"/>
          <p:cNvSpPr>
            <a:spLocks noChangeShapeType="1"/>
          </p:cNvSpPr>
          <p:nvPr/>
        </p:nvSpPr>
        <p:spPr bwMode="auto">
          <a:xfrm>
            <a:off x="6467475" y="2816225"/>
            <a:ext cx="168275" cy="179388"/>
          </a:xfrm>
          <a:prstGeom prst="line">
            <a:avLst/>
          </a:prstGeom>
          <a:noFill/>
          <a:ln w="28575">
            <a:solidFill>
              <a:srgbClr val="FFBA55"/>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6876" name="Oval 13"/>
          <p:cNvSpPr>
            <a:spLocks noChangeArrowheads="1"/>
          </p:cNvSpPr>
          <p:nvPr/>
        </p:nvSpPr>
        <p:spPr bwMode="auto">
          <a:xfrm>
            <a:off x="6424613" y="3394075"/>
            <a:ext cx="168275" cy="142875"/>
          </a:xfrm>
          <a:prstGeom prst="ellipse">
            <a:avLst/>
          </a:prstGeom>
          <a:noFill/>
          <a:ln w="28575">
            <a:solidFill>
              <a:srgbClr val="FFBA55"/>
            </a:solidFill>
            <a:round/>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36877" name="Line 14"/>
          <p:cNvSpPr>
            <a:spLocks noChangeShapeType="1"/>
          </p:cNvSpPr>
          <p:nvPr/>
        </p:nvSpPr>
        <p:spPr bwMode="auto">
          <a:xfrm>
            <a:off x="6508750" y="3536950"/>
            <a:ext cx="0" cy="252413"/>
          </a:xfrm>
          <a:prstGeom prst="line">
            <a:avLst/>
          </a:prstGeom>
          <a:noFill/>
          <a:ln w="28575">
            <a:solidFill>
              <a:srgbClr val="FFBA55"/>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6878" name="Line 15"/>
          <p:cNvSpPr>
            <a:spLocks noChangeShapeType="1"/>
          </p:cNvSpPr>
          <p:nvPr/>
        </p:nvSpPr>
        <p:spPr bwMode="auto">
          <a:xfrm>
            <a:off x="6424613" y="3608388"/>
            <a:ext cx="168275" cy="0"/>
          </a:xfrm>
          <a:prstGeom prst="line">
            <a:avLst/>
          </a:prstGeom>
          <a:noFill/>
          <a:ln w="28575">
            <a:solidFill>
              <a:srgbClr val="FFBA55"/>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6879" name="Line 16"/>
          <p:cNvSpPr>
            <a:spLocks noChangeShapeType="1"/>
          </p:cNvSpPr>
          <p:nvPr/>
        </p:nvSpPr>
        <p:spPr bwMode="auto">
          <a:xfrm flipH="1">
            <a:off x="6383338" y="3789363"/>
            <a:ext cx="125412" cy="180975"/>
          </a:xfrm>
          <a:prstGeom prst="line">
            <a:avLst/>
          </a:prstGeom>
          <a:noFill/>
          <a:ln w="28575">
            <a:solidFill>
              <a:srgbClr val="FFBA55"/>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6880" name="Line 17"/>
          <p:cNvSpPr>
            <a:spLocks noChangeShapeType="1"/>
          </p:cNvSpPr>
          <p:nvPr/>
        </p:nvSpPr>
        <p:spPr bwMode="auto">
          <a:xfrm>
            <a:off x="6508750" y="3789363"/>
            <a:ext cx="169863" cy="180975"/>
          </a:xfrm>
          <a:prstGeom prst="line">
            <a:avLst/>
          </a:prstGeom>
          <a:noFill/>
          <a:ln w="28575">
            <a:solidFill>
              <a:srgbClr val="FFBA55"/>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6881" name="Oval 18"/>
          <p:cNvSpPr>
            <a:spLocks noChangeArrowheads="1"/>
          </p:cNvSpPr>
          <p:nvPr/>
        </p:nvSpPr>
        <p:spPr bwMode="auto">
          <a:xfrm>
            <a:off x="6467475" y="4367213"/>
            <a:ext cx="168275" cy="142875"/>
          </a:xfrm>
          <a:prstGeom prst="ellipse">
            <a:avLst/>
          </a:prstGeom>
          <a:noFill/>
          <a:ln w="28575">
            <a:solidFill>
              <a:srgbClr val="FFBA55"/>
            </a:solidFill>
            <a:round/>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36882" name="Line 19"/>
          <p:cNvSpPr>
            <a:spLocks noChangeShapeType="1"/>
          </p:cNvSpPr>
          <p:nvPr/>
        </p:nvSpPr>
        <p:spPr bwMode="auto">
          <a:xfrm>
            <a:off x="6551613" y="4510088"/>
            <a:ext cx="0" cy="252412"/>
          </a:xfrm>
          <a:prstGeom prst="line">
            <a:avLst/>
          </a:prstGeom>
          <a:noFill/>
          <a:ln w="28575">
            <a:solidFill>
              <a:srgbClr val="FFBA55"/>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6883" name="Line 20"/>
          <p:cNvSpPr>
            <a:spLocks noChangeShapeType="1"/>
          </p:cNvSpPr>
          <p:nvPr/>
        </p:nvSpPr>
        <p:spPr bwMode="auto">
          <a:xfrm>
            <a:off x="6467475" y="4581525"/>
            <a:ext cx="168275" cy="0"/>
          </a:xfrm>
          <a:prstGeom prst="line">
            <a:avLst/>
          </a:prstGeom>
          <a:noFill/>
          <a:ln w="28575">
            <a:solidFill>
              <a:srgbClr val="FFBA55"/>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6884" name="Line 21"/>
          <p:cNvSpPr>
            <a:spLocks noChangeShapeType="1"/>
          </p:cNvSpPr>
          <p:nvPr/>
        </p:nvSpPr>
        <p:spPr bwMode="auto">
          <a:xfrm flipH="1">
            <a:off x="6424613" y="4762500"/>
            <a:ext cx="127000" cy="179388"/>
          </a:xfrm>
          <a:prstGeom prst="line">
            <a:avLst/>
          </a:prstGeom>
          <a:noFill/>
          <a:ln w="28575">
            <a:solidFill>
              <a:srgbClr val="FFBA55"/>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6885" name="Line 22"/>
          <p:cNvSpPr>
            <a:spLocks noChangeShapeType="1"/>
          </p:cNvSpPr>
          <p:nvPr/>
        </p:nvSpPr>
        <p:spPr bwMode="auto">
          <a:xfrm>
            <a:off x="6551613" y="4762500"/>
            <a:ext cx="168275" cy="179388"/>
          </a:xfrm>
          <a:prstGeom prst="line">
            <a:avLst/>
          </a:prstGeom>
          <a:noFill/>
          <a:ln w="28575">
            <a:solidFill>
              <a:srgbClr val="FFBA55"/>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6886" name="Oval 23"/>
          <p:cNvSpPr>
            <a:spLocks noChangeArrowheads="1"/>
          </p:cNvSpPr>
          <p:nvPr/>
        </p:nvSpPr>
        <p:spPr bwMode="auto">
          <a:xfrm>
            <a:off x="7302500" y="2849563"/>
            <a:ext cx="1058863" cy="377825"/>
          </a:xfrm>
          <a:prstGeom prst="ellipse">
            <a:avLst/>
          </a:prstGeom>
          <a:noFill/>
          <a:ln w="28575">
            <a:solidFill>
              <a:srgbClr val="FFBA55"/>
            </a:solidFill>
            <a:round/>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36887" name="Oval 24"/>
          <p:cNvSpPr>
            <a:spLocks noChangeArrowheads="1"/>
          </p:cNvSpPr>
          <p:nvPr/>
        </p:nvSpPr>
        <p:spPr bwMode="auto">
          <a:xfrm>
            <a:off x="7318375" y="3414713"/>
            <a:ext cx="968375" cy="377825"/>
          </a:xfrm>
          <a:prstGeom prst="ellipse">
            <a:avLst/>
          </a:prstGeom>
          <a:noFill/>
          <a:ln w="28575">
            <a:solidFill>
              <a:srgbClr val="FFBA55"/>
            </a:solidFill>
            <a:round/>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600" b="1">
                <a:latin typeface="Times New Roman" panose="02020603050405020304" pitchFamily="18" charset="0"/>
              </a:rPr>
              <a:t>供货</a:t>
            </a:r>
          </a:p>
        </p:txBody>
      </p:sp>
      <p:sp>
        <p:nvSpPr>
          <p:cNvPr id="36888" name="Oval 25"/>
          <p:cNvSpPr>
            <a:spLocks noChangeArrowheads="1"/>
          </p:cNvSpPr>
          <p:nvPr/>
        </p:nvSpPr>
        <p:spPr bwMode="auto">
          <a:xfrm>
            <a:off x="7324725" y="4370388"/>
            <a:ext cx="968375" cy="414337"/>
          </a:xfrm>
          <a:prstGeom prst="ellipse">
            <a:avLst/>
          </a:prstGeom>
          <a:noFill/>
          <a:ln w="28575">
            <a:solidFill>
              <a:srgbClr val="FFBA55"/>
            </a:solidFill>
            <a:round/>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36889" name="Line 26"/>
          <p:cNvSpPr>
            <a:spLocks noChangeShapeType="1"/>
          </p:cNvSpPr>
          <p:nvPr/>
        </p:nvSpPr>
        <p:spPr bwMode="auto">
          <a:xfrm>
            <a:off x="6519863" y="2646363"/>
            <a:ext cx="752475" cy="366712"/>
          </a:xfrm>
          <a:prstGeom prst="line">
            <a:avLst/>
          </a:prstGeom>
          <a:noFill/>
          <a:ln w="28575">
            <a:solidFill>
              <a:srgbClr val="FFBA55"/>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6890" name="Text Box 27"/>
          <p:cNvSpPr txBox="1">
            <a:spLocks noChangeArrowheads="1"/>
          </p:cNvSpPr>
          <p:nvPr/>
        </p:nvSpPr>
        <p:spPr bwMode="auto">
          <a:xfrm>
            <a:off x="7377113" y="2870200"/>
            <a:ext cx="862012" cy="336550"/>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BA55"/>
                </a:solidFill>
                <a:miter lim="800000"/>
                <a:headEnd/>
                <a:tailEnd/>
              </a14:hiddenLine>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zh-CN" altLang="en-US" sz="1600" b="1">
                <a:latin typeface="Times New Roman" panose="02020603050405020304" pitchFamily="18" charset="0"/>
              </a:rPr>
              <a:t>买饮料</a:t>
            </a:r>
          </a:p>
        </p:txBody>
      </p:sp>
      <p:sp>
        <p:nvSpPr>
          <p:cNvPr id="36891" name="Text Box 28"/>
          <p:cNvSpPr txBox="1">
            <a:spLocks noChangeArrowheads="1"/>
          </p:cNvSpPr>
          <p:nvPr/>
        </p:nvSpPr>
        <p:spPr bwMode="auto">
          <a:xfrm>
            <a:off x="7445375" y="4394200"/>
            <a:ext cx="798513" cy="336550"/>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BA55"/>
                </a:solidFill>
                <a:miter lim="800000"/>
                <a:headEnd/>
                <a:tailEnd/>
              </a14:hiddenLine>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zh-CN" altLang="en-US" sz="1600" b="1">
                <a:latin typeface="Times New Roman" panose="02020603050405020304" pitchFamily="18" charset="0"/>
              </a:rPr>
              <a:t>取货款</a:t>
            </a:r>
          </a:p>
        </p:txBody>
      </p:sp>
      <p:sp>
        <p:nvSpPr>
          <p:cNvPr id="36892" name="Text Box 29"/>
          <p:cNvSpPr txBox="1">
            <a:spLocks noChangeArrowheads="1"/>
          </p:cNvSpPr>
          <p:nvPr/>
        </p:nvSpPr>
        <p:spPr bwMode="auto">
          <a:xfrm>
            <a:off x="6246813" y="3070225"/>
            <a:ext cx="590550" cy="336550"/>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BA55"/>
                </a:solidFill>
                <a:miter lim="800000"/>
                <a:headEnd/>
                <a:tailEnd/>
              </a14:hiddenLine>
            </a:ext>
          </a:extLst>
        </p:spPr>
        <p:txBody>
          <a:bodyPr wrap="none">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zh-CN" altLang="en-US" sz="1600" b="1">
                <a:latin typeface="Times New Roman" panose="02020603050405020304" pitchFamily="18" charset="0"/>
              </a:rPr>
              <a:t>客户</a:t>
            </a:r>
          </a:p>
        </p:txBody>
      </p:sp>
      <p:sp>
        <p:nvSpPr>
          <p:cNvPr id="36893" name="Text Box 30"/>
          <p:cNvSpPr txBox="1">
            <a:spLocks noChangeArrowheads="1"/>
          </p:cNvSpPr>
          <p:nvPr/>
        </p:nvSpPr>
        <p:spPr bwMode="auto">
          <a:xfrm>
            <a:off x="6257925" y="4033838"/>
            <a:ext cx="793750" cy="336550"/>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BA55"/>
                </a:solidFill>
                <a:miter lim="800000"/>
                <a:headEnd/>
                <a:tailEnd/>
              </a14:hiddenLine>
            </a:ext>
          </a:extLst>
        </p:spPr>
        <p:txBody>
          <a:bodyPr wrap="none">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zh-CN" altLang="en-US" sz="1600" b="1">
                <a:latin typeface="Times New Roman" panose="02020603050405020304" pitchFamily="18" charset="0"/>
              </a:rPr>
              <a:t>供货人</a:t>
            </a:r>
          </a:p>
        </p:txBody>
      </p:sp>
      <p:sp>
        <p:nvSpPr>
          <p:cNvPr id="36894" name="Text Box 31"/>
          <p:cNvSpPr txBox="1">
            <a:spLocks noChangeArrowheads="1"/>
          </p:cNvSpPr>
          <p:nvPr/>
        </p:nvSpPr>
        <p:spPr bwMode="auto">
          <a:xfrm>
            <a:off x="6238875" y="5005388"/>
            <a:ext cx="793750" cy="336550"/>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BA55"/>
                </a:solidFill>
                <a:miter lim="800000"/>
                <a:headEnd/>
                <a:tailEnd/>
              </a14:hiddenLine>
            </a:ext>
          </a:extLst>
        </p:spPr>
        <p:txBody>
          <a:bodyPr wrap="none">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zh-CN" altLang="en-US" sz="1600" b="1">
                <a:latin typeface="Times New Roman" panose="02020603050405020304" pitchFamily="18" charset="0"/>
              </a:rPr>
              <a:t>收银员</a:t>
            </a:r>
          </a:p>
        </p:txBody>
      </p:sp>
      <p:sp>
        <p:nvSpPr>
          <p:cNvPr id="36895" name="Text Box 32"/>
          <p:cNvSpPr txBox="1">
            <a:spLocks noChangeArrowheads="1"/>
          </p:cNvSpPr>
          <p:nvPr/>
        </p:nvSpPr>
        <p:spPr bwMode="auto">
          <a:xfrm>
            <a:off x="6845300" y="5368925"/>
            <a:ext cx="14033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BA55"/>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zh-CN" altLang="en-US" sz="1600">
                <a:latin typeface="宋体" panose="02010600030101010101" pitchFamily="2" charset="-122"/>
              </a:rPr>
              <a:t>自动售货系统</a:t>
            </a:r>
          </a:p>
        </p:txBody>
      </p:sp>
      <p:sp>
        <p:nvSpPr>
          <p:cNvPr id="36896" name="Line 33"/>
          <p:cNvSpPr>
            <a:spLocks noChangeShapeType="1"/>
          </p:cNvSpPr>
          <p:nvPr/>
        </p:nvSpPr>
        <p:spPr bwMode="auto">
          <a:xfrm>
            <a:off x="6575425" y="3606800"/>
            <a:ext cx="754063" cy="0"/>
          </a:xfrm>
          <a:prstGeom prst="line">
            <a:avLst/>
          </a:prstGeom>
          <a:noFill/>
          <a:ln w="28575">
            <a:solidFill>
              <a:srgbClr val="F9A815"/>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6897" name="Line 34"/>
          <p:cNvSpPr>
            <a:spLocks noChangeShapeType="1"/>
          </p:cNvSpPr>
          <p:nvPr/>
        </p:nvSpPr>
        <p:spPr bwMode="auto">
          <a:xfrm>
            <a:off x="6618288" y="4586288"/>
            <a:ext cx="709612" cy="0"/>
          </a:xfrm>
          <a:prstGeom prst="line">
            <a:avLst/>
          </a:prstGeom>
          <a:noFill/>
          <a:ln w="28575">
            <a:solidFill>
              <a:srgbClr val="F9A815"/>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6898" name="Oval 36">
            <a:hlinkClick r:id="" action="ppaction://hlinkshowjump?jump=previousslide"/>
          </p:cNvPr>
          <p:cNvSpPr>
            <a:spLocks noChangeArrowheads="1"/>
          </p:cNvSpPr>
          <p:nvPr/>
        </p:nvSpPr>
        <p:spPr bwMode="auto">
          <a:xfrm>
            <a:off x="6356350" y="6365875"/>
            <a:ext cx="762000" cy="381000"/>
          </a:xfrm>
          <a:prstGeom prst="ellipse">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round/>
                <a:headEnd/>
                <a:tailEnd/>
              </a14:hiddenLine>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36899" name="Oval 37">
            <a:hlinkClick r:id="" action="ppaction://hlinkshowjump?jump=nextslide"/>
          </p:cNvPr>
          <p:cNvSpPr>
            <a:spLocks noChangeArrowheads="1"/>
          </p:cNvSpPr>
          <p:nvPr/>
        </p:nvSpPr>
        <p:spPr bwMode="auto">
          <a:xfrm>
            <a:off x="7245350" y="6365875"/>
            <a:ext cx="762000" cy="381000"/>
          </a:xfrm>
          <a:prstGeom prst="ellipse">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round/>
                <a:headEnd/>
                <a:tailEnd/>
              </a14:hiddenLine>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36900" name="Oval 38">
            <a:hlinkClick r:id="" action="ppaction://hlinkshowjump?jump=firstslide"/>
          </p:cNvPr>
          <p:cNvSpPr>
            <a:spLocks noChangeArrowheads="1"/>
          </p:cNvSpPr>
          <p:nvPr/>
        </p:nvSpPr>
        <p:spPr bwMode="auto">
          <a:xfrm>
            <a:off x="8137525" y="6356350"/>
            <a:ext cx="762000" cy="381000"/>
          </a:xfrm>
          <a:prstGeom prst="ellipse">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round/>
                <a:headEnd/>
                <a:tailEnd/>
              </a14:hiddenLine>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Tree>
  </p:cSld>
  <p:clrMapOvr>
    <a:masterClrMapping/>
  </p:clrMapOvr>
  <p:transition advClick="0">
    <p:wheel spokes="8"/>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日期占位符 1"/>
          <p:cNvSpPr>
            <a:spLocks noGrp="1"/>
          </p:cNvSpPr>
          <p:nvPr>
            <p:ph type="dt" sz="quarter" idx="10"/>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C08D6F81-E944-421F-8CD3-EFCCB2BCB451}" type="datetime8">
              <a:rPr lang="zh-CN" altLang="en-US" sz="1400" smtClean="0"/>
              <a:pPr>
                <a:spcBef>
                  <a:spcPct val="0"/>
                </a:spcBef>
                <a:buClrTx/>
                <a:buFontTx/>
                <a:buNone/>
              </a:pPr>
              <a:t>2020年5月12日3时0分</a:t>
            </a:fld>
            <a:endParaRPr lang="en-US" altLang="zh-CN" sz="1400" smtClean="0"/>
          </a:p>
        </p:txBody>
      </p:sp>
      <p:sp>
        <p:nvSpPr>
          <p:cNvPr id="37891" name="灯片编号占位符 3"/>
          <p:cNvSpPr>
            <a:spLocks noGrp="1"/>
          </p:cNvSpPr>
          <p:nvPr>
            <p:ph type="sldNum" sz="quarter" idx="12"/>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C9DBE28C-1A35-4A3A-AE3B-001F06BC6435}" type="slidenum">
              <a:rPr lang="en-US" altLang="zh-CN" sz="1400" smtClean="0"/>
              <a:pPr>
                <a:spcBef>
                  <a:spcPct val="0"/>
                </a:spcBef>
                <a:buClrTx/>
                <a:buFontTx/>
                <a:buNone/>
              </a:pPr>
              <a:t>23</a:t>
            </a:fld>
            <a:endParaRPr lang="en-US" altLang="zh-CN" sz="1400" smtClean="0"/>
          </a:p>
        </p:txBody>
      </p:sp>
      <p:sp>
        <p:nvSpPr>
          <p:cNvPr id="37892" name="Rectangle 2"/>
          <p:cNvSpPr>
            <a:spLocks noChangeArrowheads="1"/>
          </p:cNvSpPr>
          <p:nvPr/>
        </p:nvSpPr>
        <p:spPr bwMode="auto">
          <a:xfrm>
            <a:off x="5570538" y="231775"/>
            <a:ext cx="1524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zh-CN" altLang="en-US" sz="800">
                <a:solidFill>
                  <a:srgbClr val="0000BA"/>
                </a:solidFill>
                <a:latin typeface="黑体" panose="02010609060101010101" pitchFamily="49" charset="-122"/>
                <a:ea typeface="黑体" panose="02010609060101010101" pitchFamily="49" charset="-122"/>
              </a:rPr>
              <a:t>二、 用例</a:t>
            </a:r>
          </a:p>
        </p:txBody>
      </p:sp>
      <p:sp>
        <p:nvSpPr>
          <p:cNvPr id="506883" name="Text Box 3"/>
          <p:cNvSpPr txBox="1">
            <a:spLocks noChangeArrowheads="1"/>
          </p:cNvSpPr>
          <p:nvPr/>
        </p:nvSpPr>
        <p:spPr bwMode="auto">
          <a:xfrm>
            <a:off x="265113" y="804863"/>
            <a:ext cx="8774112" cy="3151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1" hangingPunct="1">
              <a:lnSpc>
                <a:spcPct val="95000"/>
              </a:lnSpc>
              <a:spcBef>
                <a:spcPct val="15000"/>
              </a:spcBef>
              <a:defRPr/>
            </a:pPr>
            <a:r>
              <a:rPr kumimoji="1" lang="zh-CN" altLang="en-US" sz="2400" dirty="0">
                <a:solidFill>
                  <a:schemeClr val="tx2"/>
                </a:solidFill>
                <a:effectLst>
                  <a:outerShdw blurRad="38100" dist="38100" dir="2700000" algn="tl">
                    <a:srgbClr val="C0C0C0"/>
                  </a:outerShdw>
                </a:effectLst>
                <a:latin typeface="黑体" pitchFamily="49" charset="-122"/>
                <a:ea typeface="黑体" pitchFamily="49" charset="-122"/>
              </a:rPr>
              <a:t>二、用例</a:t>
            </a:r>
            <a:r>
              <a:rPr kumimoji="1" lang="en-US" altLang="zh-CN" sz="2400" dirty="0">
                <a:solidFill>
                  <a:schemeClr val="tx2"/>
                </a:solidFill>
                <a:effectLst>
                  <a:outerShdw blurRad="38100" dist="38100" dir="2700000" algn="tl">
                    <a:srgbClr val="C0C0C0"/>
                  </a:outerShdw>
                </a:effectLst>
                <a:latin typeface="黑体" pitchFamily="49" charset="-122"/>
                <a:ea typeface="黑体" pitchFamily="49" charset="-122"/>
              </a:rPr>
              <a:t>(use case)</a:t>
            </a:r>
          </a:p>
          <a:p>
            <a:pPr algn="just" eaLnBrk="1" hangingPunct="1">
              <a:lnSpc>
                <a:spcPct val="95000"/>
              </a:lnSpc>
              <a:spcBef>
                <a:spcPct val="15000"/>
              </a:spcBef>
              <a:defRPr/>
            </a:pPr>
            <a:r>
              <a:rPr kumimoji="1" lang="en-US" altLang="zh-CN" sz="2400" b="1" dirty="0">
                <a:latin typeface="楷体_GB2312" pitchFamily="49" charset="-122"/>
                <a:ea typeface="楷体_GB2312" pitchFamily="49" charset="-122"/>
              </a:rPr>
              <a:t>  </a:t>
            </a:r>
            <a:r>
              <a:rPr kumimoji="1" lang="zh-CN" altLang="en-US" sz="2400" b="1" dirty="0">
                <a:latin typeface="楷体_GB2312" pitchFamily="49" charset="-122"/>
                <a:ea typeface="楷体_GB2312" pitchFamily="49" charset="-122"/>
              </a:rPr>
              <a:t>　从本质上讲</a:t>
            </a:r>
            <a:r>
              <a:rPr kumimoji="1" lang="en-US" altLang="zh-CN" sz="2400" b="1" dirty="0">
                <a:latin typeface="楷体_GB2312" pitchFamily="49" charset="-122"/>
                <a:ea typeface="楷体_GB2312" pitchFamily="49" charset="-122"/>
              </a:rPr>
              <a:t>,</a:t>
            </a:r>
            <a:r>
              <a:rPr kumimoji="1" lang="zh-CN" altLang="en-US" sz="2400" b="1" dirty="0">
                <a:latin typeface="楷体_GB2312" pitchFamily="49" charset="-122"/>
                <a:ea typeface="楷体_GB2312" pitchFamily="49" charset="-122"/>
              </a:rPr>
              <a:t>一个用例是用户与计算机之间的一次典型交互作用。在</a:t>
            </a:r>
            <a:r>
              <a:rPr kumimoji="1" lang="en-US" altLang="zh-CN" sz="2400" b="1" dirty="0">
                <a:latin typeface="Times New Roman" pitchFamily="18" charset="0"/>
                <a:ea typeface="楷体_GB2312" pitchFamily="49" charset="-122"/>
              </a:rPr>
              <a:t>UML</a:t>
            </a:r>
            <a:r>
              <a:rPr kumimoji="1" lang="zh-CN" altLang="en-US" sz="2400" b="1" dirty="0">
                <a:latin typeface="楷体_GB2312" pitchFamily="49" charset="-122"/>
                <a:ea typeface="楷体_GB2312" pitchFamily="49" charset="-122"/>
              </a:rPr>
              <a:t>中</a:t>
            </a:r>
            <a:r>
              <a:rPr kumimoji="1" lang="en-US" altLang="zh-CN" sz="2400" b="1" dirty="0">
                <a:latin typeface="楷体_GB2312" pitchFamily="49" charset="-122"/>
                <a:ea typeface="楷体_GB2312" pitchFamily="49" charset="-122"/>
              </a:rPr>
              <a:t>,</a:t>
            </a:r>
            <a:r>
              <a:rPr kumimoji="1" lang="zh-CN" altLang="en-US" sz="2400" b="1" dirty="0">
                <a:latin typeface="楷体_GB2312" pitchFamily="49" charset="-122"/>
                <a:ea typeface="楷体_GB2312" pitchFamily="49" charset="-122"/>
              </a:rPr>
              <a:t>用例被定义成系统执行的一系列动作（功能）。</a:t>
            </a:r>
          </a:p>
          <a:p>
            <a:pPr algn="just" eaLnBrk="1" hangingPunct="1">
              <a:lnSpc>
                <a:spcPct val="95000"/>
              </a:lnSpc>
              <a:spcBef>
                <a:spcPct val="15000"/>
              </a:spcBef>
              <a:defRPr/>
            </a:pPr>
            <a:r>
              <a:rPr kumimoji="1" lang="zh-CN" altLang="en-US" sz="2400" b="1" dirty="0">
                <a:latin typeface="楷体_GB2312" pitchFamily="49" charset="-122"/>
                <a:ea typeface="楷体_GB2312" pitchFamily="49" charset="-122"/>
              </a:rPr>
              <a:t>用例有以下特点</a:t>
            </a:r>
            <a:r>
              <a:rPr kumimoji="1" lang="en-US" altLang="zh-CN" sz="2400" b="1" dirty="0">
                <a:latin typeface="楷体_GB2312" pitchFamily="49" charset="-122"/>
                <a:ea typeface="楷体_GB2312" pitchFamily="49" charset="-122"/>
              </a:rPr>
              <a:t>:</a:t>
            </a:r>
          </a:p>
          <a:p>
            <a:pPr algn="just" eaLnBrk="1" hangingPunct="1">
              <a:lnSpc>
                <a:spcPct val="95000"/>
              </a:lnSpc>
              <a:spcBef>
                <a:spcPct val="15000"/>
              </a:spcBef>
              <a:defRPr/>
            </a:pPr>
            <a:r>
              <a:rPr kumimoji="1" lang="zh-CN" altLang="en-US" sz="2400" b="1" dirty="0">
                <a:latin typeface="楷体_GB2312" pitchFamily="49" charset="-122"/>
                <a:ea typeface="楷体_GB2312" pitchFamily="49" charset="-122"/>
              </a:rPr>
              <a:t>　　用例捕获某些用户可见的需求</a:t>
            </a:r>
            <a:r>
              <a:rPr kumimoji="1" lang="en-US" altLang="zh-CN" sz="2400" b="1" dirty="0">
                <a:latin typeface="楷体_GB2312" pitchFamily="49" charset="-122"/>
                <a:ea typeface="楷体_GB2312" pitchFamily="49" charset="-122"/>
              </a:rPr>
              <a:t>,</a:t>
            </a:r>
            <a:r>
              <a:rPr kumimoji="1" lang="zh-CN" altLang="en-US" sz="2400" b="1" dirty="0">
                <a:latin typeface="楷体_GB2312" pitchFamily="49" charset="-122"/>
                <a:ea typeface="楷体_GB2312" pitchFamily="49" charset="-122"/>
              </a:rPr>
              <a:t>实现一个具体的用户目标。</a:t>
            </a:r>
          </a:p>
          <a:p>
            <a:pPr algn="just" eaLnBrk="1" hangingPunct="1">
              <a:lnSpc>
                <a:spcPct val="95000"/>
              </a:lnSpc>
              <a:spcBef>
                <a:spcPct val="15000"/>
              </a:spcBef>
              <a:defRPr/>
            </a:pPr>
            <a:r>
              <a:rPr kumimoji="1" lang="zh-CN" altLang="en-US" sz="2400" b="1" dirty="0">
                <a:latin typeface="楷体_GB2312" pitchFamily="49" charset="-122"/>
                <a:ea typeface="楷体_GB2312" pitchFamily="49" charset="-122"/>
              </a:rPr>
              <a:t>　　用例由执行者激活</a:t>
            </a:r>
            <a:r>
              <a:rPr kumimoji="1" lang="en-US" altLang="zh-CN" sz="2400" b="1" dirty="0">
                <a:latin typeface="楷体_GB2312" pitchFamily="49" charset="-122"/>
                <a:ea typeface="楷体_GB2312" pitchFamily="49" charset="-122"/>
              </a:rPr>
              <a:t>,</a:t>
            </a:r>
            <a:r>
              <a:rPr kumimoji="1" lang="zh-CN" altLang="en-US" sz="2400" b="1" dirty="0">
                <a:latin typeface="楷体_GB2312" pitchFamily="49" charset="-122"/>
                <a:ea typeface="楷体_GB2312" pitchFamily="49" charset="-122"/>
              </a:rPr>
              <a:t>并将结果值反馈给执行者。</a:t>
            </a:r>
          </a:p>
          <a:p>
            <a:pPr algn="just" eaLnBrk="1" hangingPunct="1">
              <a:lnSpc>
                <a:spcPct val="95000"/>
              </a:lnSpc>
              <a:spcBef>
                <a:spcPct val="15000"/>
              </a:spcBef>
              <a:defRPr/>
            </a:pPr>
            <a:r>
              <a:rPr kumimoji="1" lang="zh-CN" altLang="en-US" sz="2400" b="1" dirty="0">
                <a:latin typeface="楷体_GB2312" pitchFamily="49" charset="-122"/>
                <a:ea typeface="楷体_GB2312" pitchFamily="49" charset="-122"/>
              </a:rPr>
              <a:t>　　用例必须具有功能上的完整描述。</a:t>
            </a:r>
          </a:p>
        </p:txBody>
      </p:sp>
      <p:pic>
        <p:nvPicPr>
          <p:cNvPr id="37894" name="Picture 4" descr="变色小球"/>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800100" y="2516188"/>
            <a:ext cx="160338" cy="16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5" name="Picture 5" descr="变色小球"/>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800100" y="2905125"/>
            <a:ext cx="160338" cy="160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6" name="Picture 6" descr="变色小球"/>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800100" y="3287713"/>
            <a:ext cx="160338" cy="16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7" name="Oval 8">
            <a:hlinkClick r:id="" action="ppaction://hlinkshowjump?jump=previousslide"/>
          </p:cNvPr>
          <p:cNvSpPr>
            <a:spLocks noChangeArrowheads="1"/>
          </p:cNvSpPr>
          <p:nvPr/>
        </p:nvSpPr>
        <p:spPr bwMode="auto">
          <a:xfrm>
            <a:off x="6356350" y="6365875"/>
            <a:ext cx="762000" cy="381000"/>
          </a:xfrm>
          <a:prstGeom prst="ellipse">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round/>
                <a:headEnd/>
                <a:tailEnd/>
              </a14:hiddenLine>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37898" name="Oval 9">
            <a:hlinkClick r:id="" action="ppaction://hlinkshowjump?jump=nextslide"/>
          </p:cNvPr>
          <p:cNvSpPr>
            <a:spLocks noChangeArrowheads="1"/>
          </p:cNvSpPr>
          <p:nvPr/>
        </p:nvSpPr>
        <p:spPr bwMode="auto">
          <a:xfrm>
            <a:off x="7245350" y="6365875"/>
            <a:ext cx="762000" cy="381000"/>
          </a:xfrm>
          <a:prstGeom prst="ellipse">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round/>
                <a:headEnd/>
                <a:tailEnd/>
              </a14:hiddenLine>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37899" name="Rectangle 10"/>
          <p:cNvSpPr>
            <a:spLocks noGrp="1" noRot="1" noChangeArrowheads="1"/>
          </p:cNvSpPr>
          <p:nvPr>
            <p:ph type="title" idx="4294967295"/>
          </p:nvPr>
        </p:nvSpPr>
        <p:spPr>
          <a:xfrm>
            <a:off x="6751638" y="304800"/>
            <a:ext cx="1752600" cy="304800"/>
          </a:xfrm>
        </p:spPr>
        <p:txBody>
          <a:bodyPr/>
          <a:lstStyle/>
          <a:p>
            <a:pPr eaLnBrk="1" hangingPunct="1"/>
            <a:r>
              <a:rPr lang="zh-CN" altLang="en-US" sz="800" smtClean="0">
                <a:solidFill>
                  <a:srgbClr val="0427BA"/>
                </a:solidFill>
                <a:latin typeface="黑体" panose="02010609060101010101" pitchFamily="49" charset="-122"/>
                <a:ea typeface="黑体" panose="02010609060101010101" pitchFamily="49" charset="-122"/>
              </a:rPr>
              <a:t>二、用例</a:t>
            </a:r>
            <a:endParaRPr lang="zh-CN" altLang="en-US" sz="800" smtClean="0">
              <a:solidFill>
                <a:srgbClr val="0427BA"/>
              </a:solidFill>
            </a:endParaRPr>
          </a:p>
        </p:txBody>
      </p:sp>
      <p:sp>
        <p:nvSpPr>
          <p:cNvPr id="37900" name="Oval 13">
            <a:hlinkClick r:id="" action="ppaction://hlinkshowjump?jump=firstslide"/>
          </p:cNvPr>
          <p:cNvSpPr>
            <a:spLocks noChangeArrowheads="1"/>
          </p:cNvSpPr>
          <p:nvPr/>
        </p:nvSpPr>
        <p:spPr bwMode="auto">
          <a:xfrm>
            <a:off x="8137525" y="6356350"/>
            <a:ext cx="762000" cy="381000"/>
          </a:xfrm>
          <a:prstGeom prst="ellipse">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round/>
                <a:headEnd/>
                <a:tailEnd/>
              </a14:hiddenLine>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Tree>
  </p:cSld>
  <p:clrMapOvr>
    <a:masterClrMapping/>
  </p:clrMapOvr>
  <p:transition advClick="0">
    <p:wheel spokes="8"/>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日期占位符 2"/>
          <p:cNvSpPr>
            <a:spLocks noGrp="1"/>
          </p:cNvSpPr>
          <p:nvPr>
            <p:ph type="dt" sz="quarter" idx="10"/>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21E8EBBE-A27F-4202-BF8C-8FF649FB2BBF}" type="datetime8">
              <a:rPr lang="zh-CN" altLang="en-US" sz="1400" smtClean="0"/>
              <a:pPr>
                <a:spcBef>
                  <a:spcPct val="0"/>
                </a:spcBef>
                <a:buClrTx/>
                <a:buFontTx/>
                <a:buNone/>
              </a:pPr>
              <a:t>2020年5月12日3时0分</a:t>
            </a:fld>
            <a:endParaRPr lang="en-US" altLang="zh-CN" sz="1400" smtClean="0"/>
          </a:p>
        </p:txBody>
      </p:sp>
      <p:sp>
        <p:nvSpPr>
          <p:cNvPr id="38915" name="灯片编号占位符 4"/>
          <p:cNvSpPr>
            <a:spLocks noGrp="1"/>
          </p:cNvSpPr>
          <p:nvPr>
            <p:ph type="sldNum" sz="quarter" idx="12"/>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0801B539-18C9-41E1-AB0F-39066C0446AB}" type="slidenum">
              <a:rPr lang="en-US" altLang="zh-CN" sz="1400" smtClean="0"/>
              <a:pPr>
                <a:spcBef>
                  <a:spcPct val="0"/>
                </a:spcBef>
                <a:buClrTx/>
                <a:buFontTx/>
                <a:buNone/>
              </a:pPr>
              <a:t>24</a:t>
            </a:fld>
            <a:endParaRPr lang="en-US" altLang="zh-CN" sz="1400" smtClean="0"/>
          </a:p>
        </p:txBody>
      </p:sp>
      <p:sp>
        <p:nvSpPr>
          <p:cNvPr id="507907" name="Text Box 3"/>
          <p:cNvSpPr txBox="1">
            <a:spLocks noChangeArrowheads="1"/>
          </p:cNvSpPr>
          <p:nvPr/>
        </p:nvSpPr>
        <p:spPr bwMode="auto">
          <a:xfrm>
            <a:off x="3563938" y="6237288"/>
            <a:ext cx="2476500" cy="336550"/>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zh-CN" altLang="en-US" sz="1600">
                <a:solidFill>
                  <a:srgbClr val="FFFFFF"/>
                </a:solidFill>
                <a:latin typeface="Times New Roman" panose="02020603050405020304" pitchFamily="18" charset="0"/>
              </a:rPr>
              <a:t>用例图的元素</a:t>
            </a:r>
          </a:p>
        </p:txBody>
      </p:sp>
      <p:sp>
        <p:nvSpPr>
          <p:cNvPr id="507908" name="Rectangle 4"/>
          <p:cNvSpPr>
            <a:spLocks noChangeArrowheads="1"/>
          </p:cNvSpPr>
          <p:nvPr/>
        </p:nvSpPr>
        <p:spPr bwMode="auto">
          <a:xfrm>
            <a:off x="457200" y="381000"/>
            <a:ext cx="2743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eaLnBrk="1" hangingPunct="1">
              <a:defRPr/>
            </a:pPr>
            <a:r>
              <a:rPr kumimoji="1" lang="zh-CN" altLang="en-US" sz="2800">
                <a:solidFill>
                  <a:srgbClr val="FFFF00"/>
                </a:solidFill>
                <a:effectLst>
                  <a:outerShdw blurRad="38100" dist="38100" dir="2700000" algn="tl">
                    <a:srgbClr val="C0C0C0"/>
                  </a:outerShdw>
                </a:effectLst>
                <a:latin typeface="华文新魏" pitchFamily="2" charset="-122"/>
                <a:ea typeface="华文新魏" pitchFamily="2" charset="-122"/>
              </a:rPr>
              <a:t>用例图</a:t>
            </a:r>
          </a:p>
        </p:txBody>
      </p:sp>
      <p:sp>
        <p:nvSpPr>
          <p:cNvPr id="507909" name="Rectangle 5"/>
          <p:cNvSpPr>
            <a:spLocks noChangeArrowheads="1"/>
          </p:cNvSpPr>
          <p:nvPr/>
        </p:nvSpPr>
        <p:spPr bwMode="auto">
          <a:xfrm>
            <a:off x="290513" y="844550"/>
            <a:ext cx="8591550" cy="2016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574675">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defTabSz="574675">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defTabSz="574675">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defTabSz="574675">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defTabSz="574675">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defTabSz="574675"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defTabSz="574675"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defTabSz="574675"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defTabSz="574675"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95000"/>
              </a:lnSpc>
              <a:buClrTx/>
              <a:buFontTx/>
              <a:buNone/>
            </a:pPr>
            <a:r>
              <a:rPr kumimoji="1" lang="zh-CN" altLang="en-US" sz="2400" b="1">
                <a:solidFill>
                  <a:srgbClr val="FFFFFF"/>
                </a:solidFill>
                <a:latin typeface="楷体_GB2312" pitchFamily="49" charset="-122"/>
                <a:ea typeface="楷体_GB2312" pitchFamily="49" charset="-122"/>
              </a:rPr>
              <a:t>　　</a:t>
            </a:r>
            <a:r>
              <a:rPr kumimoji="1" lang="zh-CN" altLang="en-US" sz="2400" b="1">
                <a:latin typeface="楷体_GB2312" pitchFamily="49" charset="-122"/>
                <a:ea typeface="楷体_GB2312" pitchFamily="49" charset="-122"/>
              </a:rPr>
              <a:t>用例图描述了系统的功能需求，它是从执行者的角度来理解系统，由</a:t>
            </a:r>
            <a:r>
              <a:rPr kumimoji="1" lang="zh-CN" altLang="en-US" sz="2400" b="1">
                <a:latin typeface="Times New Roman" panose="02020603050405020304" pitchFamily="18" charset="0"/>
                <a:ea typeface="楷体_GB2312" pitchFamily="49" charset="-122"/>
              </a:rPr>
              <a:t>“</a:t>
            </a:r>
            <a:r>
              <a:rPr kumimoji="1" lang="zh-CN" altLang="en-US" sz="2400" b="1">
                <a:latin typeface="楷体_GB2312" pitchFamily="49" charset="-122"/>
                <a:ea typeface="楷体_GB2312" pitchFamily="49" charset="-122"/>
              </a:rPr>
              <a:t>执行者</a:t>
            </a:r>
            <a:r>
              <a:rPr kumimoji="1" lang="zh-CN" altLang="en-US" sz="2400" b="1">
                <a:latin typeface="Times New Roman" panose="02020603050405020304" pitchFamily="18" charset="0"/>
                <a:ea typeface="楷体_GB2312" pitchFamily="49" charset="-122"/>
              </a:rPr>
              <a:t>”</a:t>
            </a:r>
            <a:r>
              <a:rPr kumimoji="1" lang="zh-CN" altLang="en-US" sz="2400" b="1">
                <a:latin typeface="楷体_GB2312" pitchFamily="49" charset="-122"/>
                <a:ea typeface="楷体_GB2312" pitchFamily="49" charset="-122"/>
              </a:rPr>
              <a:t>、</a:t>
            </a:r>
            <a:r>
              <a:rPr kumimoji="1" lang="zh-CN" altLang="en-US" sz="2400" b="1">
                <a:latin typeface="Times New Roman" panose="02020603050405020304" pitchFamily="18" charset="0"/>
                <a:ea typeface="楷体_GB2312" pitchFamily="49" charset="-122"/>
              </a:rPr>
              <a:t>“</a:t>
            </a:r>
            <a:r>
              <a:rPr kumimoji="1" lang="zh-CN" altLang="en-US" sz="2400" b="1">
                <a:latin typeface="楷体_GB2312" pitchFamily="49" charset="-122"/>
                <a:ea typeface="楷体_GB2312" pitchFamily="49" charset="-122"/>
              </a:rPr>
              <a:t>用例</a:t>
            </a:r>
            <a:r>
              <a:rPr kumimoji="1" lang="zh-CN" altLang="en-US" sz="2400" b="1">
                <a:latin typeface="Times New Roman" panose="02020603050405020304" pitchFamily="18" charset="0"/>
                <a:ea typeface="楷体_GB2312" pitchFamily="49" charset="-122"/>
              </a:rPr>
              <a:t>”</a:t>
            </a:r>
            <a:r>
              <a:rPr kumimoji="1" lang="zh-CN" altLang="en-US" sz="2400" b="1">
                <a:latin typeface="楷体_GB2312" pitchFamily="49" charset="-122"/>
                <a:ea typeface="楷体_GB2312" pitchFamily="49" charset="-122"/>
              </a:rPr>
              <a:t>和</a:t>
            </a:r>
            <a:r>
              <a:rPr kumimoji="1" lang="zh-CN" altLang="en-US" sz="2400" b="1">
                <a:latin typeface="Times New Roman" panose="02020603050405020304" pitchFamily="18" charset="0"/>
                <a:ea typeface="楷体_GB2312" pitchFamily="49" charset="-122"/>
              </a:rPr>
              <a:t>“</a:t>
            </a:r>
            <a:r>
              <a:rPr kumimoji="1" lang="zh-CN" altLang="en-US" sz="2400" b="1">
                <a:latin typeface="楷体_GB2312" pitchFamily="49" charset="-122"/>
                <a:ea typeface="楷体_GB2312" pitchFamily="49" charset="-122"/>
              </a:rPr>
              <a:t>用例之间的关系</a:t>
            </a:r>
            <a:r>
              <a:rPr kumimoji="1" lang="zh-CN" altLang="en-US" sz="2400" b="1">
                <a:latin typeface="Times New Roman" panose="02020603050405020304" pitchFamily="18" charset="0"/>
                <a:ea typeface="楷体_GB2312" pitchFamily="49" charset="-122"/>
              </a:rPr>
              <a:t>”</a:t>
            </a:r>
            <a:r>
              <a:rPr kumimoji="1" lang="en-US" altLang="zh-CN" sz="2400" b="1">
                <a:latin typeface="楷体_GB2312" pitchFamily="49" charset="-122"/>
                <a:ea typeface="楷体_GB2312" pitchFamily="49" charset="-122"/>
              </a:rPr>
              <a:t>3</a:t>
            </a:r>
            <a:r>
              <a:rPr kumimoji="1" lang="zh-CN" altLang="en-US" sz="2400" b="1">
                <a:latin typeface="楷体_GB2312" pitchFamily="49" charset="-122"/>
                <a:ea typeface="楷体_GB2312" pitchFamily="49" charset="-122"/>
              </a:rPr>
              <a:t>类模型元素构成。图中还有另外两种类型的连接</a:t>
            </a:r>
            <a:r>
              <a:rPr kumimoji="1" lang="en-US" altLang="zh-CN" sz="2400" b="1">
                <a:latin typeface="楷体_GB2312" pitchFamily="49" charset="-122"/>
                <a:ea typeface="楷体_GB2312" pitchFamily="49" charset="-122"/>
              </a:rPr>
              <a:t>,</a:t>
            </a:r>
            <a:r>
              <a:rPr kumimoji="1" lang="zh-CN" altLang="en-US" sz="2400" b="1">
                <a:latin typeface="楷体_GB2312" pitchFamily="49" charset="-122"/>
                <a:ea typeface="楷体_GB2312" pitchFamily="49" charset="-122"/>
              </a:rPr>
              <a:t>即</a:t>
            </a:r>
            <a:r>
              <a:rPr kumimoji="1" lang="en-US" altLang="zh-CN" sz="2400" b="1">
                <a:latin typeface="楷体_GB2312" pitchFamily="49" charset="-122"/>
                <a:ea typeface="楷体_GB2312" pitchFamily="49" charset="-122"/>
              </a:rPr>
              <a:t>《include》</a:t>
            </a:r>
            <a:r>
              <a:rPr kumimoji="1" lang="zh-CN" altLang="en-US" sz="2400" b="1">
                <a:latin typeface="楷体_GB2312" pitchFamily="49" charset="-122"/>
                <a:ea typeface="楷体_GB2312" pitchFamily="49" charset="-122"/>
              </a:rPr>
              <a:t>和</a:t>
            </a:r>
            <a:r>
              <a:rPr kumimoji="1" lang="en-US" altLang="zh-CN" sz="2400" b="1">
                <a:latin typeface="楷体_GB2312" pitchFamily="49" charset="-122"/>
                <a:ea typeface="楷体_GB2312" pitchFamily="49" charset="-122"/>
              </a:rPr>
              <a:t>《extend》</a:t>
            </a:r>
            <a:r>
              <a:rPr kumimoji="1" lang="zh-CN" altLang="en-US" sz="2400" b="1">
                <a:latin typeface="楷体_GB2312" pitchFamily="49" charset="-122"/>
                <a:ea typeface="楷体_GB2312" pitchFamily="49" charset="-122"/>
              </a:rPr>
              <a:t>关系，是两种不同形式的泛化关系。 </a:t>
            </a:r>
            <a:r>
              <a:rPr kumimoji="1" lang="zh-CN" altLang="en-US" sz="2400" b="1">
                <a:solidFill>
                  <a:srgbClr val="FFFFFF"/>
                </a:solidFill>
                <a:latin typeface="楷体_GB2312" pitchFamily="49" charset="-122"/>
                <a:ea typeface="楷体_GB2312" pitchFamily="49" charset="-122"/>
              </a:rPr>
              <a:t>	</a:t>
            </a:r>
          </a:p>
        </p:txBody>
      </p:sp>
      <p:sp>
        <p:nvSpPr>
          <p:cNvPr id="38919" name="Oval 6">
            <a:hlinkClick r:id="" action="ppaction://hlinkshowjump?jump=previousslide"/>
          </p:cNvPr>
          <p:cNvSpPr>
            <a:spLocks noChangeArrowheads="1"/>
          </p:cNvSpPr>
          <p:nvPr/>
        </p:nvSpPr>
        <p:spPr bwMode="auto">
          <a:xfrm>
            <a:off x="6356350" y="6365875"/>
            <a:ext cx="762000" cy="381000"/>
          </a:xfrm>
          <a:prstGeom prst="ellipse">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round/>
                <a:headEnd/>
                <a:tailEnd/>
              </a14:hiddenLine>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38920" name="Oval 7">
            <a:hlinkClick r:id="" action="ppaction://hlinkshowjump?jump=nextslide"/>
          </p:cNvPr>
          <p:cNvSpPr>
            <a:spLocks noChangeArrowheads="1"/>
          </p:cNvSpPr>
          <p:nvPr/>
        </p:nvSpPr>
        <p:spPr bwMode="auto">
          <a:xfrm>
            <a:off x="7245350" y="6365875"/>
            <a:ext cx="762000" cy="381000"/>
          </a:xfrm>
          <a:prstGeom prst="ellipse">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round/>
                <a:headEnd/>
                <a:tailEnd/>
              </a14:hiddenLine>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grpSp>
        <p:nvGrpSpPr>
          <p:cNvPr id="507912" name="Group 8"/>
          <p:cNvGrpSpPr>
            <a:grpSpLocks/>
          </p:cNvGrpSpPr>
          <p:nvPr/>
        </p:nvGrpSpPr>
        <p:grpSpPr bwMode="auto">
          <a:xfrm>
            <a:off x="1800225" y="4089400"/>
            <a:ext cx="5561013" cy="2016125"/>
            <a:chOff x="1134" y="2576"/>
            <a:chExt cx="3503" cy="1270"/>
          </a:xfrm>
        </p:grpSpPr>
        <p:grpSp>
          <p:nvGrpSpPr>
            <p:cNvPr id="38924" name="Group 9"/>
            <p:cNvGrpSpPr>
              <a:grpSpLocks/>
            </p:cNvGrpSpPr>
            <p:nvPr/>
          </p:nvGrpSpPr>
          <p:grpSpPr bwMode="auto">
            <a:xfrm>
              <a:off x="1300" y="2840"/>
              <a:ext cx="179" cy="407"/>
              <a:chOff x="1387" y="2761"/>
              <a:chExt cx="227" cy="623"/>
            </a:xfrm>
          </p:grpSpPr>
          <p:sp>
            <p:nvSpPr>
              <p:cNvPr id="38947" name="Oval 10"/>
              <p:cNvSpPr>
                <a:spLocks noChangeArrowheads="1"/>
              </p:cNvSpPr>
              <p:nvPr/>
            </p:nvSpPr>
            <p:spPr bwMode="auto">
              <a:xfrm>
                <a:off x="1419" y="2761"/>
                <a:ext cx="156" cy="145"/>
              </a:xfrm>
              <a:prstGeom prst="ellipse">
                <a:avLst/>
              </a:prstGeom>
              <a:noFill/>
              <a:ln w="28575">
                <a:solidFill>
                  <a:schemeClr val="tx2"/>
                </a:solidFill>
                <a:round/>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38948" name="Line 11"/>
              <p:cNvSpPr>
                <a:spLocks noChangeShapeType="1"/>
              </p:cNvSpPr>
              <p:nvPr/>
            </p:nvSpPr>
            <p:spPr bwMode="auto">
              <a:xfrm>
                <a:off x="1505" y="2901"/>
                <a:ext cx="0" cy="320"/>
              </a:xfrm>
              <a:prstGeom prst="line">
                <a:avLst/>
              </a:prstGeom>
              <a:noFill/>
              <a:ln w="28575">
                <a:solidFill>
                  <a:schemeClr val="tx2"/>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8949" name="Line 12"/>
              <p:cNvSpPr>
                <a:spLocks noChangeShapeType="1"/>
              </p:cNvSpPr>
              <p:nvPr/>
            </p:nvSpPr>
            <p:spPr bwMode="auto">
              <a:xfrm flipH="1">
                <a:off x="1387" y="3212"/>
                <a:ext cx="126" cy="172"/>
              </a:xfrm>
              <a:prstGeom prst="line">
                <a:avLst/>
              </a:prstGeom>
              <a:noFill/>
              <a:ln w="28575">
                <a:solidFill>
                  <a:schemeClr val="tx2"/>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8950" name="Line 13"/>
              <p:cNvSpPr>
                <a:spLocks noChangeShapeType="1"/>
              </p:cNvSpPr>
              <p:nvPr/>
            </p:nvSpPr>
            <p:spPr bwMode="auto">
              <a:xfrm>
                <a:off x="1513" y="3212"/>
                <a:ext cx="101" cy="163"/>
              </a:xfrm>
              <a:prstGeom prst="line">
                <a:avLst/>
              </a:prstGeom>
              <a:noFill/>
              <a:ln w="28575">
                <a:solidFill>
                  <a:schemeClr val="tx2"/>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8951" name="Line 14"/>
              <p:cNvSpPr>
                <a:spLocks noChangeShapeType="1"/>
              </p:cNvSpPr>
              <p:nvPr/>
            </p:nvSpPr>
            <p:spPr bwMode="auto">
              <a:xfrm>
                <a:off x="1400" y="2987"/>
                <a:ext cx="139" cy="0"/>
              </a:xfrm>
              <a:prstGeom prst="line">
                <a:avLst/>
              </a:prstGeom>
              <a:noFill/>
              <a:ln w="28575">
                <a:solidFill>
                  <a:schemeClr val="tx2"/>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grpSp>
        <p:sp>
          <p:nvSpPr>
            <p:cNvPr id="38925" name="Line 15"/>
            <p:cNvSpPr>
              <a:spLocks noChangeShapeType="1"/>
            </p:cNvSpPr>
            <p:nvPr/>
          </p:nvSpPr>
          <p:spPr bwMode="auto">
            <a:xfrm>
              <a:off x="1412" y="2994"/>
              <a:ext cx="457" cy="105"/>
            </a:xfrm>
            <a:prstGeom prst="line">
              <a:avLst/>
            </a:prstGeom>
            <a:noFill/>
            <a:ln w="28575">
              <a:solidFill>
                <a:schemeClr val="tx2"/>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8926" name="Oval 16"/>
            <p:cNvSpPr>
              <a:spLocks noChangeArrowheads="1"/>
            </p:cNvSpPr>
            <p:nvPr/>
          </p:nvSpPr>
          <p:spPr bwMode="auto">
            <a:xfrm>
              <a:off x="1877" y="2962"/>
              <a:ext cx="511" cy="275"/>
            </a:xfrm>
            <a:prstGeom prst="ellipse">
              <a:avLst/>
            </a:prstGeom>
            <a:noFill/>
            <a:ln w="28575">
              <a:solidFill>
                <a:schemeClr val="tx2"/>
              </a:solidFill>
              <a:round/>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38927" name="Oval 17"/>
            <p:cNvSpPr>
              <a:spLocks noChangeArrowheads="1"/>
            </p:cNvSpPr>
            <p:nvPr/>
          </p:nvSpPr>
          <p:spPr bwMode="auto">
            <a:xfrm>
              <a:off x="2460" y="2592"/>
              <a:ext cx="497" cy="265"/>
            </a:xfrm>
            <a:prstGeom prst="ellipse">
              <a:avLst/>
            </a:prstGeom>
            <a:noFill/>
            <a:ln w="28575">
              <a:solidFill>
                <a:schemeClr val="tx2"/>
              </a:solidFill>
              <a:round/>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38928" name="Oval 18"/>
            <p:cNvSpPr>
              <a:spLocks noChangeArrowheads="1"/>
            </p:cNvSpPr>
            <p:nvPr/>
          </p:nvSpPr>
          <p:spPr bwMode="auto">
            <a:xfrm>
              <a:off x="2417" y="3259"/>
              <a:ext cx="505" cy="265"/>
            </a:xfrm>
            <a:prstGeom prst="ellipse">
              <a:avLst/>
            </a:prstGeom>
            <a:noFill/>
            <a:ln w="28575">
              <a:solidFill>
                <a:schemeClr val="tx2"/>
              </a:solidFill>
              <a:round/>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800" b="1">
                  <a:latin typeface="Times New Roman" panose="02020603050405020304" pitchFamily="18" charset="0"/>
                </a:rPr>
                <a:t>用例</a:t>
              </a:r>
              <a:r>
                <a:rPr kumimoji="1" lang="en-US" altLang="zh-CN" sz="1800" b="1">
                  <a:latin typeface="Times New Roman" panose="02020603050405020304" pitchFamily="18" charset="0"/>
                </a:rPr>
                <a:t>2</a:t>
              </a:r>
            </a:p>
          </p:txBody>
        </p:sp>
        <p:sp>
          <p:nvSpPr>
            <p:cNvPr id="38929" name="Oval 19"/>
            <p:cNvSpPr>
              <a:spLocks noChangeArrowheads="1"/>
            </p:cNvSpPr>
            <p:nvPr/>
          </p:nvSpPr>
          <p:spPr bwMode="auto">
            <a:xfrm>
              <a:off x="4110" y="3401"/>
              <a:ext cx="527" cy="257"/>
            </a:xfrm>
            <a:prstGeom prst="ellipse">
              <a:avLst/>
            </a:prstGeom>
            <a:noFill/>
            <a:ln w="28575">
              <a:solidFill>
                <a:schemeClr val="tx2"/>
              </a:solidFill>
              <a:round/>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38930" name="Oval 20"/>
            <p:cNvSpPr>
              <a:spLocks noChangeArrowheads="1"/>
            </p:cNvSpPr>
            <p:nvPr/>
          </p:nvSpPr>
          <p:spPr bwMode="auto">
            <a:xfrm>
              <a:off x="4078" y="2576"/>
              <a:ext cx="519" cy="257"/>
            </a:xfrm>
            <a:prstGeom prst="ellipse">
              <a:avLst/>
            </a:prstGeom>
            <a:noFill/>
            <a:ln w="28575">
              <a:solidFill>
                <a:schemeClr val="tx2"/>
              </a:solidFill>
              <a:round/>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800" b="1">
                  <a:latin typeface="Times New Roman" panose="02020603050405020304" pitchFamily="18" charset="0"/>
                </a:rPr>
                <a:t>用例</a:t>
              </a:r>
              <a:r>
                <a:rPr kumimoji="1" lang="en-US" altLang="zh-CN" sz="1800" b="1">
                  <a:latin typeface="Times New Roman" panose="02020603050405020304" pitchFamily="18" charset="0"/>
                </a:rPr>
                <a:t>A</a:t>
              </a:r>
            </a:p>
          </p:txBody>
        </p:sp>
        <p:sp>
          <p:nvSpPr>
            <p:cNvPr id="38931" name="Oval 21"/>
            <p:cNvSpPr>
              <a:spLocks noChangeArrowheads="1"/>
            </p:cNvSpPr>
            <p:nvPr/>
          </p:nvSpPr>
          <p:spPr bwMode="auto">
            <a:xfrm>
              <a:off x="3304" y="2941"/>
              <a:ext cx="527" cy="282"/>
            </a:xfrm>
            <a:prstGeom prst="ellipse">
              <a:avLst/>
            </a:prstGeom>
            <a:noFill/>
            <a:ln w="28575">
              <a:solidFill>
                <a:schemeClr val="tx2"/>
              </a:solidFill>
              <a:round/>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38932" name="Line 22"/>
            <p:cNvSpPr>
              <a:spLocks noChangeShapeType="1"/>
            </p:cNvSpPr>
            <p:nvPr/>
          </p:nvSpPr>
          <p:spPr bwMode="auto">
            <a:xfrm flipV="1">
              <a:off x="2914" y="3132"/>
              <a:ext cx="414" cy="245"/>
            </a:xfrm>
            <a:prstGeom prst="line">
              <a:avLst/>
            </a:prstGeom>
            <a:noFill/>
            <a:ln w="28575">
              <a:solidFill>
                <a:schemeClr val="tx2"/>
              </a:solidFill>
              <a:round/>
              <a:headEnd/>
              <a:tailEnd type="triangle" w="med"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8933" name="Line 23"/>
            <p:cNvSpPr>
              <a:spLocks noChangeShapeType="1"/>
            </p:cNvSpPr>
            <p:nvPr/>
          </p:nvSpPr>
          <p:spPr bwMode="auto">
            <a:xfrm>
              <a:off x="2858" y="2820"/>
              <a:ext cx="454" cy="266"/>
            </a:xfrm>
            <a:prstGeom prst="line">
              <a:avLst/>
            </a:prstGeom>
            <a:noFill/>
            <a:ln w="28575">
              <a:solidFill>
                <a:schemeClr val="tx2"/>
              </a:solidFill>
              <a:round/>
              <a:headEnd/>
              <a:tailEnd type="triangle" w="med"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8934" name="Text Box 24"/>
            <p:cNvSpPr txBox="1">
              <a:spLocks noChangeArrowheads="1"/>
            </p:cNvSpPr>
            <p:nvPr/>
          </p:nvSpPr>
          <p:spPr bwMode="auto">
            <a:xfrm>
              <a:off x="1915" y="2972"/>
              <a:ext cx="404" cy="231"/>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2"/>
                  </a:solidFill>
                  <a:miter lim="800000"/>
                  <a:headEnd/>
                  <a:tailEnd/>
                </a14:hiddenLine>
              </a:ext>
            </a:extLst>
          </p:spPr>
          <p:txBody>
            <a:bodyPr wrap="none">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zh-CN" altLang="en-US" sz="1800" b="1">
                  <a:latin typeface="Times New Roman" panose="02020603050405020304" pitchFamily="18" charset="0"/>
                </a:rPr>
                <a:t>用例</a:t>
              </a:r>
            </a:p>
          </p:txBody>
        </p:sp>
        <p:sp>
          <p:nvSpPr>
            <p:cNvPr id="38935" name="Text Box 25"/>
            <p:cNvSpPr txBox="1">
              <a:spLocks noChangeArrowheads="1"/>
            </p:cNvSpPr>
            <p:nvPr/>
          </p:nvSpPr>
          <p:spPr bwMode="auto">
            <a:xfrm>
              <a:off x="1134" y="3347"/>
              <a:ext cx="548" cy="231"/>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2"/>
                  </a:solidFill>
                  <a:miter lim="800000"/>
                  <a:headEnd/>
                  <a:tailEnd/>
                </a14:hiddenLine>
              </a:ext>
            </a:extLst>
          </p:spPr>
          <p:txBody>
            <a:bodyPr wrap="none">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zh-CN" altLang="en-US" sz="1800" b="1">
                  <a:latin typeface="Times New Roman" panose="02020603050405020304" pitchFamily="18" charset="0"/>
                </a:rPr>
                <a:t>执行者</a:t>
              </a:r>
            </a:p>
          </p:txBody>
        </p:sp>
        <p:sp>
          <p:nvSpPr>
            <p:cNvPr id="38936" name="Text Box 26"/>
            <p:cNvSpPr txBox="1">
              <a:spLocks noChangeArrowheads="1"/>
            </p:cNvSpPr>
            <p:nvPr/>
          </p:nvSpPr>
          <p:spPr bwMode="auto">
            <a:xfrm>
              <a:off x="2497" y="2609"/>
              <a:ext cx="476" cy="231"/>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2"/>
                  </a:solidFill>
                  <a:miter lim="800000"/>
                  <a:headEnd/>
                  <a:tailEnd/>
                </a14:hiddenLine>
              </a:ext>
            </a:extLst>
          </p:spPr>
          <p:txBody>
            <a:bodyPr wrap="none">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zh-CN" altLang="en-US" sz="1800" b="1">
                  <a:latin typeface="Times New Roman" panose="02020603050405020304" pitchFamily="18" charset="0"/>
                </a:rPr>
                <a:t>用例</a:t>
              </a:r>
              <a:r>
                <a:rPr kumimoji="1" lang="en-US" altLang="zh-CN" sz="1800" b="1">
                  <a:latin typeface="Times New Roman" panose="02020603050405020304" pitchFamily="18" charset="0"/>
                </a:rPr>
                <a:t>1</a:t>
              </a:r>
            </a:p>
          </p:txBody>
        </p:sp>
        <p:sp>
          <p:nvSpPr>
            <p:cNvPr id="38937" name="Text Box 27"/>
            <p:cNvSpPr txBox="1">
              <a:spLocks noChangeArrowheads="1"/>
            </p:cNvSpPr>
            <p:nvPr/>
          </p:nvSpPr>
          <p:spPr bwMode="auto">
            <a:xfrm>
              <a:off x="3303" y="2958"/>
              <a:ext cx="534" cy="231"/>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2"/>
                  </a:solidFill>
                  <a:miter lim="800000"/>
                  <a:headEnd/>
                  <a:tailEnd/>
                </a14:hiddenLine>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zh-CN" altLang="en-US" sz="1800" b="1">
                  <a:latin typeface="Times New Roman" panose="02020603050405020304" pitchFamily="18" charset="0"/>
                </a:rPr>
                <a:t>用例</a:t>
              </a:r>
              <a:r>
                <a:rPr kumimoji="1" lang="en-US" altLang="zh-CN" sz="1800" b="1">
                  <a:latin typeface="Times New Roman" panose="02020603050405020304" pitchFamily="18" charset="0"/>
                </a:rPr>
                <a:t>3</a:t>
              </a:r>
            </a:p>
          </p:txBody>
        </p:sp>
        <p:sp>
          <p:nvSpPr>
            <p:cNvPr id="38938" name="Text Box 28"/>
            <p:cNvSpPr txBox="1">
              <a:spLocks noChangeArrowheads="1"/>
            </p:cNvSpPr>
            <p:nvPr/>
          </p:nvSpPr>
          <p:spPr bwMode="auto">
            <a:xfrm>
              <a:off x="4109" y="3410"/>
              <a:ext cx="500" cy="231"/>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2"/>
                  </a:solidFill>
                  <a:miter lim="800000"/>
                  <a:headEnd/>
                  <a:tailEnd/>
                </a14:hiddenLine>
              </a:ext>
            </a:extLst>
          </p:spPr>
          <p:txBody>
            <a:bodyPr wrap="none">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zh-CN" altLang="en-US" sz="1800" b="1">
                  <a:latin typeface="Times New Roman" panose="02020603050405020304" pitchFamily="18" charset="0"/>
                </a:rPr>
                <a:t>用例</a:t>
              </a:r>
              <a:r>
                <a:rPr kumimoji="1" lang="en-US" altLang="zh-CN" sz="1800" b="1">
                  <a:latin typeface="Times New Roman" panose="02020603050405020304" pitchFamily="18" charset="0"/>
                </a:rPr>
                <a:t>B</a:t>
              </a:r>
            </a:p>
          </p:txBody>
        </p:sp>
        <p:sp>
          <p:nvSpPr>
            <p:cNvPr id="38939" name="Text Box 29"/>
            <p:cNvSpPr txBox="1">
              <a:spLocks noChangeArrowheads="1"/>
            </p:cNvSpPr>
            <p:nvPr/>
          </p:nvSpPr>
          <p:spPr bwMode="auto">
            <a:xfrm>
              <a:off x="2920" y="2684"/>
              <a:ext cx="1148" cy="288"/>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2"/>
                  </a:solidFill>
                  <a:miter lim="800000"/>
                  <a:headEnd/>
                  <a:tailEnd/>
                </a14:hiddenLine>
              </a:ext>
            </a:extLst>
          </p:spPr>
          <p:txBody>
            <a:bodyPr wrap="none">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en-US" altLang="zh-CN" sz="1800" b="1">
                  <a:latin typeface="Times New Roman" panose="02020603050405020304" pitchFamily="18" charset="0"/>
                </a:rPr>
                <a:t>《 </a:t>
              </a:r>
              <a:r>
                <a:rPr kumimoji="1" lang="en-US" altLang="zh-CN" sz="2400" b="1">
                  <a:latin typeface="楷体_GB2312" pitchFamily="49" charset="-122"/>
                  <a:ea typeface="楷体_GB2312" pitchFamily="49" charset="-122"/>
                </a:rPr>
                <a:t>include</a:t>
              </a:r>
              <a:r>
                <a:rPr kumimoji="1" lang="en-US" altLang="zh-CN" sz="1800" b="1">
                  <a:latin typeface="Times New Roman" panose="02020603050405020304" pitchFamily="18" charset="0"/>
                </a:rPr>
                <a:t> 》</a:t>
              </a:r>
            </a:p>
          </p:txBody>
        </p:sp>
        <p:sp>
          <p:nvSpPr>
            <p:cNvPr id="38940" name="Text Box 30"/>
            <p:cNvSpPr txBox="1">
              <a:spLocks noChangeArrowheads="1"/>
            </p:cNvSpPr>
            <p:nvPr/>
          </p:nvSpPr>
          <p:spPr bwMode="auto">
            <a:xfrm>
              <a:off x="2960" y="3222"/>
              <a:ext cx="1148" cy="288"/>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2"/>
                  </a:solidFill>
                  <a:miter lim="800000"/>
                  <a:headEnd/>
                  <a:tailEnd/>
                </a14:hiddenLine>
              </a:ext>
            </a:extLst>
          </p:spPr>
          <p:txBody>
            <a:bodyPr wrap="none">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en-US" altLang="zh-CN" sz="1800" b="1">
                  <a:latin typeface="Times New Roman" panose="02020603050405020304" pitchFamily="18" charset="0"/>
                </a:rPr>
                <a:t>《 </a:t>
              </a:r>
              <a:r>
                <a:rPr kumimoji="1" lang="en-US" altLang="zh-CN" sz="2400" b="1">
                  <a:latin typeface="楷体_GB2312" pitchFamily="49" charset="-122"/>
                  <a:ea typeface="楷体_GB2312" pitchFamily="49" charset="-122"/>
                </a:rPr>
                <a:t>include</a:t>
              </a:r>
              <a:r>
                <a:rPr kumimoji="1" lang="en-US" altLang="zh-CN" sz="1800" b="1">
                  <a:latin typeface="Times New Roman" panose="02020603050405020304" pitchFamily="18" charset="0"/>
                </a:rPr>
                <a:t> 》</a:t>
              </a:r>
            </a:p>
          </p:txBody>
        </p:sp>
        <p:sp>
          <p:nvSpPr>
            <p:cNvPr id="38941" name="Text Box 31"/>
            <p:cNvSpPr txBox="1">
              <a:spLocks noChangeArrowheads="1"/>
            </p:cNvSpPr>
            <p:nvPr/>
          </p:nvSpPr>
          <p:spPr bwMode="auto">
            <a:xfrm>
              <a:off x="3744" y="2947"/>
              <a:ext cx="812" cy="231"/>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2"/>
                  </a:solidFill>
                  <a:miter lim="800000"/>
                  <a:headEnd/>
                  <a:tailEnd/>
                </a14:hiddenLine>
              </a:ext>
            </a:extLst>
          </p:spPr>
          <p:txBody>
            <a:bodyPr wrap="none">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en-US" altLang="zh-CN" sz="1800" b="1">
                  <a:latin typeface="Times New Roman" panose="02020603050405020304" pitchFamily="18" charset="0"/>
                </a:rPr>
                <a:t>《extend》</a:t>
              </a:r>
            </a:p>
          </p:txBody>
        </p:sp>
        <p:sp>
          <p:nvSpPr>
            <p:cNvPr id="38942" name="Text Box 32"/>
            <p:cNvSpPr txBox="1">
              <a:spLocks noChangeArrowheads="1"/>
            </p:cNvSpPr>
            <p:nvPr/>
          </p:nvSpPr>
          <p:spPr bwMode="auto">
            <a:xfrm>
              <a:off x="1282" y="3615"/>
              <a:ext cx="284" cy="231"/>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2"/>
                  </a:solidFill>
                  <a:miter lim="800000"/>
                  <a:headEnd/>
                  <a:tailEnd/>
                </a14:hiddenLine>
              </a:ext>
            </a:extLst>
          </p:spPr>
          <p:txBody>
            <a:bodyPr wrap="none">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en-US" altLang="zh-CN" sz="1800" b="1">
                  <a:latin typeface="Times New Roman" panose="02020603050405020304" pitchFamily="18" charset="0"/>
                </a:rPr>
                <a:t>(a)</a:t>
              </a:r>
            </a:p>
          </p:txBody>
        </p:sp>
        <p:sp>
          <p:nvSpPr>
            <p:cNvPr id="38943" name="Text Box 33"/>
            <p:cNvSpPr txBox="1">
              <a:spLocks noChangeArrowheads="1"/>
            </p:cNvSpPr>
            <p:nvPr/>
          </p:nvSpPr>
          <p:spPr bwMode="auto">
            <a:xfrm>
              <a:off x="2770" y="3612"/>
              <a:ext cx="293" cy="231"/>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2"/>
                  </a:solidFill>
                  <a:miter lim="800000"/>
                  <a:headEnd/>
                  <a:tailEnd/>
                </a14:hiddenLine>
              </a:ext>
            </a:extLst>
          </p:spPr>
          <p:txBody>
            <a:bodyPr wrap="none">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en-US" altLang="zh-CN" sz="1800" b="1">
                  <a:latin typeface="Times New Roman" panose="02020603050405020304" pitchFamily="18" charset="0"/>
                </a:rPr>
                <a:t>(b)</a:t>
              </a:r>
            </a:p>
          </p:txBody>
        </p:sp>
        <p:sp>
          <p:nvSpPr>
            <p:cNvPr id="38944" name="Text Box 34"/>
            <p:cNvSpPr txBox="1">
              <a:spLocks noChangeArrowheads="1"/>
            </p:cNvSpPr>
            <p:nvPr/>
          </p:nvSpPr>
          <p:spPr bwMode="auto">
            <a:xfrm>
              <a:off x="4219" y="3609"/>
              <a:ext cx="276" cy="231"/>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2"/>
                  </a:solidFill>
                  <a:miter lim="800000"/>
                  <a:headEnd/>
                  <a:tailEnd/>
                </a14:hiddenLine>
              </a:ext>
            </a:extLst>
          </p:spPr>
          <p:txBody>
            <a:bodyPr wrap="none">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en-US" altLang="zh-CN" sz="1800" b="1">
                  <a:latin typeface="Times New Roman" panose="02020603050405020304" pitchFamily="18" charset="0"/>
                </a:rPr>
                <a:t>(c)</a:t>
              </a:r>
            </a:p>
          </p:txBody>
        </p:sp>
        <p:sp>
          <p:nvSpPr>
            <p:cNvPr id="38945" name="Line 35"/>
            <p:cNvSpPr>
              <a:spLocks noChangeShapeType="1"/>
            </p:cNvSpPr>
            <p:nvPr/>
          </p:nvSpPr>
          <p:spPr bwMode="auto">
            <a:xfrm>
              <a:off x="4361" y="2831"/>
              <a:ext cx="0" cy="504"/>
            </a:xfrm>
            <a:prstGeom prst="line">
              <a:avLst/>
            </a:prstGeom>
            <a:noFill/>
            <a:ln w="28575">
              <a:solidFill>
                <a:schemeClr val="tx2"/>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8946" name="AutoShape 36"/>
            <p:cNvSpPr>
              <a:spLocks noChangeArrowheads="1"/>
            </p:cNvSpPr>
            <p:nvPr/>
          </p:nvSpPr>
          <p:spPr bwMode="auto">
            <a:xfrm flipV="1">
              <a:off x="4283" y="3331"/>
              <a:ext cx="137" cy="70"/>
            </a:xfrm>
            <a:prstGeom prst="triangle">
              <a:avLst>
                <a:gd name="adj" fmla="val 50000"/>
              </a:avLst>
            </a:prstGeom>
            <a:noFill/>
            <a:ln w="28575">
              <a:solidFill>
                <a:schemeClr val="tx2"/>
              </a:solidFill>
              <a:miter lim="800000"/>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grpSp>
      <p:sp>
        <p:nvSpPr>
          <p:cNvPr id="507941" name="Text Box 37"/>
          <p:cNvSpPr txBox="1">
            <a:spLocks noChangeArrowheads="1"/>
          </p:cNvSpPr>
          <p:nvPr/>
        </p:nvSpPr>
        <p:spPr bwMode="auto">
          <a:xfrm>
            <a:off x="323850" y="2276475"/>
            <a:ext cx="8375650" cy="1698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ClrTx/>
              <a:buFontTx/>
              <a:buNone/>
            </a:pPr>
            <a:r>
              <a:rPr kumimoji="1" lang="en-US" altLang="zh-CN" sz="2400" b="1">
                <a:latin typeface="楷体_GB2312" pitchFamily="49" charset="-122"/>
                <a:ea typeface="楷体_GB2312" pitchFamily="49" charset="-122"/>
              </a:rPr>
              <a:t>《include》</a:t>
            </a:r>
            <a:r>
              <a:rPr kumimoji="1" lang="zh-CN" altLang="en-US" sz="2400" b="1">
                <a:latin typeface="楷体_GB2312" pitchFamily="49" charset="-122"/>
                <a:ea typeface="楷体_GB2312" pitchFamily="49" charset="-122"/>
              </a:rPr>
              <a:t>表示一个用例使用另一个用例。</a:t>
            </a:r>
            <a:r>
              <a:rPr kumimoji="1" lang="en-US" altLang="zh-CN" sz="2400" b="1">
                <a:latin typeface="楷体_GB2312" pitchFamily="49" charset="-122"/>
                <a:ea typeface="楷体_GB2312" pitchFamily="49" charset="-122"/>
              </a:rPr>
              <a:t>(</a:t>
            </a:r>
            <a:r>
              <a:rPr kumimoji="1" lang="zh-CN" altLang="en-US" sz="2400" b="1">
                <a:latin typeface="楷体_GB2312" pitchFamily="49" charset="-122"/>
                <a:ea typeface="楷体_GB2312" pitchFamily="49" charset="-122"/>
              </a:rPr>
              <a:t>一定要先做</a:t>
            </a:r>
            <a:r>
              <a:rPr kumimoji="1" lang="en-US" altLang="zh-CN" sz="2400" b="1">
                <a:latin typeface="楷体_GB2312" pitchFamily="49" charset="-122"/>
                <a:ea typeface="楷体_GB2312" pitchFamily="49" charset="-122"/>
              </a:rPr>
              <a:t>)</a:t>
            </a:r>
          </a:p>
          <a:p>
            <a:pPr eaLnBrk="1" hangingPunct="1">
              <a:buClrTx/>
              <a:buFontTx/>
              <a:buNone/>
            </a:pPr>
            <a:r>
              <a:rPr kumimoji="1" lang="zh-CN" altLang="en-US" sz="2400" b="1">
                <a:latin typeface="楷体_GB2312" pitchFamily="49" charset="-122"/>
                <a:ea typeface="楷体_GB2312" pitchFamily="49" charset="-122"/>
              </a:rPr>
              <a:t>如图</a:t>
            </a:r>
            <a:r>
              <a:rPr kumimoji="1" lang="en-US" altLang="zh-CN" sz="2400" b="1">
                <a:latin typeface="楷体_GB2312" pitchFamily="49" charset="-122"/>
                <a:ea typeface="楷体_GB2312" pitchFamily="49" charset="-122"/>
              </a:rPr>
              <a:t>(b)</a:t>
            </a:r>
            <a:r>
              <a:rPr kumimoji="1" lang="zh-CN" altLang="en-US" sz="2400" b="1">
                <a:latin typeface="楷体_GB2312" pitchFamily="49" charset="-122"/>
                <a:ea typeface="楷体_GB2312" pitchFamily="49" charset="-122"/>
              </a:rPr>
              <a:t>要实现用例</a:t>
            </a:r>
            <a:r>
              <a:rPr kumimoji="1" lang="en-US" altLang="zh-CN" sz="2400" b="1">
                <a:latin typeface="楷体_GB2312" pitchFamily="49" charset="-122"/>
                <a:ea typeface="楷体_GB2312" pitchFamily="49" charset="-122"/>
              </a:rPr>
              <a:t>1,2</a:t>
            </a:r>
            <a:r>
              <a:rPr kumimoji="1" lang="zh-CN" altLang="en-US" sz="2400" b="1">
                <a:latin typeface="楷体_GB2312" pitchFamily="49" charset="-122"/>
                <a:ea typeface="楷体_GB2312" pitchFamily="49" charset="-122"/>
              </a:rPr>
              <a:t>必顺要先去实现用例</a:t>
            </a:r>
            <a:r>
              <a:rPr kumimoji="1" lang="en-US" altLang="zh-CN" sz="2400" b="1">
                <a:latin typeface="楷体_GB2312" pitchFamily="49" charset="-122"/>
                <a:ea typeface="楷体_GB2312" pitchFamily="49" charset="-122"/>
              </a:rPr>
              <a:t>3</a:t>
            </a:r>
          </a:p>
          <a:p>
            <a:pPr eaLnBrk="1" hangingPunct="1">
              <a:buClrTx/>
              <a:buFontTx/>
              <a:buNone/>
            </a:pPr>
            <a:r>
              <a:rPr kumimoji="1" lang="en-US" altLang="zh-CN" sz="2400" b="1">
                <a:latin typeface="楷体_GB2312" pitchFamily="49" charset="-122"/>
                <a:ea typeface="楷体_GB2312" pitchFamily="49" charset="-122"/>
              </a:rPr>
              <a:t>《Extend》</a:t>
            </a:r>
            <a:r>
              <a:rPr kumimoji="1" lang="zh-CN" altLang="en-US" sz="2400" b="1">
                <a:latin typeface="楷体_GB2312" pitchFamily="49" charset="-122"/>
                <a:ea typeface="楷体_GB2312" pitchFamily="49" charset="-122"/>
              </a:rPr>
              <a:t>通过向被扩展的用例添加动作来扩展用例。</a:t>
            </a:r>
            <a:r>
              <a:rPr kumimoji="1" lang="en-US" altLang="zh-CN" sz="2400" b="1">
                <a:latin typeface="楷体_GB2312" pitchFamily="49" charset="-122"/>
                <a:ea typeface="楷体_GB2312" pitchFamily="49" charset="-122"/>
              </a:rPr>
              <a:t>(</a:t>
            </a:r>
            <a:r>
              <a:rPr kumimoji="1" lang="zh-CN" altLang="en-US" sz="2400" b="1">
                <a:latin typeface="楷体_GB2312" pitchFamily="49" charset="-122"/>
                <a:ea typeface="楷体_GB2312" pitchFamily="49" charset="-122"/>
              </a:rPr>
              <a:t>不是非要做的</a:t>
            </a:r>
            <a:r>
              <a:rPr kumimoji="1" lang="en-US" altLang="zh-CN" sz="2400" b="1">
                <a:latin typeface="楷体_GB2312" pitchFamily="49" charset="-122"/>
                <a:ea typeface="楷体_GB2312" pitchFamily="49" charset="-122"/>
              </a:rPr>
              <a:t>,</a:t>
            </a:r>
            <a:r>
              <a:rPr kumimoji="1" lang="zh-CN" altLang="en-US" sz="2400" b="1">
                <a:latin typeface="楷体_GB2312" pitchFamily="49" charset="-122"/>
                <a:ea typeface="楷体_GB2312" pitchFamily="49" charset="-122"/>
              </a:rPr>
              <a:t>如图</a:t>
            </a:r>
            <a:r>
              <a:rPr kumimoji="1" lang="en-US" altLang="zh-CN" sz="2400" b="1">
                <a:latin typeface="楷体_GB2312" pitchFamily="49" charset="-122"/>
                <a:ea typeface="楷体_GB2312" pitchFamily="49" charset="-122"/>
              </a:rPr>
              <a:t>(c),</a:t>
            </a:r>
            <a:r>
              <a:rPr kumimoji="1" lang="zh-CN" altLang="en-US" sz="2400" b="1">
                <a:latin typeface="楷体_GB2312" pitchFamily="49" charset="-122"/>
                <a:ea typeface="楷体_GB2312" pitchFamily="49" charset="-122"/>
              </a:rPr>
              <a:t>实现用例</a:t>
            </a:r>
            <a:r>
              <a:rPr kumimoji="1" lang="en-US" altLang="zh-CN" sz="2400" b="1">
                <a:latin typeface="楷体_GB2312" pitchFamily="49" charset="-122"/>
                <a:ea typeface="楷体_GB2312" pitchFamily="49" charset="-122"/>
              </a:rPr>
              <a:t>A</a:t>
            </a:r>
            <a:r>
              <a:rPr kumimoji="1" lang="zh-CN" altLang="en-US" sz="2400" b="1">
                <a:latin typeface="楷体_GB2312" pitchFamily="49" charset="-122"/>
                <a:ea typeface="楷体_GB2312" pitchFamily="49" charset="-122"/>
              </a:rPr>
              <a:t>不一定必要先实现用例</a:t>
            </a:r>
            <a:r>
              <a:rPr kumimoji="1" lang="en-US" altLang="zh-CN" sz="2400" b="1">
                <a:latin typeface="楷体_GB2312" pitchFamily="49" charset="-122"/>
                <a:ea typeface="楷体_GB2312" pitchFamily="49" charset="-122"/>
              </a:rPr>
              <a:t>B)</a:t>
            </a:r>
          </a:p>
        </p:txBody>
      </p:sp>
      <p:sp>
        <p:nvSpPr>
          <p:cNvPr id="38923" name="Oval 38">
            <a:hlinkClick r:id="" action="ppaction://hlinkshowjump?jump=firstslide"/>
          </p:cNvPr>
          <p:cNvSpPr>
            <a:spLocks noChangeArrowheads="1"/>
          </p:cNvSpPr>
          <p:nvPr/>
        </p:nvSpPr>
        <p:spPr bwMode="auto">
          <a:xfrm>
            <a:off x="8137525" y="6356350"/>
            <a:ext cx="762000" cy="381000"/>
          </a:xfrm>
          <a:prstGeom prst="ellipse">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round/>
                <a:headEnd/>
                <a:tailEnd/>
              </a14:hiddenLine>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Tree>
  </p:cSld>
  <p:clrMapOvr>
    <a:masterClrMapping/>
  </p:clrMapOvr>
  <p:transition advClick="0">
    <p:wheel spokes="8"/>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07909">
                                            <p:txEl>
                                              <p:pRg st="0" end="0"/>
                                            </p:txEl>
                                          </p:spTgt>
                                        </p:tgtEl>
                                        <p:attrNameLst>
                                          <p:attrName>style.visibility</p:attrName>
                                        </p:attrNameLst>
                                      </p:cBhvr>
                                      <p:to>
                                        <p:strVal val="visible"/>
                                      </p:to>
                                    </p:set>
                                    <p:animEffect transition="in" filter="wipe(left)">
                                      <p:cBhvr>
                                        <p:cTn id="7" dur="500"/>
                                        <p:tgtEl>
                                          <p:spTgt spid="50790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07941"/>
                                        </p:tgtEl>
                                        <p:attrNameLst>
                                          <p:attrName>style.visibility</p:attrName>
                                        </p:attrNameLst>
                                      </p:cBhvr>
                                      <p:to>
                                        <p:strVal val="visible"/>
                                      </p:to>
                                    </p:set>
                                    <p:animEffect transition="in" filter="wipe(left)">
                                      <p:cBhvr>
                                        <p:cTn id="12" dur="500"/>
                                        <p:tgtEl>
                                          <p:spTgt spid="507941"/>
                                        </p:tgtEl>
                                      </p:cBhvr>
                                    </p:animEffect>
                                  </p:childTnLst>
                                </p:cTn>
                              </p:par>
                            </p:childTnLst>
                          </p:cTn>
                        </p:par>
                        <p:par>
                          <p:cTn id="13" fill="hold" nodeType="afterGroup">
                            <p:stCondLst>
                              <p:cond delay="500"/>
                            </p:stCondLst>
                            <p:childTnLst>
                              <p:par>
                                <p:cTn id="14" presetID="1" presetClass="entr" presetSubtype="0" fill="hold" nodeType="afterEffect">
                                  <p:stCondLst>
                                    <p:cond delay="0"/>
                                  </p:stCondLst>
                                  <p:childTnLst>
                                    <p:set>
                                      <p:cBhvr>
                                        <p:cTn id="15" dur="1" fill="hold">
                                          <p:stCondLst>
                                            <p:cond delay="499"/>
                                          </p:stCondLst>
                                        </p:cTn>
                                        <p:tgtEl>
                                          <p:spTgt spid="507912"/>
                                        </p:tgtEl>
                                        <p:attrNameLst>
                                          <p:attrName>style.visibility</p:attrName>
                                        </p:attrNameLst>
                                      </p:cBhvr>
                                      <p:to>
                                        <p:strVal val="visible"/>
                                      </p:to>
                                    </p:set>
                                  </p:childTnLst>
                                </p:cTn>
                              </p:par>
                            </p:childTnLst>
                          </p:cTn>
                        </p:par>
                        <p:par>
                          <p:cTn id="16" fill="hold" nodeType="afterGroup">
                            <p:stCondLst>
                              <p:cond delay="1000"/>
                            </p:stCondLst>
                            <p:childTnLst>
                              <p:par>
                                <p:cTn id="17" presetID="1" presetClass="entr" presetSubtype="0" fill="hold" grpId="0" nodeType="afterEffect">
                                  <p:stCondLst>
                                    <p:cond delay="0"/>
                                  </p:stCondLst>
                                  <p:childTnLst>
                                    <p:set>
                                      <p:cBhvr>
                                        <p:cTn id="18" dur="1" fill="hold">
                                          <p:stCondLst>
                                            <p:cond delay="499"/>
                                          </p:stCondLst>
                                        </p:cTn>
                                        <p:tgtEl>
                                          <p:spTgt spid="5079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7907" grpId="0" autoUpdateAnimBg="0"/>
      <p:bldP spid="507909" grpId="0" build="p" autoUpdateAnimBg="0"/>
      <p:bldP spid="507941"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日期占位符 2"/>
          <p:cNvSpPr>
            <a:spLocks noGrp="1"/>
          </p:cNvSpPr>
          <p:nvPr>
            <p:ph type="dt" sz="quarter" idx="10"/>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496800A7-C0C3-4F22-BA82-E780EDFAEED0}" type="datetime8">
              <a:rPr lang="zh-CN" altLang="en-US" sz="1400" smtClean="0"/>
              <a:pPr>
                <a:spcBef>
                  <a:spcPct val="0"/>
                </a:spcBef>
                <a:buClrTx/>
                <a:buFontTx/>
                <a:buNone/>
              </a:pPr>
              <a:t>2020年5月12日3时0分</a:t>
            </a:fld>
            <a:endParaRPr lang="en-US" altLang="zh-CN" sz="1400" smtClean="0"/>
          </a:p>
        </p:txBody>
      </p:sp>
      <p:sp>
        <p:nvSpPr>
          <p:cNvPr id="39939" name="灯片编号占位符 4"/>
          <p:cNvSpPr>
            <a:spLocks noGrp="1"/>
          </p:cNvSpPr>
          <p:nvPr>
            <p:ph type="sldNum" sz="quarter" idx="12"/>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CF9C5DA9-2A40-4839-8D87-090B629A37F2}" type="slidenum">
              <a:rPr lang="en-US" altLang="zh-CN" sz="1400" smtClean="0"/>
              <a:pPr>
                <a:spcBef>
                  <a:spcPct val="0"/>
                </a:spcBef>
                <a:buClrTx/>
                <a:buFontTx/>
                <a:buNone/>
              </a:pPr>
              <a:t>25</a:t>
            </a:fld>
            <a:endParaRPr lang="en-US" altLang="zh-CN" sz="1400" smtClean="0"/>
          </a:p>
        </p:txBody>
      </p:sp>
      <p:sp>
        <p:nvSpPr>
          <p:cNvPr id="39940" name="Rectangle 2"/>
          <p:cNvSpPr>
            <a:spLocks noGrp="1" noRot="1" noChangeArrowheads="1"/>
          </p:cNvSpPr>
          <p:nvPr>
            <p:ph type="title"/>
          </p:nvPr>
        </p:nvSpPr>
        <p:spPr>
          <a:xfrm>
            <a:off x="6324600" y="0"/>
            <a:ext cx="1981200" cy="228600"/>
          </a:xfrm>
        </p:spPr>
        <p:txBody>
          <a:bodyPr/>
          <a:lstStyle/>
          <a:p>
            <a:pPr algn="l" eaLnBrk="1" hangingPunct="1"/>
            <a:r>
              <a:rPr lang="zh-CN" altLang="en-US" sz="800" smtClean="0">
                <a:solidFill>
                  <a:schemeClr val="tx1"/>
                </a:solidFill>
                <a:latin typeface="黑体" panose="02010609060101010101" pitchFamily="49" charset="-122"/>
                <a:ea typeface="黑体" panose="02010609060101010101" pitchFamily="49" charset="-122"/>
              </a:rPr>
              <a:t>用例图实例</a:t>
            </a:r>
          </a:p>
        </p:txBody>
      </p:sp>
      <p:sp>
        <p:nvSpPr>
          <p:cNvPr id="508931" name="Rectangle 3"/>
          <p:cNvSpPr>
            <a:spLocks noChangeArrowheads="1"/>
          </p:cNvSpPr>
          <p:nvPr/>
        </p:nvSpPr>
        <p:spPr bwMode="auto">
          <a:xfrm>
            <a:off x="838200" y="533400"/>
            <a:ext cx="33528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eaLnBrk="1" hangingPunct="1">
              <a:defRPr/>
            </a:pPr>
            <a:r>
              <a:rPr kumimoji="1" lang="zh-CN" altLang="en-US" sz="2800">
                <a:effectLst>
                  <a:outerShdw blurRad="38100" dist="38100" dir="2700000" algn="tl">
                    <a:srgbClr val="C0C0C0"/>
                  </a:outerShdw>
                </a:effectLst>
                <a:latin typeface="华文新魏" pitchFamily="2" charset="-122"/>
                <a:ea typeface="华文新魏" pitchFamily="2" charset="-122"/>
              </a:rPr>
              <a:t>用例图实例</a:t>
            </a:r>
          </a:p>
        </p:txBody>
      </p:sp>
      <p:grpSp>
        <p:nvGrpSpPr>
          <p:cNvPr id="39942" name="Group 4"/>
          <p:cNvGrpSpPr>
            <a:grpSpLocks/>
          </p:cNvGrpSpPr>
          <p:nvPr/>
        </p:nvGrpSpPr>
        <p:grpSpPr bwMode="auto">
          <a:xfrm>
            <a:off x="0" y="1485900"/>
            <a:ext cx="9144000" cy="3886200"/>
            <a:chOff x="0" y="2448"/>
            <a:chExt cx="5760" cy="2448"/>
          </a:xfrm>
        </p:grpSpPr>
        <p:sp>
          <p:nvSpPr>
            <p:cNvPr id="39999" name="Rectangle 5"/>
            <p:cNvSpPr>
              <a:spLocks noChangeArrowheads="1"/>
            </p:cNvSpPr>
            <p:nvPr/>
          </p:nvSpPr>
          <p:spPr bwMode="auto">
            <a:xfrm>
              <a:off x="0" y="2448"/>
              <a:ext cx="5400" cy="24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40000" name="Rectangle 6"/>
            <p:cNvSpPr>
              <a:spLocks noChangeArrowheads="1"/>
            </p:cNvSpPr>
            <p:nvPr/>
          </p:nvSpPr>
          <p:spPr bwMode="auto">
            <a:xfrm>
              <a:off x="0" y="2448"/>
              <a:ext cx="576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grpSp>
      <p:grpSp>
        <p:nvGrpSpPr>
          <p:cNvPr id="39943" name="Group 7"/>
          <p:cNvGrpSpPr>
            <a:grpSpLocks/>
          </p:cNvGrpSpPr>
          <p:nvPr/>
        </p:nvGrpSpPr>
        <p:grpSpPr bwMode="auto">
          <a:xfrm>
            <a:off x="304800" y="1485900"/>
            <a:ext cx="9144000" cy="3886200"/>
            <a:chOff x="0" y="2448"/>
            <a:chExt cx="5760" cy="2448"/>
          </a:xfrm>
        </p:grpSpPr>
        <p:sp>
          <p:nvSpPr>
            <p:cNvPr id="39997" name="Rectangle 8"/>
            <p:cNvSpPr>
              <a:spLocks noChangeArrowheads="1"/>
            </p:cNvSpPr>
            <p:nvPr/>
          </p:nvSpPr>
          <p:spPr bwMode="auto">
            <a:xfrm>
              <a:off x="0" y="2448"/>
              <a:ext cx="5400" cy="24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39998" name="Rectangle 9"/>
            <p:cNvSpPr>
              <a:spLocks noChangeArrowheads="1"/>
            </p:cNvSpPr>
            <p:nvPr/>
          </p:nvSpPr>
          <p:spPr bwMode="auto">
            <a:xfrm>
              <a:off x="0" y="2448"/>
              <a:ext cx="576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grpSp>
      <p:sp>
        <p:nvSpPr>
          <p:cNvPr id="508939" name="Text Box 11"/>
          <p:cNvSpPr txBox="1">
            <a:spLocks noChangeArrowheads="1"/>
          </p:cNvSpPr>
          <p:nvPr/>
        </p:nvSpPr>
        <p:spPr bwMode="auto">
          <a:xfrm>
            <a:off x="1676400" y="5554663"/>
            <a:ext cx="1403350" cy="312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fontAlgn="ctr" hangingPunct="1">
              <a:lnSpc>
                <a:spcPct val="90000"/>
              </a:lnSpc>
              <a:spcBef>
                <a:spcPct val="20000"/>
              </a:spcBef>
              <a:defRPr/>
            </a:pPr>
            <a:r>
              <a:rPr kumimoji="1" lang="zh-CN" altLang="en-US" sz="1600">
                <a:effectLst>
                  <a:outerShdw blurRad="38100" dist="38100" dir="2700000" algn="tl">
                    <a:srgbClr val="C0C0C0"/>
                  </a:outerShdw>
                </a:effectLst>
                <a:latin typeface="宋体" pitchFamily="2" charset="-122"/>
              </a:rPr>
              <a:t>金融贸易系统</a:t>
            </a:r>
          </a:p>
        </p:txBody>
      </p:sp>
      <p:sp>
        <p:nvSpPr>
          <p:cNvPr id="39945" name="Text Box 12"/>
          <p:cNvSpPr txBox="1">
            <a:spLocks noChangeArrowheads="1"/>
          </p:cNvSpPr>
          <p:nvPr/>
        </p:nvSpPr>
        <p:spPr bwMode="auto">
          <a:xfrm>
            <a:off x="509588" y="2487613"/>
            <a:ext cx="895350" cy="304800"/>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BA55"/>
                </a:solidFill>
                <a:miter lim="800000"/>
                <a:headEnd/>
                <a:tailEnd/>
              </a14:hiddenLine>
            </a:ext>
          </a:extLst>
        </p:spPr>
        <p:txBody>
          <a:bodyPr wrap="none">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zh-CN" altLang="en-US" sz="1400" b="1">
                <a:latin typeface="Times New Roman" panose="02020603050405020304" pitchFamily="18" charset="0"/>
              </a:rPr>
              <a:t>贸易经理</a:t>
            </a:r>
          </a:p>
        </p:txBody>
      </p:sp>
      <p:sp>
        <p:nvSpPr>
          <p:cNvPr id="39946" name="Rectangle 13"/>
          <p:cNvSpPr>
            <a:spLocks noChangeArrowheads="1"/>
          </p:cNvSpPr>
          <p:nvPr/>
        </p:nvSpPr>
        <p:spPr bwMode="auto">
          <a:xfrm>
            <a:off x="1335088" y="1524000"/>
            <a:ext cx="2454275" cy="3581400"/>
          </a:xfrm>
          <a:prstGeom prst="rect">
            <a:avLst/>
          </a:prstGeom>
          <a:noFill/>
          <a:ln w="28575">
            <a:solidFill>
              <a:srgbClr val="FFFF00"/>
            </a:solidFill>
            <a:miter lim="800000"/>
            <a:headEnd/>
            <a:tailEnd/>
          </a:ln>
          <a:effectLst>
            <a:outerShdw dist="35921" dir="2700000" algn="ctr" rotWithShape="0">
              <a:schemeClr val="bg2"/>
            </a:outerShdw>
          </a:effectLst>
          <a:extLst>
            <a:ext uri="{909E8E84-426E-40DD-AFC4-6F175D3DCCD1}">
              <a14:hiddenFill xmlns:a14="http://schemas.microsoft.com/office/drawing/2010/main">
                <a:solidFill>
                  <a:srgbClr val="FFFF99"/>
                </a:solidFill>
              </a14:hiddenFill>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39947" name="Oval 14"/>
          <p:cNvSpPr>
            <a:spLocks noChangeArrowheads="1"/>
          </p:cNvSpPr>
          <p:nvPr/>
        </p:nvSpPr>
        <p:spPr bwMode="auto">
          <a:xfrm>
            <a:off x="1395413" y="2251075"/>
            <a:ext cx="866775" cy="339725"/>
          </a:xfrm>
          <a:prstGeom prst="ellips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400" b="1">
                <a:latin typeface="Times New Roman" panose="02020603050405020304" pitchFamily="18" charset="0"/>
              </a:rPr>
              <a:t>风险分析</a:t>
            </a:r>
          </a:p>
        </p:txBody>
      </p:sp>
      <p:sp>
        <p:nvSpPr>
          <p:cNvPr id="39948" name="Oval 15"/>
          <p:cNvSpPr>
            <a:spLocks noChangeArrowheads="1"/>
          </p:cNvSpPr>
          <p:nvPr/>
        </p:nvSpPr>
        <p:spPr bwMode="auto">
          <a:xfrm>
            <a:off x="1395413" y="1731963"/>
            <a:ext cx="866775" cy="325437"/>
          </a:xfrm>
          <a:prstGeom prst="ellips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400" b="1">
                <a:latin typeface="Times New Roman" panose="02020603050405020304" pitchFamily="18" charset="0"/>
              </a:rPr>
              <a:t>设置边界</a:t>
            </a:r>
          </a:p>
        </p:txBody>
      </p:sp>
      <p:sp>
        <p:nvSpPr>
          <p:cNvPr id="39949" name="Oval 16"/>
          <p:cNvSpPr>
            <a:spLocks noChangeArrowheads="1"/>
          </p:cNvSpPr>
          <p:nvPr/>
        </p:nvSpPr>
        <p:spPr bwMode="auto">
          <a:xfrm>
            <a:off x="1397000" y="4632325"/>
            <a:ext cx="944563" cy="361950"/>
          </a:xfrm>
          <a:prstGeom prst="ellips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39950" name="Oval 17"/>
          <p:cNvSpPr>
            <a:spLocks noChangeArrowheads="1"/>
          </p:cNvSpPr>
          <p:nvPr/>
        </p:nvSpPr>
        <p:spPr bwMode="auto">
          <a:xfrm>
            <a:off x="1425575" y="3505200"/>
            <a:ext cx="836613" cy="355600"/>
          </a:xfrm>
          <a:prstGeom prst="ellips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400" b="1">
                <a:latin typeface="Times New Roman" panose="02020603050405020304" pitchFamily="18" charset="0"/>
              </a:rPr>
              <a:t>进行交易</a:t>
            </a:r>
          </a:p>
        </p:txBody>
      </p:sp>
      <p:sp>
        <p:nvSpPr>
          <p:cNvPr id="39951" name="Oval 18"/>
          <p:cNvSpPr>
            <a:spLocks noChangeArrowheads="1"/>
          </p:cNvSpPr>
          <p:nvPr/>
        </p:nvSpPr>
        <p:spPr bwMode="auto">
          <a:xfrm>
            <a:off x="1423988" y="2906713"/>
            <a:ext cx="762000" cy="369887"/>
          </a:xfrm>
          <a:prstGeom prst="ellips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400" b="1">
                <a:latin typeface="Times New Roman" panose="02020603050405020304" pitchFamily="18" charset="0"/>
              </a:rPr>
              <a:t>交易估价</a:t>
            </a:r>
          </a:p>
        </p:txBody>
      </p:sp>
      <p:sp>
        <p:nvSpPr>
          <p:cNvPr id="39952" name="Oval 19"/>
          <p:cNvSpPr>
            <a:spLocks noChangeArrowheads="1"/>
          </p:cNvSpPr>
          <p:nvPr/>
        </p:nvSpPr>
        <p:spPr bwMode="auto">
          <a:xfrm>
            <a:off x="2719388" y="1905000"/>
            <a:ext cx="849312" cy="304800"/>
          </a:xfrm>
          <a:prstGeom prst="ellips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400" b="1">
                <a:latin typeface="Times New Roman" panose="02020603050405020304" pitchFamily="18" charset="0"/>
              </a:rPr>
              <a:t>更新帐目</a:t>
            </a:r>
          </a:p>
        </p:txBody>
      </p:sp>
      <p:sp>
        <p:nvSpPr>
          <p:cNvPr id="39953" name="Oval 20"/>
          <p:cNvSpPr>
            <a:spLocks noChangeArrowheads="1"/>
          </p:cNvSpPr>
          <p:nvPr/>
        </p:nvSpPr>
        <p:spPr bwMode="auto">
          <a:xfrm>
            <a:off x="2978150" y="2895600"/>
            <a:ext cx="769938" cy="288925"/>
          </a:xfrm>
          <a:prstGeom prst="ellips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39954" name="Oval 21"/>
          <p:cNvSpPr>
            <a:spLocks noChangeArrowheads="1"/>
          </p:cNvSpPr>
          <p:nvPr/>
        </p:nvSpPr>
        <p:spPr bwMode="auto">
          <a:xfrm>
            <a:off x="879475" y="1574800"/>
            <a:ext cx="212725" cy="209550"/>
          </a:xfrm>
          <a:prstGeom prst="ellips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39955" name="Line 22"/>
          <p:cNvSpPr>
            <a:spLocks noChangeShapeType="1"/>
          </p:cNvSpPr>
          <p:nvPr/>
        </p:nvSpPr>
        <p:spPr bwMode="auto">
          <a:xfrm>
            <a:off x="971550" y="1784350"/>
            <a:ext cx="0" cy="414338"/>
          </a:xfrm>
          <a:prstGeom prst="lin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9956" name="Line 23"/>
          <p:cNvSpPr>
            <a:spLocks noChangeShapeType="1"/>
          </p:cNvSpPr>
          <p:nvPr/>
        </p:nvSpPr>
        <p:spPr bwMode="auto">
          <a:xfrm flipH="1">
            <a:off x="819150" y="2198688"/>
            <a:ext cx="152400" cy="258762"/>
          </a:xfrm>
          <a:prstGeom prst="lin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9957" name="Line 24"/>
          <p:cNvSpPr>
            <a:spLocks noChangeShapeType="1"/>
          </p:cNvSpPr>
          <p:nvPr/>
        </p:nvSpPr>
        <p:spPr bwMode="auto">
          <a:xfrm>
            <a:off x="971550" y="2198688"/>
            <a:ext cx="150813" cy="258762"/>
          </a:xfrm>
          <a:prstGeom prst="lin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9958" name="Line 25"/>
          <p:cNvSpPr>
            <a:spLocks noChangeShapeType="1"/>
          </p:cNvSpPr>
          <p:nvPr/>
        </p:nvSpPr>
        <p:spPr bwMode="auto">
          <a:xfrm>
            <a:off x="911225" y="1887538"/>
            <a:ext cx="120650" cy="0"/>
          </a:xfrm>
          <a:prstGeom prst="lin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9959" name="Oval 26"/>
          <p:cNvSpPr>
            <a:spLocks noChangeArrowheads="1"/>
          </p:cNvSpPr>
          <p:nvPr/>
        </p:nvSpPr>
        <p:spPr bwMode="auto">
          <a:xfrm>
            <a:off x="3971925" y="1574800"/>
            <a:ext cx="211138" cy="209550"/>
          </a:xfrm>
          <a:prstGeom prst="ellips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39960" name="Line 27"/>
          <p:cNvSpPr>
            <a:spLocks noChangeShapeType="1"/>
          </p:cNvSpPr>
          <p:nvPr/>
        </p:nvSpPr>
        <p:spPr bwMode="auto">
          <a:xfrm>
            <a:off x="4062413" y="1784350"/>
            <a:ext cx="0" cy="414338"/>
          </a:xfrm>
          <a:prstGeom prst="lin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9961" name="Line 28"/>
          <p:cNvSpPr>
            <a:spLocks noChangeShapeType="1"/>
          </p:cNvSpPr>
          <p:nvPr/>
        </p:nvSpPr>
        <p:spPr bwMode="auto">
          <a:xfrm flipH="1">
            <a:off x="3911600" y="2198688"/>
            <a:ext cx="150813" cy="258762"/>
          </a:xfrm>
          <a:prstGeom prst="lin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9962" name="Line 29"/>
          <p:cNvSpPr>
            <a:spLocks noChangeShapeType="1"/>
          </p:cNvSpPr>
          <p:nvPr/>
        </p:nvSpPr>
        <p:spPr bwMode="auto">
          <a:xfrm>
            <a:off x="4062413" y="2198688"/>
            <a:ext cx="150812" cy="258762"/>
          </a:xfrm>
          <a:prstGeom prst="lin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9963" name="Oval 30"/>
          <p:cNvSpPr>
            <a:spLocks noChangeArrowheads="1"/>
          </p:cNvSpPr>
          <p:nvPr/>
        </p:nvSpPr>
        <p:spPr bwMode="auto">
          <a:xfrm>
            <a:off x="879475" y="2978150"/>
            <a:ext cx="212725" cy="206375"/>
          </a:xfrm>
          <a:prstGeom prst="ellips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39964" name="Line 31"/>
          <p:cNvSpPr>
            <a:spLocks noChangeShapeType="1"/>
          </p:cNvSpPr>
          <p:nvPr/>
        </p:nvSpPr>
        <p:spPr bwMode="auto">
          <a:xfrm>
            <a:off x="971550" y="3184525"/>
            <a:ext cx="0" cy="415925"/>
          </a:xfrm>
          <a:prstGeom prst="lin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9965" name="Line 32"/>
          <p:cNvSpPr>
            <a:spLocks noChangeShapeType="1"/>
          </p:cNvSpPr>
          <p:nvPr/>
        </p:nvSpPr>
        <p:spPr bwMode="auto">
          <a:xfrm flipH="1">
            <a:off x="819150" y="3600450"/>
            <a:ext cx="152400" cy="260350"/>
          </a:xfrm>
          <a:prstGeom prst="lin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9966" name="Line 33"/>
          <p:cNvSpPr>
            <a:spLocks noChangeShapeType="1"/>
          </p:cNvSpPr>
          <p:nvPr/>
        </p:nvSpPr>
        <p:spPr bwMode="auto">
          <a:xfrm>
            <a:off x="971550" y="3600450"/>
            <a:ext cx="150813" cy="260350"/>
          </a:xfrm>
          <a:prstGeom prst="lin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9967" name="Line 34"/>
          <p:cNvSpPr>
            <a:spLocks noChangeShapeType="1"/>
          </p:cNvSpPr>
          <p:nvPr/>
        </p:nvSpPr>
        <p:spPr bwMode="auto">
          <a:xfrm>
            <a:off x="911225" y="3287713"/>
            <a:ext cx="120650" cy="0"/>
          </a:xfrm>
          <a:prstGeom prst="lin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9968" name="Oval 35"/>
          <p:cNvSpPr>
            <a:spLocks noChangeArrowheads="1"/>
          </p:cNvSpPr>
          <p:nvPr/>
        </p:nvSpPr>
        <p:spPr bwMode="auto">
          <a:xfrm>
            <a:off x="4078288" y="3406775"/>
            <a:ext cx="211137" cy="206375"/>
          </a:xfrm>
          <a:prstGeom prst="ellips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39969" name="Line 36"/>
          <p:cNvSpPr>
            <a:spLocks noChangeShapeType="1"/>
          </p:cNvSpPr>
          <p:nvPr/>
        </p:nvSpPr>
        <p:spPr bwMode="auto">
          <a:xfrm>
            <a:off x="4168775" y="3613150"/>
            <a:ext cx="0" cy="415925"/>
          </a:xfrm>
          <a:prstGeom prst="lin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9970" name="Line 37"/>
          <p:cNvSpPr>
            <a:spLocks noChangeShapeType="1"/>
          </p:cNvSpPr>
          <p:nvPr/>
        </p:nvSpPr>
        <p:spPr bwMode="auto">
          <a:xfrm flipH="1">
            <a:off x="4016375" y="4029075"/>
            <a:ext cx="152400" cy="258763"/>
          </a:xfrm>
          <a:prstGeom prst="lin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9971" name="Line 38"/>
          <p:cNvSpPr>
            <a:spLocks noChangeShapeType="1"/>
          </p:cNvSpPr>
          <p:nvPr/>
        </p:nvSpPr>
        <p:spPr bwMode="auto">
          <a:xfrm>
            <a:off x="4168775" y="4029075"/>
            <a:ext cx="150813" cy="258763"/>
          </a:xfrm>
          <a:prstGeom prst="lin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9972" name="Line 39"/>
          <p:cNvSpPr>
            <a:spLocks noChangeShapeType="1"/>
          </p:cNvSpPr>
          <p:nvPr/>
        </p:nvSpPr>
        <p:spPr bwMode="auto">
          <a:xfrm>
            <a:off x="1031875" y="1887538"/>
            <a:ext cx="363538" cy="0"/>
          </a:xfrm>
          <a:prstGeom prst="lin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9973" name="Line 40"/>
          <p:cNvSpPr>
            <a:spLocks noChangeShapeType="1"/>
          </p:cNvSpPr>
          <p:nvPr/>
        </p:nvSpPr>
        <p:spPr bwMode="auto">
          <a:xfrm flipV="1">
            <a:off x="1031875" y="2509838"/>
            <a:ext cx="454025" cy="777875"/>
          </a:xfrm>
          <a:prstGeom prst="lin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9974" name="Line 41"/>
          <p:cNvSpPr>
            <a:spLocks noChangeShapeType="1"/>
          </p:cNvSpPr>
          <p:nvPr/>
        </p:nvSpPr>
        <p:spPr bwMode="auto">
          <a:xfrm flipV="1">
            <a:off x="1031875" y="3081338"/>
            <a:ext cx="393700" cy="206375"/>
          </a:xfrm>
          <a:prstGeom prst="lin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9975" name="Line 42"/>
          <p:cNvSpPr>
            <a:spLocks noChangeShapeType="1"/>
          </p:cNvSpPr>
          <p:nvPr/>
        </p:nvSpPr>
        <p:spPr bwMode="auto">
          <a:xfrm>
            <a:off x="1031875" y="3287713"/>
            <a:ext cx="336550" cy="360362"/>
          </a:xfrm>
          <a:prstGeom prst="lin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9976" name="Line 43"/>
          <p:cNvSpPr>
            <a:spLocks noChangeShapeType="1"/>
          </p:cNvSpPr>
          <p:nvPr/>
        </p:nvSpPr>
        <p:spPr bwMode="auto">
          <a:xfrm>
            <a:off x="2092325" y="3132138"/>
            <a:ext cx="2000250" cy="623887"/>
          </a:xfrm>
          <a:prstGeom prst="lin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9977" name="Line 44"/>
          <p:cNvSpPr>
            <a:spLocks noChangeShapeType="1"/>
          </p:cNvSpPr>
          <p:nvPr/>
        </p:nvSpPr>
        <p:spPr bwMode="auto">
          <a:xfrm flipV="1">
            <a:off x="3546475" y="1887538"/>
            <a:ext cx="485775" cy="155575"/>
          </a:xfrm>
          <a:prstGeom prst="lin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9978" name="AutoShape 45"/>
          <p:cNvSpPr>
            <a:spLocks noChangeArrowheads="1"/>
          </p:cNvSpPr>
          <p:nvPr/>
        </p:nvSpPr>
        <p:spPr bwMode="auto">
          <a:xfrm rot="-7437947">
            <a:off x="2863850" y="2832100"/>
            <a:ext cx="136525" cy="155575"/>
          </a:xfrm>
          <a:prstGeom prst="rtTriangle">
            <a:avLst/>
          </a:prstGeom>
          <a:noFill/>
          <a:ln w="28575">
            <a:solidFill>
              <a:srgbClr val="FFFF00"/>
            </a:solidFill>
            <a:miter lim="800000"/>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39979" name="AutoShape 46"/>
          <p:cNvSpPr>
            <a:spLocks noChangeArrowheads="1"/>
          </p:cNvSpPr>
          <p:nvPr/>
        </p:nvSpPr>
        <p:spPr bwMode="auto">
          <a:xfrm rot="-7999039">
            <a:off x="2851944" y="3051969"/>
            <a:ext cx="95250" cy="115888"/>
          </a:xfrm>
          <a:prstGeom prst="rtTriangle">
            <a:avLst/>
          </a:prstGeom>
          <a:noFill/>
          <a:ln w="28575">
            <a:solidFill>
              <a:srgbClr val="FFFF00"/>
            </a:solidFill>
            <a:miter lim="800000"/>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39980" name="Line 47"/>
          <p:cNvSpPr>
            <a:spLocks noChangeShapeType="1"/>
          </p:cNvSpPr>
          <p:nvPr/>
        </p:nvSpPr>
        <p:spPr bwMode="auto">
          <a:xfrm>
            <a:off x="2092325" y="3132138"/>
            <a:ext cx="787400" cy="0"/>
          </a:xfrm>
          <a:prstGeom prst="lin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9981" name="Line 48"/>
          <p:cNvSpPr>
            <a:spLocks noChangeShapeType="1"/>
          </p:cNvSpPr>
          <p:nvPr/>
        </p:nvSpPr>
        <p:spPr bwMode="auto">
          <a:xfrm>
            <a:off x="2185988" y="2514600"/>
            <a:ext cx="725487" cy="411163"/>
          </a:xfrm>
          <a:prstGeom prst="lin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9982" name="Text Box 49"/>
          <p:cNvSpPr txBox="1">
            <a:spLocks noChangeArrowheads="1"/>
          </p:cNvSpPr>
          <p:nvPr/>
        </p:nvSpPr>
        <p:spPr bwMode="auto">
          <a:xfrm>
            <a:off x="2389188" y="2389188"/>
            <a:ext cx="895350" cy="304800"/>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en-US" altLang="zh-CN" sz="1400" b="1">
                <a:latin typeface="Times New Roman" panose="02020603050405020304" pitchFamily="18" charset="0"/>
              </a:rPr>
              <a:t>《</a:t>
            </a:r>
            <a:r>
              <a:rPr kumimoji="1" lang="zh-CN" altLang="en-US" sz="1400" b="1">
                <a:latin typeface="Times New Roman" panose="02020603050405020304" pitchFamily="18" charset="0"/>
              </a:rPr>
              <a:t>包含</a:t>
            </a:r>
            <a:r>
              <a:rPr kumimoji="1" lang="en-US" altLang="zh-CN" sz="1400" b="1">
                <a:latin typeface="Times New Roman" panose="02020603050405020304" pitchFamily="18" charset="0"/>
              </a:rPr>
              <a:t>》</a:t>
            </a:r>
          </a:p>
        </p:txBody>
      </p:sp>
      <p:sp>
        <p:nvSpPr>
          <p:cNvPr id="39983" name="Text Box 50"/>
          <p:cNvSpPr txBox="1">
            <a:spLocks noChangeArrowheads="1"/>
          </p:cNvSpPr>
          <p:nvPr/>
        </p:nvSpPr>
        <p:spPr bwMode="auto">
          <a:xfrm>
            <a:off x="2019300" y="2832100"/>
            <a:ext cx="895350" cy="304800"/>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en-US" altLang="zh-CN" sz="1400" b="1">
                <a:latin typeface="Times New Roman" panose="02020603050405020304" pitchFamily="18" charset="0"/>
              </a:rPr>
              <a:t>《</a:t>
            </a:r>
            <a:r>
              <a:rPr kumimoji="1" lang="zh-CN" altLang="en-US" sz="1400" b="1">
                <a:latin typeface="Times New Roman" panose="02020603050405020304" pitchFamily="18" charset="0"/>
              </a:rPr>
              <a:t>包含</a:t>
            </a:r>
            <a:r>
              <a:rPr kumimoji="1" lang="en-US" altLang="zh-CN" sz="1400" b="1">
                <a:latin typeface="Times New Roman" panose="02020603050405020304" pitchFamily="18" charset="0"/>
              </a:rPr>
              <a:t>》</a:t>
            </a:r>
          </a:p>
        </p:txBody>
      </p:sp>
      <p:sp>
        <p:nvSpPr>
          <p:cNvPr id="39984" name="AutoShape 51"/>
          <p:cNvSpPr>
            <a:spLocks noChangeArrowheads="1"/>
          </p:cNvSpPr>
          <p:nvPr/>
        </p:nvSpPr>
        <p:spPr bwMode="auto">
          <a:xfrm>
            <a:off x="1798638" y="3860800"/>
            <a:ext cx="120650" cy="101600"/>
          </a:xfrm>
          <a:prstGeom prst="triangle">
            <a:avLst>
              <a:gd name="adj" fmla="val 50000"/>
            </a:avLst>
          </a:prstGeom>
          <a:noFill/>
          <a:ln w="28575">
            <a:solidFill>
              <a:srgbClr val="FFFF00"/>
            </a:solidFill>
            <a:miter lim="800000"/>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39985" name="Line 52"/>
          <p:cNvSpPr>
            <a:spLocks noChangeShapeType="1"/>
          </p:cNvSpPr>
          <p:nvPr/>
        </p:nvSpPr>
        <p:spPr bwMode="auto">
          <a:xfrm flipH="1">
            <a:off x="1844675" y="3962400"/>
            <a:ext cx="14288" cy="641350"/>
          </a:xfrm>
          <a:prstGeom prst="lin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9986" name="Text Box 53"/>
          <p:cNvSpPr txBox="1">
            <a:spLocks noChangeArrowheads="1"/>
          </p:cNvSpPr>
          <p:nvPr/>
        </p:nvSpPr>
        <p:spPr bwMode="auto">
          <a:xfrm>
            <a:off x="1782763" y="4067175"/>
            <a:ext cx="996950" cy="336550"/>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en-US" altLang="zh-CN" sz="1600" b="1">
                <a:latin typeface="Times New Roman" panose="02020603050405020304" pitchFamily="18" charset="0"/>
              </a:rPr>
              <a:t>《</a:t>
            </a:r>
            <a:r>
              <a:rPr kumimoji="1" lang="zh-CN" altLang="en-US" sz="1600" b="1">
                <a:latin typeface="Times New Roman" panose="02020603050405020304" pitchFamily="18" charset="0"/>
              </a:rPr>
              <a:t>扩展</a:t>
            </a:r>
            <a:r>
              <a:rPr kumimoji="1" lang="en-US" altLang="zh-CN" sz="1600" b="1">
                <a:latin typeface="Times New Roman" panose="02020603050405020304" pitchFamily="18" charset="0"/>
              </a:rPr>
              <a:t>》</a:t>
            </a:r>
          </a:p>
        </p:txBody>
      </p:sp>
      <p:sp>
        <p:nvSpPr>
          <p:cNvPr id="39987" name="Text Box 54"/>
          <p:cNvSpPr txBox="1">
            <a:spLocks noChangeArrowheads="1"/>
          </p:cNvSpPr>
          <p:nvPr/>
        </p:nvSpPr>
        <p:spPr bwMode="auto">
          <a:xfrm>
            <a:off x="469900" y="3962400"/>
            <a:ext cx="895350" cy="304800"/>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BA55"/>
                </a:solidFill>
                <a:miter lim="800000"/>
                <a:headEnd/>
                <a:tailEnd/>
              </a14:hiddenLine>
            </a:ext>
          </a:extLst>
        </p:spPr>
        <p:txBody>
          <a:bodyPr wrap="none">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zh-CN" altLang="en-US" sz="1400" b="1">
                <a:latin typeface="Times New Roman" panose="02020603050405020304" pitchFamily="18" charset="0"/>
              </a:rPr>
              <a:t>营销人员</a:t>
            </a:r>
          </a:p>
        </p:txBody>
      </p:sp>
      <p:sp>
        <p:nvSpPr>
          <p:cNvPr id="39988" name="Text Box 55"/>
          <p:cNvSpPr txBox="1">
            <a:spLocks noChangeArrowheads="1"/>
          </p:cNvSpPr>
          <p:nvPr/>
        </p:nvSpPr>
        <p:spPr bwMode="auto">
          <a:xfrm>
            <a:off x="1463675" y="4632325"/>
            <a:ext cx="895350" cy="304800"/>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66FFFF"/>
                </a:solidFill>
                <a:miter lim="800000"/>
                <a:headEnd/>
                <a:tailEnd/>
              </a14:hiddenLine>
            </a:ext>
          </a:extLst>
        </p:spPr>
        <p:txBody>
          <a:bodyPr wrap="none">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zh-CN" altLang="en-US" sz="1400" b="1">
                <a:latin typeface="Times New Roman" panose="02020603050405020304" pitchFamily="18" charset="0"/>
              </a:rPr>
              <a:t>超越边界</a:t>
            </a:r>
          </a:p>
        </p:txBody>
      </p:sp>
      <p:sp>
        <p:nvSpPr>
          <p:cNvPr id="39989" name="Text Box 56"/>
          <p:cNvSpPr txBox="1">
            <a:spLocks noChangeArrowheads="1"/>
          </p:cNvSpPr>
          <p:nvPr/>
        </p:nvSpPr>
        <p:spPr bwMode="auto">
          <a:xfrm>
            <a:off x="3059113" y="2924175"/>
            <a:ext cx="539750" cy="304800"/>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zh-CN" altLang="en-US" sz="1400" b="1">
                <a:latin typeface="Times New Roman" panose="02020603050405020304" pitchFamily="18" charset="0"/>
              </a:rPr>
              <a:t>评价</a:t>
            </a:r>
          </a:p>
        </p:txBody>
      </p:sp>
      <p:sp>
        <p:nvSpPr>
          <p:cNvPr id="39990" name="Text Box 57"/>
          <p:cNvSpPr txBox="1">
            <a:spLocks noChangeArrowheads="1"/>
          </p:cNvSpPr>
          <p:nvPr/>
        </p:nvSpPr>
        <p:spPr bwMode="auto">
          <a:xfrm>
            <a:off x="3709988" y="2438400"/>
            <a:ext cx="895350" cy="304800"/>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zh-CN" altLang="en-US" sz="1400" b="1">
                <a:latin typeface="Times New Roman" panose="02020603050405020304" pitchFamily="18" charset="0"/>
              </a:rPr>
              <a:t>记帐系统</a:t>
            </a:r>
          </a:p>
        </p:txBody>
      </p:sp>
      <p:sp>
        <p:nvSpPr>
          <p:cNvPr id="39991" name="Text Box 58"/>
          <p:cNvSpPr txBox="1">
            <a:spLocks noChangeArrowheads="1"/>
          </p:cNvSpPr>
          <p:nvPr/>
        </p:nvSpPr>
        <p:spPr bwMode="auto">
          <a:xfrm>
            <a:off x="3729038" y="4343400"/>
            <a:ext cx="895350" cy="304800"/>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zh-CN" altLang="en-US" sz="1400" b="1">
                <a:latin typeface="Times New Roman" panose="02020603050405020304" pitchFamily="18" charset="0"/>
              </a:rPr>
              <a:t>销售人员</a:t>
            </a:r>
          </a:p>
        </p:txBody>
      </p:sp>
      <p:sp>
        <p:nvSpPr>
          <p:cNvPr id="39992" name="Line 59"/>
          <p:cNvSpPr>
            <a:spLocks noChangeShapeType="1"/>
          </p:cNvSpPr>
          <p:nvPr/>
        </p:nvSpPr>
        <p:spPr bwMode="auto">
          <a:xfrm flipV="1">
            <a:off x="2211388" y="3771900"/>
            <a:ext cx="2133600" cy="0"/>
          </a:xfrm>
          <a:prstGeom prst="lin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9993" name="Line 60"/>
          <p:cNvSpPr>
            <a:spLocks noChangeShapeType="1"/>
          </p:cNvSpPr>
          <p:nvPr/>
        </p:nvSpPr>
        <p:spPr bwMode="auto">
          <a:xfrm>
            <a:off x="4014788" y="1905000"/>
            <a:ext cx="228600" cy="0"/>
          </a:xfrm>
          <a:prstGeom prst="lin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39994" name="Oval 61">
            <a:hlinkClick r:id="" action="ppaction://hlinkshowjump?jump=previousslide"/>
          </p:cNvPr>
          <p:cNvSpPr>
            <a:spLocks noChangeArrowheads="1"/>
          </p:cNvSpPr>
          <p:nvPr/>
        </p:nvSpPr>
        <p:spPr bwMode="auto">
          <a:xfrm>
            <a:off x="6356350" y="6365875"/>
            <a:ext cx="762000" cy="381000"/>
          </a:xfrm>
          <a:prstGeom prst="ellipse">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round/>
                <a:headEnd/>
                <a:tailEnd/>
              </a14:hiddenLine>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39995" name="Oval 62">
            <a:hlinkClick r:id="" action="ppaction://hlinkshowjump?jump=nextslide"/>
          </p:cNvPr>
          <p:cNvSpPr>
            <a:spLocks noChangeArrowheads="1"/>
          </p:cNvSpPr>
          <p:nvPr/>
        </p:nvSpPr>
        <p:spPr bwMode="auto">
          <a:xfrm>
            <a:off x="7245350" y="6365875"/>
            <a:ext cx="762000" cy="381000"/>
          </a:xfrm>
          <a:prstGeom prst="ellipse">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round/>
                <a:headEnd/>
                <a:tailEnd/>
              </a14:hiddenLine>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39996" name="Oval 103">
            <a:hlinkClick r:id="" action="ppaction://hlinkshowjump?jump=firstslide"/>
          </p:cNvPr>
          <p:cNvSpPr>
            <a:spLocks noChangeArrowheads="1"/>
          </p:cNvSpPr>
          <p:nvPr/>
        </p:nvSpPr>
        <p:spPr bwMode="auto">
          <a:xfrm>
            <a:off x="8137525" y="6356350"/>
            <a:ext cx="762000" cy="381000"/>
          </a:xfrm>
          <a:prstGeom prst="ellipse">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round/>
                <a:headEnd/>
                <a:tailEnd/>
              </a14:hiddenLine>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Tree>
  </p:cSld>
  <p:clrMapOvr>
    <a:masterClrMapping/>
  </p:clrMapOvr>
  <p:transition advClick="0">
    <p:wheel spokes="8"/>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日期占位符 2"/>
          <p:cNvSpPr>
            <a:spLocks noGrp="1"/>
          </p:cNvSpPr>
          <p:nvPr>
            <p:ph type="dt" sz="quarter" idx="10"/>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890A403B-BD33-4808-87A4-CBC7DE42E655}" type="datetime8">
              <a:rPr lang="zh-CN" altLang="en-US" sz="1400" smtClean="0"/>
              <a:pPr>
                <a:spcBef>
                  <a:spcPct val="0"/>
                </a:spcBef>
                <a:buClrTx/>
                <a:buFontTx/>
                <a:buNone/>
              </a:pPr>
              <a:t>2020年5月12日3时0分</a:t>
            </a:fld>
            <a:endParaRPr lang="en-US" altLang="zh-CN" sz="1400" smtClean="0"/>
          </a:p>
        </p:txBody>
      </p:sp>
      <p:sp>
        <p:nvSpPr>
          <p:cNvPr id="40963" name="灯片编号占位符 4"/>
          <p:cNvSpPr>
            <a:spLocks noGrp="1"/>
          </p:cNvSpPr>
          <p:nvPr>
            <p:ph type="sldNum" sz="quarter" idx="12"/>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A1993F07-9930-4FCB-BBA2-290D2C1F9329}" type="slidenum">
              <a:rPr lang="en-US" altLang="zh-CN" sz="1400" smtClean="0"/>
              <a:pPr>
                <a:spcBef>
                  <a:spcPct val="0"/>
                </a:spcBef>
                <a:buClrTx/>
                <a:buFontTx/>
                <a:buNone/>
              </a:pPr>
              <a:t>26</a:t>
            </a:fld>
            <a:endParaRPr lang="en-US" altLang="zh-CN" sz="1400" smtClean="0"/>
          </a:p>
        </p:txBody>
      </p:sp>
      <p:sp>
        <p:nvSpPr>
          <p:cNvPr id="509955" name="Rectangle 3"/>
          <p:cNvSpPr>
            <a:spLocks noGrp="1" noChangeArrowheads="1"/>
          </p:cNvSpPr>
          <p:nvPr>
            <p:ph type="title"/>
          </p:nvPr>
        </p:nvSpPr>
        <p:spPr>
          <a:xfrm>
            <a:off x="404813" y="363538"/>
            <a:ext cx="8396287" cy="576262"/>
          </a:xfrm>
        </p:spPr>
        <p:txBody>
          <a:bodyPr/>
          <a:lstStyle/>
          <a:p>
            <a:pPr algn="l" eaLnBrk="1" hangingPunct="1">
              <a:defRPr/>
            </a:pPr>
            <a:r>
              <a:rPr lang="zh-CN" altLang="en-US" sz="2400" b="1" smtClean="0">
                <a:solidFill>
                  <a:schemeClr val="tx1"/>
                </a:solidFill>
                <a:effectLst>
                  <a:outerShdw blurRad="38100" dist="38100" dir="2700000" algn="tl">
                    <a:srgbClr val="C0C0C0"/>
                  </a:outerShdw>
                </a:effectLst>
                <a:latin typeface="楷体_GB2312" pitchFamily="49" charset="-122"/>
                <a:ea typeface="楷体_GB2312" pitchFamily="49" charset="-122"/>
              </a:rPr>
              <a:t>例</a:t>
            </a:r>
            <a:r>
              <a:rPr lang="en-US" altLang="zh-CN" sz="2400" b="1" smtClean="0">
                <a:solidFill>
                  <a:schemeClr val="tx1"/>
                </a:solidFill>
                <a:effectLst>
                  <a:outerShdw blurRad="38100" dist="38100" dir="2700000" algn="tl">
                    <a:srgbClr val="C0C0C0"/>
                  </a:outerShdw>
                </a:effectLst>
                <a:latin typeface="楷体_GB2312" pitchFamily="49" charset="-122"/>
                <a:ea typeface="楷体_GB2312" pitchFamily="49" charset="-122"/>
              </a:rPr>
              <a:t>1 </a:t>
            </a:r>
            <a:r>
              <a:rPr lang="zh-CN" altLang="en-US" sz="2400" b="1" smtClean="0">
                <a:solidFill>
                  <a:schemeClr val="tx1"/>
                </a:solidFill>
                <a:effectLst>
                  <a:outerShdw blurRad="38100" dist="38100" dir="2700000" algn="tl">
                    <a:srgbClr val="C0C0C0"/>
                  </a:outerShdw>
                </a:effectLst>
                <a:latin typeface="楷体_GB2312" pitchFamily="49" charset="-122"/>
                <a:ea typeface="楷体_GB2312" pitchFamily="49" charset="-122"/>
              </a:rPr>
              <a:t>建立项目与资源管理系统的</a:t>
            </a:r>
            <a:r>
              <a:rPr lang="en-US" altLang="zh-CN" sz="2400" b="1" smtClean="0">
                <a:solidFill>
                  <a:schemeClr val="tx1"/>
                </a:solidFill>
                <a:effectLst>
                  <a:outerShdw blurRad="38100" dist="38100" dir="2700000" algn="tl">
                    <a:srgbClr val="C0C0C0"/>
                  </a:outerShdw>
                </a:effectLst>
                <a:latin typeface="楷体_GB2312" pitchFamily="49" charset="-122"/>
                <a:ea typeface="楷体_GB2312" pitchFamily="49" charset="-122"/>
              </a:rPr>
              <a:t>Use case</a:t>
            </a:r>
            <a:r>
              <a:rPr lang="zh-CN" altLang="en-US" sz="2400" b="1" smtClean="0">
                <a:solidFill>
                  <a:schemeClr val="tx1"/>
                </a:solidFill>
                <a:effectLst>
                  <a:outerShdw blurRad="38100" dist="38100" dir="2700000" algn="tl">
                    <a:srgbClr val="C0C0C0"/>
                  </a:outerShdw>
                </a:effectLst>
                <a:latin typeface="楷体_GB2312" pitchFamily="49" charset="-122"/>
                <a:ea typeface="楷体_GB2312" pitchFamily="49" charset="-122"/>
              </a:rPr>
              <a:t>图</a:t>
            </a:r>
          </a:p>
        </p:txBody>
      </p:sp>
      <p:sp>
        <p:nvSpPr>
          <p:cNvPr id="509956" name="Text Box 4"/>
          <p:cNvSpPr txBox="1">
            <a:spLocks noChangeArrowheads="1"/>
          </p:cNvSpPr>
          <p:nvPr/>
        </p:nvSpPr>
        <p:spPr bwMode="auto">
          <a:xfrm>
            <a:off x="363538" y="858838"/>
            <a:ext cx="8489950"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buClrTx/>
              <a:buFontTx/>
              <a:buNone/>
            </a:pPr>
            <a:r>
              <a:rPr kumimoji="1" lang="en-US" altLang="zh-CN" sz="2400" b="1">
                <a:latin typeface="Times New Roman" panose="02020603050405020304" pitchFamily="18" charset="0"/>
                <a:ea typeface="楷体_GB2312" pitchFamily="49" charset="-122"/>
              </a:rPr>
              <a:t>       </a:t>
            </a:r>
            <a:r>
              <a:rPr kumimoji="1" lang="zh-CN" altLang="en-US" sz="2400" b="1">
                <a:latin typeface="Times New Roman" panose="02020603050405020304" pitchFamily="18" charset="0"/>
                <a:ea typeface="楷体_GB2312" pitchFamily="49" charset="-122"/>
              </a:rPr>
              <a:t>系统的主要功能是：项目管理，资源管理和系统管理。项目管理包括项目的增加、删除、更新。资源管理包括对资源和技能的添加、删除和更新。系统管理包括系统的启动和关闭，数据的存储和备份等功能。</a:t>
            </a:r>
          </a:p>
        </p:txBody>
      </p:sp>
      <p:sp>
        <p:nvSpPr>
          <p:cNvPr id="509957" name="Text Box 5"/>
          <p:cNvSpPr txBox="1">
            <a:spLocks noChangeArrowheads="1"/>
          </p:cNvSpPr>
          <p:nvPr/>
        </p:nvSpPr>
        <p:spPr bwMode="auto">
          <a:xfrm>
            <a:off x="495300" y="2528888"/>
            <a:ext cx="78374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defRPr/>
            </a:pPr>
            <a:r>
              <a:rPr kumimoji="1" lang="en-US" altLang="zh-CN" sz="2400" b="1">
                <a:solidFill>
                  <a:srgbClr val="FFFF00"/>
                </a:solidFill>
                <a:effectLst>
                  <a:outerShdw blurRad="38100" dist="38100" dir="2700000" algn="tl">
                    <a:srgbClr val="C0C0C0"/>
                  </a:outerShdw>
                </a:effectLst>
                <a:latin typeface="楷体_GB2312" pitchFamily="49" charset="-122"/>
                <a:ea typeface="楷体_GB2312" pitchFamily="49" charset="-122"/>
              </a:rPr>
              <a:t>1</a:t>
            </a:r>
            <a:r>
              <a:rPr kumimoji="1" lang="zh-CN" altLang="en-US" sz="2400" b="1">
                <a:solidFill>
                  <a:srgbClr val="FFFF00"/>
                </a:solidFill>
                <a:effectLst>
                  <a:outerShdw blurRad="38100" dist="38100" dir="2700000" algn="tl">
                    <a:srgbClr val="C0C0C0"/>
                  </a:outerShdw>
                </a:effectLst>
                <a:latin typeface="楷体_GB2312" pitchFamily="49" charset="-122"/>
                <a:ea typeface="楷体_GB2312" pitchFamily="49" charset="-122"/>
              </a:rPr>
              <a:t>、分析确定系统的执行者</a:t>
            </a:r>
            <a:r>
              <a:rPr kumimoji="1" lang="en-US" altLang="zh-CN" sz="2400" b="1">
                <a:solidFill>
                  <a:srgbClr val="FFFF00"/>
                </a:solidFill>
                <a:effectLst>
                  <a:outerShdw blurRad="38100" dist="38100" dir="2700000" algn="tl">
                    <a:srgbClr val="C0C0C0"/>
                  </a:outerShdw>
                </a:effectLst>
                <a:latin typeface="楷体_GB2312" pitchFamily="49" charset="-122"/>
                <a:ea typeface="楷体_GB2312" pitchFamily="49" charset="-122"/>
              </a:rPr>
              <a:t>(</a:t>
            </a:r>
            <a:r>
              <a:rPr kumimoji="1" lang="zh-CN" altLang="en-US" sz="2400" b="1">
                <a:solidFill>
                  <a:srgbClr val="FFFF00"/>
                </a:solidFill>
                <a:effectLst>
                  <a:outerShdw blurRad="38100" dist="38100" dir="2700000" algn="tl">
                    <a:srgbClr val="C0C0C0"/>
                  </a:outerShdw>
                </a:effectLst>
                <a:latin typeface="楷体_GB2312" pitchFamily="49" charset="-122"/>
                <a:ea typeface="楷体_GB2312" pitchFamily="49" charset="-122"/>
              </a:rPr>
              <a:t>角色</a:t>
            </a:r>
            <a:r>
              <a:rPr kumimoji="1" lang="en-US" altLang="zh-CN" sz="2400" b="1">
                <a:solidFill>
                  <a:srgbClr val="FFFF00"/>
                </a:solidFill>
                <a:effectLst>
                  <a:outerShdw blurRad="38100" dist="38100" dir="2700000" algn="tl">
                    <a:srgbClr val="C0C0C0"/>
                  </a:outerShdw>
                </a:effectLst>
                <a:latin typeface="楷体_GB2312" pitchFamily="49" charset="-122"/>
                <a:ea typeface="楷体_GB2312" pitchFamily="49" charset="-122"/>
              </a:rPr>
              <a:t>)</a:t>
            </a:r>
          </a:p>
        </p:txBody>
      </p:sp>
      <p:sp>
        <p:nvSpPr>
          <p:cNvPr id="509960" name="Text Box 8"/>
          <p:cNvSpPr txBox="1">
            <a:spLocks noChangeArrowheads="1"/>
          </p:cNvSpPr>
          <p:nvPr/>
        </p:nvSpPr>
        <p:spPr bwMode="auto">
          <a:xfrm>
            <a:off x="457200" y="2924175"/>
            <a:ext cx="84756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kumimoji="1" lang="en-US" altLang="zh-CN" sz="2400" b="1">
                <a:latin typeface="楷体_GB2312" pitchFamily="49" charset="-122"/>
                <a:ea typeface="楷体_GB2312" pitchFamily="49" charset="-122"/>
              </a:rPr>
              <a:t>   </a:t>
            </a:r>
            <a:r>
              <a:rPr kumimoji="1" lang="zh-CN" altLang="en-US" sz="2400" b="1">
                <a:latin typeface="楷体_GB2312" pitchFamily="49" charset="-122"/>
                <a:ea typeface="楷体_GB2312" pitchFamily="49" charset="-122"/>
              </a:rPr>
              <a:t>项目管理员、资源管理员、系统管理员、备份数据系统。</a:t>
            </a:r>
          </a:p>
        </p:txBody>
      </p:sp>
      <p:sp>
        <p:nvSpPr>
          <p:cNvPr id="509961" name="Text Box 9"/>
          <p:cNvSpPr txBox="1">
            <a:spLocks noChangeArrowheads="1"/>
          </p:cNvSpPr>
          <p:nvPr/>
        </p:nvSpPr>
        <p:spPr bwMode="auto">
          <a:xfrm>
            <a:off x="957263" y="3711575"/>
            <a:ext cx="5588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kumimoji="1" lang="zh-CN" altLang="en-US" sz="2400" b="1">
                <a:latin typeface="Times New Roman" panose="02020603050405020304" pitchFamily="18" charset="0"/>
                <a:ea typeface="楷体_GB2312" pitchFamily="49" charset="-122"/>
              </a:rPr>
              <a:t>项目管理，资源管理和系统管理。</a:t>
            </a:r>
          </a:p>
        </p:txBody>
      </p:sp>
      <p:sp>
        <p:nvSpPr>
          <p:cNvPr id="509962" name="Text Box 10"/>
          <p:cNvSpPr txBox="1">
            <a:spLocks noChangeArrowheads="1"/>
          </p:cNvSpPr>
          <p:nvPr/>
        </p:nvSpPr>
        <p:spPr bwMode="auto">
          <a:xfrm>
            <a:off x="492125" y="3348038"/>
            <a:ext cx="38893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defRPr/>
            </a:pPr>
            <a:r>
              <a:rPr kumimoji="1" lang="en-US" altLang="zh-CN" sz="2400" b="1">
                <a:solidFill>
                  <a:srgbClr val="FFFF00"/>
                </a:solidFill>
                <a:effectLst>
                  <a:outerShdw blurRad="38100" dist="38100" dir="2700000" algn="tl">
                    <a:srgbClr val="C0C0C0"/>
                  </a:outerShdw>
                </a:effectLst>
                <a:latin typeface="楷体_GB2312" pitchFamily="49" charset="-122"/>
                <a:ea typeface="楷体_GB2312" pitchFamily="49" charset="-122"/>
              </a:rPr>
              <a:t>2</a:t>
            </a:r>
            <a:r>
              <a:rPr kumimoji="1" lang="zh-CN" altLang="en-US" sz="2400" b="1">
                <a:solidFill>
                  <a:srgbClr val="FFFF00"/>
                </a:solidFill>
                <a:effectLst>
                  <a:outerShdw blurRad="38100" dist="38100" dir="2700000" algn="tl">
                    <a:srgbClr val="C0C0C0"/>
                  </a:outerShdw>
                </a:effectLst>
                <a:latin typeface="楷体_GB2312" pitchFamily="49" charset="-122"/>
                <a:ea typeface="楷体_GB2312" pitchFamily="49" charset="-122"/>
              </a:rPr>
              <a:t>、确定用例</a:t>
            </a:r>
            <a:endParaRPr kumimoji="1" lang="zh-CN" altLang="en-US" sz="2400">
              <a:solidFill>
                <a:srgbClr val="FFFF00"/>
              </a:solidFill>
              <a:effectLst>
                <a:outerShdw blurRad="38100" dist="38100" dir="2700000" algn="tl">
                  <a:srgbClr val="C0C0C0"/>
                </a:outerShdw>
              </a:effectLst>
              <a:latin typeface="Times New Roman" pitchFamily="18" charset="0"/>
            </a:endParaRPr>
          </a:p>
        </p:txBody>
      </p:sp>
      <p:sp>
        <p:nvSpPr>
          <p:cNvPr id="509963" name="Text Box 11"/>
          <p:cNvSpPr txBox="1">
            <a:spLocks noChangeArrowheads="1"/>
          </p:cNvSpPr>
          <p:nvPr/>
        </p:nvSpPr>
        <p:spPr bwMode="auto">
          <a:xfrm>
            <a:off x="482600" y="4102100"/>
            <a:ext cx="6284913" cy="12430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defRPr/>
            </a:pPr>
            <a:r>
              <a:rPr kumimoji="1" lang="en-US" altLang="zh-CN" sz="2400" b="1">
                <a:solidFill>
                  <a:srgbClr val="FFFF00"/>
                </a:solidFill>
                <a:effectLst>
                  <a:outerShdw blurRad="38100" dist="38100" dir="2700000" algn="tl">
                    <a:srgbClr val="C0C0C0"/>
                  </a:outerShdw>
                </a:effectLst>
                <a:latin typeface="楷体_GB2312" pitchFamily="49" charset="-122"/>
                <a:ea typeface="楷体_GB2312" pitchFamily="49" charset="-122"/>
              </a:rPr>
              <a:t>3</a:t>
            </a:r>
            <a:r>
              <a:rPr kumimoji="1" lang="zh-CN" altLang="en-US" sz="2400" b="1">
                <a:solidFill>
                  <a:srgbClr val="FFFF00"/>
                </a:solidFill>
                <a:effectLst>
                  <a:outerShdw blurRad="38100" dist="38100" dir="2700000" algn="tl">
                    <a:srgbClr val="C0C0C0"/>
                  </a:outerShdw>
                </a:effectLst>
                <a:latin typeface="楷体_GB2312" pitchFamily="49" charset="-122"/>
                <a:ea typeface="楷体_GB2312" pitchFamily="49" charset="-122"/>
              </a:rPr>
              <a:t>、对用例进行分解，画出下层的</a:t>
            </a:r>
            <a:r>
              <a:rPr kumimoji="1" lang="en-US" altLang="zh-CN" sz="2400" b="1">
                <a:solidFill>
                  <a:srgbClr val="FFFF00"/>
                </a:solidFill>
                <a:effectLst>
                  <a:outerShdw blurRad="38100" dist="38100" dir="2700000" algn="tl">
                    <a:srgbClr val="C0C0C0"/>
                  </a:outerShdw>
                </a:effectLst>
                <a:latin typeface="楷体_GB2312" pitchFamily="49" charset="-122"/>
                <a:ea typeface="楷体_GB2312" pitchFamily="49" charset="-122"/>
              </a:rPr>
              <a:t>Use case</a:t>
            </a:r>
            <a:r>
              <a:rPr kumimoji="1" lang="zh-CN" altLang="en-US" sz="2400" b="1">
                <a:solidFill>
                  <a:srgbClr val="FFFF00"/>
                </a:solidFill>
                <a:effectLst>
                  <a:outerShdw blurRad="38100" dist="38100" dir="2700000" algn="tl">
                    <a:srgbClr val="C0C0C0"/>
                  </a:outerShdw>
                </a:effectLst>
                <a:latin typeface="楷体_GB2312" pitchFamily="49" charset="-122"/>
                <a:ea typeface="楷体_GB2312" pitchFamily="49" charset="-122"/>
              </a:rPr>
              <a:t>图</a:t>
            </a:r>
          </a:p>
          <a:p>
            <a:pPr eaLnBrk="1" hangingPunct="1">
              <a:spcBef>
                <a:spcPct val="15000"/>
              </a:spcBef>
              <a:defRPr/>
            </a:pPr>
            <a:r>
              <a:rPr kumimoji="1" lang="zh-CN" altLang="en-US" sz="2400" b="1">
                <a:solidFill>
                  <a:srgbClr val="FFFF00"/>
                </a:solidFill>
                <a:effectLst>
                  <a:outerShdw blurRad="38100" dist="38100" dir="2700000" algn="tl">
                    <a:srgbClr val="C0C0C0"/>
                  </a:outerShdw>
                </a:effectLst>
                <a:latin typeface="楷体_GB2312" pitchFamily="49" charset="-122"/>
                <a:ea typeface="楷体_GB2312" pitchFamily="49" charset="-122"/>
              </a:rPr>
              <a:t>   </a:t>
            </a:r>
            <a:r>
              <a:rPr kumimoji="1" lang="zh-CN" altLang="en-US" sz="2400" b="1">
                <a:latin typeface="楷体_GB2312" pitchFamily="49" charset="-122"/>
                <a:ea typeface="楷体_GB2312" pitchFamily="49" charset="-122"/>
              </a:rPr>
              <a:t>对上层的用例进行分解</a:t>
            </a:r>
            <a:r>
              <a:rPr kumimoji="1" lang="en-US" altLang="zh-CN" sz="2400" b="1">
                <a:latin typeface="楷体_GB2312" pitchFamily="49" charset="-122"/>
                <a:ea typeface="楷体_GB2312" pitchFamily="49" charset="-122"/>
              </a:rPr>
              <a:t>,</a:t>
            </a:r>
            <a:r>
              <a:rPr kumimoji="1" lang="zh-CN" altLang="en-US" sz="2400" b="1">
                <a:latin typeface="楷体_GB2312" pitchFamily="49" charset="-122"/>
                <a:ea typeface="楷体_GB2312" pitchFamily="49" charset="-122"/>
              </a:rPr>
              <a:t>并将执行者分配到各层次的</a:t>
            </a:r>
            <a:r>
              <a:rPr kumimoji="1" lang="en-US" altLang="zh-CN" sz="2400" b="1">
                <a:latin typeface="楷体_GB2312" pitchFamily="49" charset="-122"/>
                <a:ea typeface="楷体_GB2312" pitchFamily="49" charset="-122"/>
              </a:rPr>
              <a:t>Use case</a:t>
            </a:r>
            <a:r>
              <a:rPr kumimoji="1" lang="zh-CN" altLang="en-US" sz="2400" b="1">
                <a:latin typeface="楷体_GB2312" pitchFamily="49" charset="-122"/>
                <a:ea typeface="楷体_GB2312" pitchFamily="49" charset="-122"/>
              </a:rPr>
              <a:t>图中。</a:t>
            </a:r>
          </a:p>
        </p:txBody>
      </p:sp>
      <p:grpSp>
        <p:nvGrpSpPr>
          <p:cNvPr id="509964" name="Group 12"/>
          <p:cNvGrpSpPr>
            <a:grpSpLocks/>
          </p:cNvGrpSpPr>
          <p:nvPr/>
        </p:nvGrpSpPr>
        <p:grpSpPr bwMode="auto">
          <a:xfrm>
            <a:off x="7008813" y="3576638"/>
            <a:ext cx="1728787" cy="2085975"/>
            <a:chOff x="4415" y="2253"/>
            <a:chExt cx="1089" cy="1314"/>
          </a:xfrm>
        </p:grpSpPr>
        <p:sp>
          <p:nvSpPr>
            <p:cNvPr id="40977" name="Rectangle 13"/>
            <p:cNvSpPr>
              <a:spLocks noChangeArrowheads="1"/>
            </p:cNvSpPr>
            <p:nvPr/>
          </p:nvSpPr>
          <p:spPr bwMode="auto">
            <a:xfrm>
              <a:off x="4462" y="2298"/>
              <a:ext cx="1005" cy="1231"/>
            </a:xfrm>
            <a:prstGeom prst="rect">
              <a:avLst/>
            </a:prstGeom>
            <a:solidFill>
              <a:srgbClr val="00359E">
                <a:alpha val="50195"/>
              </a:srgbClr>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zh-CN" altLang="en-US" sz="1400" b="1">
                  <a:latin typeface="Times New Roman" panose="02020603050405020304" pitchFamily="18" charset="0"/>
                </a:rPr>
                <a:t>角色：</a:t>
              </a:r>
            </a:p>
            <a:p>
              <a:pPr eaLnBrk="1" hangingPunct="1">
                <a:spcBef>
                  <a:spcPct val="0"/>
                </a:spcBef>
                <a:buClrTx/>
                <a:buFontTx/>
                <a:buNone/>
              </a:pPr>
              <a:r>
                <a:rPr kumimoji="1" lang="zh-CN" altLang="en-US" sz="1400" b="1">
                  <a:latin typeface="Times New Roman" panose="02020603050405020304" pitchFamily="18" charset="0"/>
                </a:rPr>
                <a:t>角色职责：</a:t>
              </a:r>
            </a:p>
            <a:p>
              <a:pPr eaLnBrk="1" hangingPunct="1">
                <a:spcBef>
                  <a:spcPct val="0"/>
                </a:spcBef>
                <a:buClrTx/>
                <a:buFontTx/>
                <a:buNone/>
              </a:pPr>
              <a:endParaRPr kumimoji="1" lang="zh-CN" altLang="en-US" sz="1400" b="1">
                <a:latin typeface="Times New Roman" panose="02020603050405020304" pitchFamily="18" charset="0"/>
              </a:endParaRPr>
            </a:p>
            <a:p>
              <a:pPr eaLnBrk="1" hangingPunct="1">
                <a:spcBef>
                  <a:spcPct val="0"/>
                </a:spcBef>
                <a:buClrTx/>
                <a:buFontTx/>
                <a:buNone/>
              </a:pPr>
              <a:endParaRPr kumimoji="1" lang="zh-CN" altLang="en-US" sz="1400" b="1">
                <a:latin typeface="Times New Roman" panose="02020603050405020304" pitchFamily="18" charset="0"/>
              </a:endParaRPr>
            </a:p>
            <a:p>
              <a:pPr eaLnBrk="1" hangingPunct="1">
                <a:spcBef>
                  <a:spcPct val="0"/>
                </a:spcBef>
                <a:buClrTx/>
                <a:buFontTx/>
                <a:buNone/>
              </a:pPr>
              <a:endParaRPr kumimoji="1" lang="zh-CN" altLang="en-US" sz="1400" b="1">
                <a:latin typeface="Times New Roman" panose="02020603050405020304" pitchFamily="18" charset="0"/>
              </a:endParaRPr>
            </a:p>
            <a:p>
              <a:pPr eaLnBrk="1" hangingPunct="1">
                <a:spcBef>
                  <a:spcPct val="0"/>
                </a:spcBef>
                <a:buClrTx/>
                <a:buFontTx/>
                <a:buNone/>
              </a:pPr>
              <a:r>
                <a:rPr kumimoji="1" lang="zh-CN" altLang="en-US" sz="1400" b="1">
                  <a:latin typeface="Times New Roman" panose="02020603050405020304" pitchFamily="18" charset="0"/>
                </a:rPr>
                <a:t>角色职责识别：</a:t>
              </a:r>
            </a:p>
            <a:p>
              <a:pPr eaLnBrk="1" hangingPunct="1">
                <a:spcBef>
                  <a:spcPct val="0"/>
                </a:spcBef>
                <a:buClrTx/>
                <a:buFontTx/>
                <a:buNone/>
              </a:pPr>
              <a:endParaRPr kumimoji="1" lang="zh-CN" altLang="en-US" sz="1400" b="1">
                <a:latin typeface="Times New Roman" panose="02020603050405020304" pitchFamily="18" charset="0"/>
              </a:endParaRPr>
            </a:p>
            <a:p>
              <a:pPr eaLnBrk="1" hangingPunct="1">
                <a:spcBef>
                  <a:spcPct val="0"/>
                </a:spcBef>
                <a:buClrTx/>
                <a:buFontTx/>
                <a:buNone/>
              </a:pPr>
              <a:endParaRPr kumimoji="1" lang="zh-CN" altLang="en-US" sz="1400" b="1">
                <a:latin typeface="Times New Roman" panose="02020603050405020304" pitchFamily="18" charset="0"/>
              </a:endParaRPr>
            </a:p>
            <a:p>
              <a:pPr eaLnBrk="1" hangingPunct="1">
                <a:spcBef>
                  <a:spcPct val="0"/>
                </a:spcBef>
                <a:buClrTx/>
                <a:buFontTx/>
                <a:buNone/>
              </a:pPr>
              <a:endParaRPr kumimoji="1" lang="en-US" altLang="zh-CN" sz="1400" b="1">
                <a:latin typeface="Times New Roman" panose="02020603050405020304" pitchFamily="18" charset="0"/>
              </a:endParaRPr>
            </a:p>
          </p:txBody>
        </p:sp>
        <p:sp>
          <p:nvSpPr>
            <p:cNvPr id="40978" name="Rectangle 14"/>
            <p:cNvSpPr>
              <a:spLocks noChangeArrowheads="1"/>
            </p:cNvSpPr>
            <p:nvPr/>
          </p:nvSpPr>
          <p:spPr bwMode="auto">
            <a:xfrm>
              <a:off x="4415" y="2253"/>
              <a:ext cx="1089" cy="1314"/>
            </a:xfrm>
            <a:prstGeom prst="rect">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40979" name="Line 15"/>
            <p:cNvSpPr>
              <a:spLocks noChangeShapeType="1"/>
            </p:cNvSpPr>
            <p:nvPr/>
          </p:nvSpPr>
          <p:spPr bwMode="auto">
            <a:xfrm>
              <a:off x="4882" y="2414"/>
              <a:ext cx="55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980" name="Line 16"/>
            <p:cNvSpPr>
              <a:spLocks noChangeShapeType="1"/>
            </p:cNvSpPr>
            <p:nvPr/>
          </p:nvSpPr>
          <p:spPr bwMode="auto">
            <a:xfrm>
              <a:off x="4562" y="2697"/>
              <a:ext cx="84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981" name="Line 17"/>
            <p:cNvSpPr>
              <a:spLocks noChangeShapeType="1"/>
            </p:cNvSpPr>
            <p:nvPr/>
          </p:nvSpPr>
          <p:spPr bwMode="auto">
            <a:xfrm>
              <a:off x="4568" y="2892"/>
              <a:ext cx="84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982" name="Line 18"/>
            <p:cNvSpPr>
              <a:spLocks noChangeShapeType="1"/>
            </p:cNvSpPr>
            <p:nvPr/>
          </p:nvSpPr>
          <p:spPr bwMode="auto">
            <a:xfrm>
              <a:off x="4556" y="3267"/>
              <a:ext cx="84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0983" name="Line 19"/>
            <p:cNvSpPr>
              <a:spLocks noChangeShapeType="1"/>
            </p:cNvSpPr>
            <p:nvPr/>
          </p:nvSpPr>
          <p:spPr bwMode="auto">
            <a:xfrm>
              <a:off x="4571" y="3417"/>
              <a:ext cx="842"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09972" name="Text Box 20"/>
          <p:cNvSpPr txBox="1">
            <a:spLocks noChangeArrowheads="1"/>
          </p:cNvSpPr>
          <p:nvPr/>
        </p:nvSpPr>
        <p:spPr bwMode="auto">
          <a:xfrm>
            <a:off x="6761163" y="5878513"/>
            <a:ext cx="22510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FontTx/>
              <a:buNone/>
            </a:pPr>
            <a:r>
              <a:rPr kumimoji="1" lang="zh-CN" altLang="en-US" sz="1600">
                <a:latin typeface="Times New Roman" panose="02020603050405020304" pitchFamily="18" charset="0"/>
              </a:rPr>
              <a:t>角色描述模板</a:t>
            </a:r>
          </a:p>
        </p:txBody>
      </p:sp>
      <p:sp>
        <p:nvSpPr>
          <p:cNvPr id="509973" name="Text Box 21"/>
          <p:cNvSpPr txBox="1">
            <a:spLocks noChangeArrowheads="1"/>
          </p:cNvSpPr>
          <p:nvPr/>
        </p:nvSpPr>
        <p:spPr bwMode="auto">
          <a:xfrm>
            <a:off x="493713" y="5411788"/>
            <a:ext cx="5980112"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kumimoji="1" lang="en-US" altLang="zh-CN" sz="2400" b="1">
                <a:latin typeface="Times New Roman" panose="02020603050405020304" pitchFamily="18" charset="0"/>
                <a:ea typeface="楷体_GB2312" pitchFamily="49" charset="-122"/>
              </a:rPr>
              <a:t>      </a:t>
            </a:r>
            <a:r>
              <a:rPr kumimoji="1" lang="zh-CN" altLang="en-US" sz="2400" b="1">
                <a:latin typeface="Times New Roman" panose="02020603050405020304" pitchFamily="18" charset="0"/>
                <a:ea typeface="楷体_GB2312" pitchFamily="49" charset="-122"/>
              </a:rPr>
              <a:t>还应画出相应的执行者描述模板及用例描述模板。</a:t>
            </a:r>
          </a:p>
        </p:txBody>
      </p:sp>
      <p:sp>
        <p:nvSpPr>
          <p:cNvPr id="40974" name="Oval 22">
            <a:hlinkClick r:id="" action="ppaction://hlinkshowjump?jump=previousslide"/>
          </p:cNvPr>
          <p:cNvSpPr>
            <a:spLocks noChangeArrowheads="1"/>
          </p:cNvSpPr>
          <p:nvPr/>
        </p:nvSpPr>
        <p:spPr bwMode="auto">
          <a:xfrm>
            <a:off x="6356350" y="6365875"/>
            <a:ext cx="762000" cy="381000"/>
          </a:xfrm>
          <a:prstGeom prst="ellipse">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round/>
                <a:headEnd/>
                <a:tailEnd/>
              </a14:hiddenLine>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40975" name="Oval 23">
            <a:hlinkClick r:id="" action="ppaction://hlinkshowjump?jump=nextslide"/>
          </p:cNvPr>
          <p:cNvSpPr>
            <a:spLocks noChangeArrowheads="1"/>
          </p:cNvSpPr>
          <p:nvPr/>
        </p:nvSpPr>
        <p:spPr bwMode="auto">
          <a:xfrm>
            <a:off x="7245350" y="6365875"/>
            <a:ext cx="762000" cy="381000"/>
          </a:xfrm>
          <a:prstGeom prst="ellipse">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round/>
                <a:headEnd/>
                <a:tailEnd/>
              </a14:hiddenLine>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40976" name="Oval 24">
            <a:hlinkClick r:id="" action="ppaction://hlinkshowjump?jump=firstslide"/>
          </p:cNvPr>
          <p:cNvSpPr>
            <a:spLocks noChangeArrowheads="1"/>
          </p:cNvSpPr>
          <p:nvPr/>
        </p:nvSpPr>
        <p:spPr bwMode="auto">
          <a:xfrm>
            <a:off x="8137525" y="6356350"/>
            <a:ext cx="762000" cy="381000"/>
          </a:xfrm>
          <a:prstGeom prst="ellipse">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round/>
                <a:headEnd/>
                <a:tailEnd/>
              </a14:hiddenLine>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Tree>
  </p:cSld>
  <p:clrMapOvr>
    <a:masterClrMapping/>
  </p:clrMapOvr>
  <p:transition advClick="0">
    <p:wheel spokes="8"/>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1000"/>
                                  </p:stCondLst>
                                  <p:childTnLst>
                                    <p:set>
                                      <p:cBhvr>
                                        <p:cTn id="6" dur="1" fill="hold">
                                          <p:stCondLst>
                                            <p:cond delay="0"/>
                                          </p:stCondLst>
                                        </p:cTn>
                                        <p:tgtEl>
                                          <p:spTgt spid="509956">
                                            <p:txEl>
                                              <p:pRg st="0" end="0"/>
                                            </p:txEl>
                                          </p:spTgt>
                                        </p:tgtEl>
                                        <p:attrNameLst>
                                          <p:attrName>style.visibility</p:attrName>
                                        </p:attrNameLst>
                                      </p:cBhvr>
                                      <p:to>
                                        <p:strVal val="visible"/>
                                      </p:to>
                                    </p:set>
                                    <p:animEffect transition="in" filter="wipe(up)">
                                      <p:cBhvr>
                                        <p:cTn id="7" dur="500"/>
                                        <p:tgtEl>
                                          <p:spTgt spid="50995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09957"/>
                                        </p:tgtEl>
                                        <p:attrNameLst>
                                          <p:attrName>style.visibility</p:attrName>
                                        </p:attrNameLst>
                                      </p:cBhvr>
                                      <p:to>
                                        <p:strVal val="visible"/>
                                      </p:to>
                                    </p:set>
                                    <p:animEffect transition="in" filter="wipe(left)">
                                      <p:cBhvr>
                                        <p:cTn id="12" dur="500"/>
                                        <p:tgtEl>
                                          <p:spTgt spid="50995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09960"/>
                                        </p:tgtEl>
                                        <p:attrNameLst>
                                          <p:attrName>style.visibility</p:attrName>
                                        </p:attrNameLst>
                                      </p:cBhvr>
                                      <p:to>
                                        <p:strVal val="visible"/>
                                      </p:to>
                                    </p:set>
                                    <p:animEffect transition="in" filter="wipe(left)">
                                      <p:cBhvr>
                                        <p:cTn id="17" dur="500"/>
                                        <p:tgtEl>
                                          <p:spTgt spid="50996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09962"/>
                                        </p:tgtEl>
                                        <p:attrNameLst>
                                          <p:attrName>style.visibility</p:attrName>
                                        </p:attrNameLst>
                                      </p:cBhvr>
                                      <p:to>
                                        <p:strVal val="visible"/>
                                      </p:to>
                                    </p:set>
                                    <p:animEffect transition="in" filter="wipe(left)">
                                      <p:cBhvr>
                                        <p:cTn id="22" dur="500"/>
                                        <p:tgtEl>
                                          <p:spTgt spid="50996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09961"/>
                                        </p:tgtEl>
                                        <p:attrNameLst>
                                          <p:attrName>style.visibility</p:attrName>
                                        </p:attrNameLst>
                                      </p:cBhvr>
                                      <p:to>
                                        <p:strVal val="visible"/>
                                      </p:to>
                                    </p:set>
                                    <p:animEffect transition="in" filter="wipe(left)">
                                      <p:cBhvr>
                                        <p:cTn id="27" dur="500"/>
                                        <p:tgtEl>
                                          <p:spTgt spid="50996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09963"/>
                                        </p:tgtEl>
                                        <p:attrNameLst>
                                          <p:attrName>style.visibility</p:attrName>
                                        </p:attrNameLst>
                                      </p:cBhvr>
                                      <p:to>
                                        <p:strVal val="visible"/>
                                      </p:to>
                                    </p:set>
                                    <p:animEffect transition="in" filter="wipe(left)">
                                      <p:cBhvr>
                                        <p:cTn id="32" dur="500"/>
                                        <p:tgtEl>
                                          <p:spTgt spid="50996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509973"/>
                                        </p:tgtEl>
                                        <p:attrNameLst>
                                          <p:attrName>style.visibility</p:attrName>
                                        </p:attrNameLst>
                                      </p:cBhvr>
                                      <p:to>
                                        <p:strVal val="visible"/>
                                      </p:to>
                                    </p:set>
                                    <p:animEffect transition="in" filter="wipe(up)">
                                      <p:cBhvr>
                                        <p:cTn id="37" dur="500"/>
                                        <p:tgtEl>
                                          <p:spTgt spid="509973"/>
                                        </p:tgtEl>
                                      </p:cBhvr>
                                    </p:animEffect>
                                  </p:childTnLst>
                                </p:cTn>
                              </p:par>
                            </p:childTnLst>
                          </p:cTn>
                        </p:par>
                        <p:par>
                          <p:cTn id="38" fill="hold" nodeType="afterGroup">
                            <p:stCondLst>
                              <p:cond delay="500"/>
                            </p:stCondLst>
                            <p:childTnLst>
                              <p:par>
                                <p:cTn id="39" presetID="1" presetClass="entr" presetSubtype="0" fill="hold" nodeType="afterEffect">
                                  <p:stCondLst>
                                    <p:cond delay="0"/>
                                  </p:stCondLst>
                                  <p:childTnLst>
                                    <p:set>
                                      <p:cBhvr>
                                        <p:cTn id="40" dur="1" fill="hold">
                                          <p:stCondLst>
                                            <p:cond delay="499"/>
                                          </p:stCondLst>
                                        </p:cTn>
                                        <p:tgtEl>
                                          <p:spTgt spid="509964"/>
                                        </p:tgtEl>
                                        <p:attrNameLst>
                                          <p:attrName>style.visibility</p:attrName>
                                        </p:attrNameLst>
                                      </p:cBhvr>
                                      <p:to>
                                        <p:strVal val="visible"/>
                                      </p:to>
                                    </p:set>
                                  </p:childTnLst>
                                </p:cTn>
                              </p:par>
                            </p:childTnLst>
                          </p:cTn>
                        </p:par>
                        <p:par>
                          <p:cTn id="41" fill="hold" nodeType="afterGroup">
                            <p:stCondLst>
                              <p:cond delay="1000"/>
                            </p:stCondLst>
                            <p:childTnLst>
                              <p:par>
                                <p:cTn id="42" presetID="1" presetClass="entr" presetSubtype="0" fill="hold" grpId="0" nodeType="afterEffect">
                                  <p:stCondLst>
                                    <p:cond delay="0"/>
                                  </p:stCondLst>
                                  <p:childTnLst>
                                    <p:set>
                                      <p:cBhvr>
                                        <p:cTn id="43" dur="1" fill="hold">
                                          <p:stCondLst>
                                            <p:cond delay="499"/>
                                          </p:stCondLst>
                                        </p:cTn>
                                        <p:tgtEl>
                                          <p:spTgt spid="5099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9956" grpId="0" build="p" autoUpdateAnimBg="0" advAuto="1000"/>
      <p:bldP spid="509957" grpId="0" autoUpdateAnimBg="0"/>
      <p:bldP spid="509960" grpId="0" autoUpdateAnimBg="0"/>
      <p:bldP spid="509961" grpId="0" autoUpdateAnimBg="0"/>
      <p:bldP spid="509962" grpId="0" autoUpdateAnimBg="0"/>
      <p:bldP spid="509963" grpId="0" autoUpdateAnimBg="0"/>
      <p:bldP spid="509972" grpId="0" autoUpdateAnimBg="0"/>
      <p:bldP spid="509973"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日期占位符 2"/>
          <p:cNvSpPr>
            <a:spLocks noGrp="1"/>
          </p:cNvSpPr>
          <p:nvPr>
            <p:ph type="dt" sz="quarter" idx="10"/>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78A4A66D-4918-4D39-B1DE-999ACE18BA86}" type="datetime8">
              <a:rPr lang="zh-CN" altLang="en-US" sz="1400" smtClean="0"/>
              <a:pPr>
                <a:spcBef>
                  <a:spcPct val="0"/>
                </a:spcBef>
                <a:buClrTx/>
                <a:buFontTx/>
                <a:buNone/>
              </a:pPr>
              <a:t>2020年5月12日3时0分</a:t>
            </a:fld>
            <a:endParaRPr lang="en-US" altLang="zh-CN" sz="1400" smtClean="0"/>
          </a:p>
        </p:txBody>
      </p:sp>
      <p:sp>
        <p:nvSpPr>
          <p:cNvPr id="41987" name="灯片编号占位符 4"/>
          <p:cNvSpPr>
            <a:spLocks noGrp="1"/>
          </p:cNvSpPr>
          <p:nvPr>
            <p:ph type="sldNum" sz="quarter" idx="12"/>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7A8B2955-2962-4F7D-A5E4-1BD2AD1710AA}" type="slidenum">
              <a:rPr lang="en-US" altLang="zh-CN" sz="1400" smtClean="0"/>
              <a:pPr>
                <a:spcBef>
                  <a:spcPct val="0"/>
                </a:spcBef>
                <a:buClrTx/>
                <a:buFontTx/>
                <a:buNone/>
              </a:pPr>
              <a:t>27</a:t>
            </a:fld>
            <a:endParaRPr lang="en-US" altLang="zh-CN" sz="1400" smtClean="0"/>
          </a:p>
        </p:txBody>
      </p:sp>
      <p:sp>
        <p:nvSpPr>
          <p:cNvPr id="510978" name="Rectangle 2"/>
          <p:cNvSpPr>
            <a:spLocks noGrp="1" noRot="1" noChangeArrowheads="1"/>
          </p:cNvSpPr>
          <p:nvPr>
            <p:ph type="title"/>
          </p:nvPr>
        </p:nvSpPr>
        <p:spPr>
          <a:xfrm>
            <a:off x="425450" y="376238"/>
            <a:ext cx="7772400" cy="504825"/>
          </a:xfrm>
        </p:spPr>
        <p:txBody>
          <a:bodyPr/>
          <a:lstStyle/>
          <a:p>
            <a:pPr algn="l" eaLnBrk="1" hangingPunct="1">
              <a:defRPr/>
            </a:pPr>
            <a:r>
              <a:rPr lang="zh-CN" altLang="en-US" sz="2400" b="1" smtClean="0">
                <a:solidFill>
                  <a:schemeClr val="tx1"/>
                </a:solidFill>
                <a:effectLst>
                  <a:outerShdw blurRad="38100" dist="38100" dir="2700000" algn="tl">
                    <a:srgbClr val="C0C0C0"/>
                  </a:outerShdw>
                </a:effectLst>
                <a:latin typeface="楷体_GB2312" pitchFamily="49" charset="-122"/>
                <a:ea typeface="楷体_GB2312" pitchFamily="49" charset="-122"/>
              </a:rPr>
              <a:t>例</a:t>
            </a:r>
            <a:r>
              <a:rPr lang="en-US" altLang="zh-CN" sz="2400" b="1" smtClean="0">
                <a:solidFill>
                  <a:schemeClr val="tx1"/>
                </a:solidFill>
                <a:effectLst>
                  <a:outerShdw blurRad="38100" dist="38100" dir="2700000" algn="tl">
                    <a:srgbClr val="C0C0C0"/>
                  </a:outerShdw>
                </a:effectLst>
                <a:latin typeface="楷体_GB2312" pitchFamily="49" charset="-122"/>
                <a:ea typeface="楷体_GB2312" pitchFamily="49" charset="-122"/>
              </a:rPr>
              <a:t>1 </a:t>
            </a:r>
            <a:r>
              <a:rPr lang="zh-CN" altLang="en-US" sz="2400" b="1" smtClean="0">
                <a:solidFill>
                  <a:schemeClr val="tx1"/>
                </a:solidFill>
                <a:effectLst>
                  <a:outerShdw blurRad="38100" dist="38100" dir="2700000" algn="tl">
                    <a:srgbClr val="C0C0C0"/>
                  </a:outerShdw>
                </a:effectLst>
                <a:latin typeface="楷体_GB2312" pitchFamily="49" charset="-122"/>
                <a:ea typeface="楷体_GB2312" pitchFamily="49" charset="-122"/>
              </a:rPr>
              <a:t>项目与资源管理系统（</a:t>
            </a:r>
            <a:r>
              <a:rPr lang="en-US" altLang="zh-CN" sz="2400" b="1" smtClean="0">
                <a:solidFill>
                  <a:schemeClr val="tx1"/>
                </a:solidFill>
                <a:effectLst>
                  <a:outerShdw blurRad="38100" dist="38100" dir="2700000" algn="tl">
                    <a:srgbClr val="C0C0C0"/>
                  </a:outerShdw>
                </a:effectLst>
                <a:latin typeface="楷体_GB2312" pitchFamily="49" charset="-122"/>
                <a:ea typeface="楷体_GB2312" pitchFamily="49" charset="-122"/>
              </a:rPr>
              <a:t>PRMS</a:t>
            </a:r>
            <a:r>
              <a:rPr lang="zh-CN" altLang="en-US" sz="2400" b="1" smtClean="0">
                <a:solidFill>
                  <a:schemeClr val="tx1"/>
                </a:solidFill>
                <a:effectLst>
                  <a:outerShdw blurRad="38100" dist="38100" dir="2700000" algn="tl">
                    <a:srgbClr val="C0C0C0"/>
                  </a:outerShdw>
                </a:effectLst>
                <a:latin typeface="楷体_GB2312" pitchFamily="49" charset="-122"/>
                <a:ea typeface="楷体_GB2312" pitchFamily="49" charset="-122"/>
              </a:rPr>
              <a:t>）</a:t>
            </a:r>
          </a:p>
        </p:txBody>
      </p:sp>
      <p:grpSp>
        <p:nvGrpSpPr>
          <p:cNvPr id="510979" name="Group 3"/>
          <p:cNvGrpSpPr>
            <a:grpSpLocks/>
          </p:cNvGrpSpPr>
          <p:nvPr/>
        </p:nvGrpSpPr>
        <p:grpSpPr bwMode="auto">
          <a:xfrm>
            <a:off x="4276725" y="1158875"/>
            <a:ext cx="4435475" cy="4922838"/>
            <a:chOff x="2694" y="730"/>
            <a:chExt cx="2794" cy="3101"/>
          </a:xfrm>
        </p:grpSpPr>
        <p:sp>
          <p:nvSpPr>
            <p:cNvPr id="42032" name="Oval 4"/>
            <p:cNvSpPr>
              <a:spLocks noChangeArrowheads="1"/>
            </p:cNvSpPr>
            <p:nvPr/>
          </p:nvSpPr>
          <p:spPr bwMode="auto">
            <a:xfrm>
              <a:off x="3641" y="840"/>
              <a:ext cx="686" cy="274"/>
            </a:xfrm>
            <a:prstGeom prst="ellipse">
              <a:avLst/>
            </a:prstGeom>
            <a:solidFill>
              <a:schemeClr val="tx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600" b="1">
                  <a:solidFill>
                    <a:schemeClr val="bg2"/>
                  </a:solidFill>
                  <a:latin typeface="Times New Roman" panose="02020603050405020304" pitchFamily="18" charset="0"/>
                </a:rPr>
                <a:t>添加技能</a:t>
              </a:r>
            </a:p>
          </p:txBody>
        </p:sp>
        <p:sp>
          <p:nvSpPr>
            <p:cNvPr id="42033" name="Oval 5"/>
            <p:cNvSpPr>
              <a:spLocks noChangeArrowheads="1"/>
            </p:cNvSpPr>
            <p:nvPr/>
          </p:nvSpPr>
          <p:spPr bwMode="auto">
            <a:xfrm>
              <a:off x="3638" y="1206"/>
              <a:ext cx="686" cy="274"/>
            </a:xfrm>
            <a:prstGeom prst="ellipse">
              <a:avLst/>
            </a:prstGeom>
            <a:solidFill>
              <a:schemeClr val="tx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600" b="1">
                  <a:solidFill>
                    <a:schemeClr val="bg2"/>
                  </a:solidFill>
                  <a:latin typeface="Times New Roman" panose="02020603050405020304" pitchFamily="18" charset="0"/>
                </a:rPr>
                <a:t>删除技能</a:t>
              </a:r>
            </a:p>
          </p:txBody>
        </p:sp>
        <p:sp>
          <p:nvSpPr>
            <p:cNvPr id="42034" name="Oval 6"/>
            <p:cNvSpPr>
              <a:spLocks noChangeArrowheads="1"/>
            </p:cNvSpPr>
            <p:nvPr/>
          </p:nvSpPr>
          <p:spPr bwMode="auto">
            <a:xfrm>
              <a:off x="3653" y="1545"/>
              <a:ext cx="686" cy="274"/>
            </a:xfrm>
            <a:prstGeom prst="ellipse">
              <a:avLst/>
            </a:prstGeom>
            <a:solidFill>
              <a:schemeClr val="tx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600" b="1">
                  <a:solidFill>
                    <a:schemeClr val="bg2"/>
                  </a:solidFill>
                  <a:latin typeface="Times New Roman" panose="02020603050405020304" pitchFamily="18" charset="0"/>
                </a:rPr>
                <a:t>更新技能</a:t>
              </a:r>
            </a:p>
          </p:txBody>
        </p:sp>
        <p:sp>
          <p:nvSpPr>
            <p:cNvPr id="42035" name="Rectangle 7"/>
            <p:cNvSpPr>
              <a:spLocks noChangeArrowheads="1"/>
            </p:cNvSpPr>
            <p:nvPr/>
          </p:nvSpPr>
          <p:spPr bwMode="auto">
            <a:xfrm>
              <a:off x="3367" y="730"/>
              <a:ext cx="2121" cy="2769"/>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42036" name="Line 8"/>
            <p:cNvSpPr>
              <a:spLocks noChangeShapeType="1"/>
            </p:cNvSpPr>
            <p:nvPr/>
          </p:nvSpPr>
          <p:spPr bwMode="auto">
            <a:xfrm>
              <a:off x="3146" y="1908"/>
              <a:ext cx="523" cy="147"/>
            </a:xfrm>
            <a:prstGeom prst="line">
              <a:avLst/>
            </a:prstGeom>
            <a:noFill/>
            <a:ln w="28575">
              <a:solidFill>
                <a:schemeClr val="tx2"/>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grpSp>
          <p:nvGrpSpPr>
            <p:cNvPr id="42037" name="Group 9"/>
            <p:cNvGrpSpPr>
              <a:grpSpLocks/>
            </p:cNvGrpSpPr>
            <p:nvPr/>
          </p:nvGrpSpPr>
          <p:grpSpPr bwMode="auto">
            <a:xfrm>
              <a:off x="2694" y="1727"/>
              <a:ext cx="710" cy="712"/>
              <a:chOff x="204" y="992"/>
              <a:chExt cx="710" cy="787"/>
            </a:xfrm>
          </p:grpSpPr>
          <p:sp>
            <p:nvSpPr>
              <p:cNvPr id="42069" name="Text Box 10"/>
              <p:cNvSpPr txBox="1">
                <a:spLocks noChangeArrowheads="1"/>
              </p:cNvSpPr>
              <p:nvPr/>
            </p:nvSpPr>
            <p:spPr bwMode="auto">
              <a:xfrm>
                <a:off x="204" y="1567"/>
                <a:ext cx="710" cy="212"/>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BA55"/>
                    </a:solidFill>
                    <a:miter lim="800000"/>
                    <a:headEnd/>
                    <a:tailEnd/>
                  </a14:hiddenLine>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zh-CN" altLang="en-US" sz="1400" b="1">
                    <a:solidFill>
                      <a:srgbClr val="FFFFFF"/>
                    </a:solidFill>
                    <a:latin typeface="Times New Roman" panose="02020603050405020304" pitchFamily="18" charset="0"/>
                  </a:rPr>
                  <a:t>资源管理员</a:t>
                </a:r>
              </a:p>
            </p:txBody>
          </p:sp>
          <p:sp>
            <p:nvSpPr>
              <p:cNvPr id="42070" name="Oval 11"/>
              <p:cNvSpPr>
                <a:spLocks noChangeArrowheads="1"/>
              </p:cNvSpPr>
              <p:nvPr/>
            </p:nvSpPr>
            <p:spPr bwMode="auto">
              <a:xfrm>
                <a:off x="473" y="992"/>
                <a:ext cx="134" cy="132"/>
              </a:xfrm>
              <a:prstGeom prst="ellips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42071" name="Line 12"/>
              <p:cNvSpPr>
                <a:spLocks noChangeShapeType="1"/>
              </p:cNvSpPr>
              <p:nvPr/>
            </p:nvSpPr>
            <p:spPr bwMode="auto">
              <a:xfrm>
                <a:off x="531" y="1124"/>
                <a:ext cx="0" cy="261"/>
              </a:xfrm>
              <a:prstGeom prst="lin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42072" name="Line 13"/>
              <p:cNvSpPr>
                <a:spLocks noChangeShapeType="1"/>
              </p:cNvSpPr>
              <p:nvPr/>
            </p:nvSpPr>
            <p:spPr bwMode="auto">
              <a:xfrm flipH="1">
                <a:off x="435" y="1385"/>
                <a:ext cx="96" cy="163"/>
              </a:xfrm>
              <a:prstGeom prst="lin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42073" name="Line 14"/>
              <p:cNvSpPr>
                <a:spLocks noChangeShapeType="1"/>
              </p:cNvSpPr>
              <p:nvPr/>
            </p:nvSpPr>
            <p:spPr bwMode="auto">
              <a:xfrm>
                <a:off x="531" y="1385"/>
                <a:ext cx="95" cy="163"/>
              </a:xfrm>
              <a:prstGeom prst="lin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42074" name="Line 15"/>
              <p:cNvSpPr>
                <a:spLocks noChangeShapeType="1"/>
              </p:cNvSpPr>
              <p:nvPr/>
            </p:nvSpPr>
            <p:spPr bwMode="auto">
              <a:xfrm>
                <a:off x="443" y="1198"/>
                <a:ext cx="229" cy="0"/>
              </a:xfrm>
              <a:prstGeom prst="lin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grpSp>
        <p:sp>
          <p:nvSpPr>
            <p:cNvPr id="42038" name="Oval 16"/>
            <p:cNvSpPr>
              <a:spLocks noChangeArrowheads="1"/>
            </p:cNvSpPr>
            <p:nvPr/>
          </p:nvSpPr>
          <p:spPr bwMode="auto">
            <a:xfrm>
              <a:off x="3656" y="1926"/>
              <a:ext cx="686" cy="274"/>
            </a:xfrm>
            <a:prstGeom prst="ellipse">
              <a:avLst/>
            </a:prstGeom>
            <a:solidFill>
              <a:schemeClr val="tx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600" b="1">
                  <a:solidFill>
                    <a:schemeClr val="bg2"/>
                  </a:solidFill>
                  <a:latin typeface="Times New Roman" panose="02020603050405020304" pitchFamily="18" charset="0"/>
                </a:rPr>
                <a:t>添加资源</a:t>
              </a:r>
            </a:p>
          </p:txBody>
        </p:sp>
        <p:sp>
          <p:nvSpPr>
            <p:cNvPr id="42039" name="Oval 17"/>
            <p:cNvSpPr>
              <a:spLocks noChangeArrowheads="1"/>
            </p:cNvSpPr>
            <p:nvPr/>
          </p:nvSpPr>
          <p:spPr bwMode="auto">
            <a:xfrm>
              <a:off x="3662" y="2292"/>
              <a:ext cx="686" cy="274"/>
            </a:xfrm>
            <a:prstGeom prst="ellipse">
              <a:avLst/>
            </a:prstGeom>
            <a:solidFill>
              <a:schemeClr val="tx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600" b="1">
                  <a:solidFill>
                    <a:schemeClr val="bg2"/>
                  </a:solidFill>
                  <a:latin typeface="Times New Roman" panose="02020603050405020304" pitchFamily="18" charset="0"/>
                </a:rPr>
                <a:t>删除资源</a:t>
              </a:r>
            </a:p>
          </p:txBody>
        </p:sp>
        <p:sp>
          <p:nvSpPr>
            <p:cNvPr id="42040" name="Oval 18"/>
            <p:cNvSpPr>
              <a:spLocks noChangeArrowheads="1"/>
            </p:cNvSpPr>
            <p:nvPr/>
          </p:nvSpPr>
          <p:spPr bwMode="auto">
            <a:xfrm>
              <a:off x="3677" y="2631"/>
              <a:ext cx="686" cy="274"/>
            </a:xfrm>
            <a:prstGeom prst="ellipse">
              <a:avLst/>
            </a:prstGeom>
            <a:solidFill>
              <a:schemeClr val="tx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600" b="1">
                  <a:solidFill>
                    <a:schemeClr val="bg2"/>
                  </a:solidFill>
                  <a:latin typeface="Times New Roman" panose="02020603050405020304" pitchFamily="18" charset="0"/>
                </a:rPr>
                <a:t>更新资源</a:t>
              </a:r>
            </a:p>
          </p:txBody>
        </p:sp>
        <p:sp>
          <p:nvSpPr>
            <p:cNvPr id="42041" name="Oval 19"/>
            <p:cNvSpPr>
              <a:spLocks noChangeArrowheads="1"/>
            </p:cNvSpPr>
            <p:nvPr/>
          </p:nvSpPr>
          <p:spPr bwMode="auto">
            <a:xfrm>
              <a:off x="4735" y="1203"/>
              <a:ext cx="622" cy="274"/>
            </a:xfrm>
            <a:prstGeom prst="ellipse">
              <a:avLst/>
            </a:prstGeom>
            <a:solidFill>
              <a:schemeClr val="tx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600" b="1">
                  <a:solidFill>
                    <a:schemeClr val="bg2"/>
                  </a:solidFill>
                  <a:latin typeface="Times New Roman" panose="02020603050405020304" pitchFamily="18" charset="0"/>
                </a:rPr>
                <a:t>查找技能</a:t>
              </a:r>
            </a:p>
          </p:txBody>
        </p:sp>
        <p:sp>
          <p:nvSpPr>
            <p:cNvPr id="42042" name="Line 20"/>
            <p:cNvSpPr>
              <a:spLocks noChangeShapeType="1"/>
            </p:cNvSpPr>
            <p:nvPr/>
          </p:nvSpPr>
          <p:spPr bwMode="auto">
            <a:xfrm flipV="1">
              <a:off x="3147" y="1041"/>
              <a:ext cx="522" cy="749"/>
            </a:xfrm>
            <a:prstGeom prst="line">
              <a:avLst/>
            </a:prstGeom>
            <a:noFill/>
            <a:ln w="28575">
              <a:solidFill>
                <a:schemeClr val="tx2"/>
              </a:solidFill>
              <a:round/>
              <a:headEnd/>
              <a:tailEnd/>
            </a:ln>
            <a:effectLst>
              <a:prstShdw prst="shdw17" dist="17961" dir="2700000">
                <a:schemeClr val="bg2"/>
              </a:prstShdw>
            </a:effectLst>
            <a:extLst>
              <a:ext uri="{909E8E84-426E-40DD-AFC4-6F175D3DCCD1}">
                <a14:hiddenFill xmlns:a14="http://schemas.microsoft.com/office/drawing/2010/main">
                  <a:noFill/>
                </a14:hiddenFill>
              </a:ext>
            </a:extLst>
          </p:spPr>
          <p:txBody>
            <a:bodyPr/>
            <a:lstStyle/>
            <a:p>
              <a:endParaRPr lang="zh-CN" altLang="en-US"/>
            </a:p>
          </p:txBody>
        </p:sp>
        <p:sp>
          <p:nvSpPr>
            <p:cNvPr id="42043" name="Line 21"/>
            <p:cNvSpPr>
              <a:spLocks noChangeShapeType="1"/>
            </p:cNvSpPr>
            <p:nvPr/>
          </p:nvSpPr>
          <p:spPr bwMode="auto">
            <a:xfrm flipV="1">
              <a:off x="3212" y="1379"/>
              <a:ext cx="448" cy="448"/>
            </a:xfrm>
            <a:prstGeom prst="line">
              <a:avLst/>
            </a:prstGeom>
            <a:noFill/>
            <a:ln w="28575">
              <a:solidFill>
                <a:schemeClr val="tx2"/>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42044" name="Line 22"/>
            <p:cNvSpPr>
              <a:spLocks noChangeShapeType="1"/>
            </p:cNvSpPr>
            <p:nvPr/>
          </p:nvSpPr>
          <p:spPr bwMode="auto">
            <a:xfrm flipV="1">
              <a:off x="3230" y="1727"/>
              <a:ext cx="439" cy="128"/>
            </a:xfrm>
            <a:prstGeom prst="line">
              <a:avLst/>
            </a:prstGeom>
            <a:noFill/>
            <a:ln w="28575">
              <a:solidFill>
                <a:schemeClr val="tx2"/>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42045" name="Line 23"/>
            <p:cNvSpPr>
              <a:spLocks noChangeShapeType="1"/>
            </p:cNvSpPr>
            <p:nvPr/>
          </p:nvSpPr>
          <p:spPr bwMode="auto">
            <a:xfrm>
              <a:off x="3166" y="1983"/>
              <a:ext cx="539" cy="356"/>
            </a:xfrm>
            <a:prstGeom prst="line">
              <a:avLst/>
            </a:prstGeom>
            <a:noFill/>
            <a:ln w="28575">
              <a:solidFill>
                <a:schemeClr val="tx2"/>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42046" name="Line 24"/>
            <p:cNvSpPr>
              <a:spLocks noChangeShapeType="1"/>
            </p:cNvSpPr>
            <p:nvPr/>
          </p:nvSpPr>
          <p:spPr bwMode="auto">
            <a:xfrm>
              <a:off x="3157" y="1983"/>
              <a:ext cx="539" cy="731"/>
            </a:xfrm>
            <a:prstGeom prst="line">
              <a:avLst/>
            </a:prstGeom>
            <a:noFill/>
            <a:ln w="28575">
              <a:solidFill>
                <a:schemeClr val="tx2"/>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42047" name="AutoShape 25"/>
            <p:cNvSpPr>
              <a:spLocks noChangeArrowheads="1"/>
            </p:cNvSpPr>
            <p:nvPr/>
          </p:nvSpPr>
          <p:spPr bwMode="auto">
            <a:xfrm rot="5326053">
              <a:off x="4638" y="1303"/>
              <a:ext cx="98" cy="85"/>
            </a:xfrm>
            <a:prstGeom prst="triangle">
              <a:avLst>
                <a:gd name="adj" fmla="val 50000"/>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42048" name="Line 26"/>
            <p:cNvSpPr>
              <a:spLocks noChangeShapeType="1"/>
            </p:cNvSpPr>
            <p:nvPr/>
          </p:nvSpPr>
          <p:spPr bwMode="auto">
            <a:xfrm>
              <a:off x="4309" y="1352"/>
              <a:ext cx="33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049" name="Text Box 27"/>
            <p:cNvSpPr txBox="1">
              <a:spLocks noChangeArrowheads="1"/>
            </p:cNvSpPr>
            <p:nvPr/>
          </p:nvSpPr>
          <p:spPr bwMode="auto">
            <a:xfrm>
              <a:off x="4226" y="1131"/>
              <a:ext cx="53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kumimoji="1" lang="en-US" altLang="zh-CN" sz="1600">
                  <a:latin typeface="Times New Roman" panose="02020603050405020304" pitchFamily="18" charset="0"/>
                </a:rPr>
                <a:t>《</a:t>
              </a:r>
              <a:r>
                <a:rPr kumimoji="1" lang="zh-CN" altLang="en-US" sz="1600" b="1">
                  <a:latin typeface="Times New Roman" panose="02020603050405020304" pitchFamily="18" charset="0"/>
                </a:rPr>
                <a:t>包含</a:t>
              </a:r>
              <a:r>
                <a:rPr kumimoji="1" lang="en-US" altLang="zh-CN" sz="1600">
                  <a:latin typeface="Times New Roman" panose="02020603050405020304" pitchFamily="18" charset="0"/>
                </a:rPr>
                <a:t>》</a:t>
              </a:r>
            </a:p>
          </p:txBody>
        </p:sp>
        <p:sp>
          <p:nvSpPr>
            <p:cNvPr id="42050" name="Line 28"/>
            <p:cNvSpPr>
              <a:spLocks noChangeShapeType="1"/>
            </p:cNvSpPr>
            <p:nvPr/>
          </p:nvSpPr>
          <p:spPr bwMode="auto">
            <a:xfrm>
              <a:off x="4336" y="1690"/>
              <a:ext cx="759"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051" name="Line 29"/>
            <p:cNvSpPr>
              <a:spLocks noChangeShapeType="1"/>
            </p:cNvSpPr>
            <p:nvPr/>
          </p:nvSpPr>
          <p:spPr bwMode="auto">
            <a:xfrm flipV="1">
              <a:off x="5086" y="1580"/>
              <a:ext cx="0" cy="11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052" name="AutoShape 30"/>
            <p:cNvSpPr>
              <a:spLocks noChangeArrowheads="1"/>
            </p:cNvSpPr>
            <p:nvPr/>
          </p:nvSpPr>
          <p:spPr bwMode="auto">
            <a:xfrm>
              <a:off x="5031" y="1470"/>
              <a:ext cx="109" cy="91"/>
            </a:xfrm>
            <a:prstGeom prst="triangle">
              <a:avLst>
                <a:gd name="adj" fmla="val 50000"/>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42053" name="Oval 31"/>
            <p:cNvSpPr>
              <a:spLocks noChangeArrowheads="1"/>
            </p:cNvSpPr>
            <p:nvPr/>
          </p:nvSpPr>
          <p:spPr bwMode="auto">
            <a:xfrm>
              <a:off x="4750" y="2289"/>
              <a:ext cx="622" cy="274"/>
            </a:xfrm>
            <a:prstGeom prst="ellipse">
              <a:avLst/>
            </a:prstGeom>
            <a:solidFill>
              <a:schemeClr val="tx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600" b="1">
                  <a:solidFill>
                    <a:schemeClr val="bg2"/>
                  </a:solidFill>
                  <a:latin typeface="Times New Roman" panose="02020603050405020304" pitchFamily="18" charset="0"/>
                </a:rPr>
                <a:t>查找资源</a:t>
              </a:r>
            </a:p>
          </p:txBody>
        </p:sp>
        <p:sp>
          <p:nvSpPr>
            <p:cNvPr id="42054" name="AutoShape 32"/>
            <p:cNvSpPr>
              <a:spLocks noChangeArrowheads="1"/>
            </p:cNvSpPr>
            <p:nvPr/>
          </p:nvSpPr>
          <p:spPr bwMode="auto">
            <a:xfrm rot="5326053">
              <a:off x="4653" y="2389"/>
              <a:ext cx="98" cy="85"/>
            </a:xfrm>
            <a:prstGeom prst="triangle">
              <a:avLst>
                <a:gd name="adj" fmla="val 50000"/>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42055" name="Line 33"/>
            <p:cNvSpPr>
              <a:spLocks noChangeShapeType="1"/>
            </p:cNvSpPr>
            <p:nvPr/>
          </p:nvSpPr>
          <p:spPr bwMode="auto">
            <a:xfrm>
              <a:off x="4324" y="2438"/>
              <a:ext cx="33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056" name="Text Box 34"/>
            <p:cNvSpPr txBox="1">
              <a:spLocks noChangeArrowheads="1"/>
            </p:cNvSpPr>
            <p:nvPr/>
          </p:nvSpPr>
          <p:spPr bwMode="auto">
            <a:xfrm>
              <a:off x="4223" y="2226"/>
              <a:ext cx="53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kumimoji="1" lang="en-US" altLang="zh-CN" sz="1600">
                  <a:latin typeface="Times New Roman" panose="02020603050405020304" pitchFamily="18" charset="0"/>
                </a:rPr>
                <a:t>《</a:t>
              </a:r>
              <a:r>
                <a:rPr kumimoji="1" lang="zh-CN" altLang="en-US" sz="1600" b="1">
                  <a:latin typeface="Times New Roman" panose="02020603050405020304" pitchFamily="18" charset="0"/>
                </a:rPr>
                <a:t>包含</a:t>
              </a:r>
              <a:r>
                <a:rPr kumimoji="1" lang="en-US" altLang="zh-CN" sz="1600">
                  <a:latin typeface="Times New Roman" panose="02020603050405020304" pitchFamily="18" charset="0"/>
                </a:rPr>
                <a:t>》</a:t>
              </a:r>
            </a:p>
          </p:txBody>
        </p:sp>
        <p:sp>
          <p:nvSpPr>
            <p:cNvPr id="42057" name="Line 35"/>
            <p:cNvSpPr>
              <a:spLocks noChangeShapeType="1"/>
            </p:cNvSpPr>
            <p:nvPr/>
          </p:nvSpPr>
          <p:spPr bwMode="auto">
            <a:xfrm>
              <a:off x="4351" y="2776"/>
              <a:ext cx="759"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058" name="Line 36"/>
            <p:cNvSpPr>
              <a:spLocks noChangeShapeType="1"/>
            </p:cNvSpPr>
            <p:nvPr/>
          </p:nvSpPr>
          <p:spPr bwMode="auto">
            <a:xfrm flipV="1">
              <a:off x="5101" y="2666"/>
              <a:ext cx="0" cy="11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059" name="AutoShape 37"/>
            <p:cNvSpPr>
              <a:spLocks noChangeArrowheads="1"/>
            </p:cNvSpPr>
            <p:nvPr/>
          </p:nvSpPr>
          <p:spPr bwMode="auto">
            <a:xfrm>
              <a:off x="5046" y="2556"/>
              <a:ext cx="109" cy="91"/>
            </a:xfrm>
            <a:prstGeom prst="triangle">
              <a:avLst>
                <a:gd name="adj" fmla="val 50000"/>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42060" name="Text Box 38"/>
            <p:cNvSpPr txBox="1">
              <a:spLocks noChangeArrowheads="1"/>
            </p:cNvSpPr>
            <p:nvPr/>
          </p:nvSpPr>
          <p:spPr bwMode="auto">
            <a:xfrm>
              <a:off x="4241" y="1479"/>
              <a:ext cx="53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kumimoji="1" lang="en-US" altLang="zh-CN" sz="1600">
                  <a:latin typeface="Times New Roman" panose="02020603050405020304" pitchFamily="18" charset="0"/>
                </a:rPr>
                <a:t>《</a:t>
              </a:r>
              <a:r>
                <a:rPr kumimoji="1" lang="zh-CN" altLang="en-US" sz="1600" b="1">
                  <a:latin typeface="Times New Roman" panose="02020603050405020304" pitchFamily="18" charset="0"/>
                </a:rPr>
                <a:t>包含</a:t>
              </a:r>
              <a:r>
                <a:rPr kumimoji="1" lang="en-US" altLang="zh-CN" sz="1600">
                  <a:latin typeface="Times New Roman" panose="02020603050405020304" pitchFamily="18" charset="0"/>
                </a:rPr>
                <a:t>》</a:t>
              </a:r>
            </a:p>
          </p:txBody>
        </p:sp>
        <p:sp>
          <p:nvSpPr>
            <p:cNvPr id="42061" name="Text Box 39"/>
            <p:cNvSpPr txBox="1">
              <a:spLocks noChangeArrowheads="1"/>
            </p:cNvSpPr>
            <p:nvPr/>
          </p:nvSpPr>
          <p:spPr bwMode="auto">
            <a:xfrm>
              <a:off x="4265" y="2565"/>
              <a:ext cx="53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kumimoji="1" lang="en-US" altLang="zh-CN" sz="1600">
                  <a:latin typeface="Times New Roman" panose="02020603050405020304" pitchFamily="18" charset="0"/>
                </a:rPr>
                <a:t>《</a:t>
              </a:r>
              <a:r>
                <a:rPr kumimoji="1" lang="zh-CN" altLang="en-US" sz="1600" b="1">
                  <a:latin typeface="Times New Roman" panose="02020603050405020304" pitchFamily="18" charset="0"/>
                </a:rPr>
                <a:t>包含</a:t>
              </a:r>
              <a:r>
                <a:rPr kumimoji="1" lang="en-US" altLang="zh-CN" sz="1600">
                  <a:latin typeface="Times New Roman" panose="02020603050405020304" pitchFamily="18" charset="0"/>
                </a:rPr>
                <a:t>》</a:t>
              </a:r>
            </a:p>
          </p:txBody>
        </p:sp>
        <p:sp>
          <p:nvSpPr>
            <p:cNvPr id="42062" name="Oval 40"/>
            <p:cNvSpPr>
              <a:spLocks noChangeArrowheads="1"/>
            </p:cNvSpPr>
            <p:nvPr/>
          </p:nvSpPr>
          <p:spPr bwMode="auto">
            <a:xfrm>
              <a:off x="3440" y="3077"/>
              <a:ext cx="796" cy="393"/>
            </a:xfrm>
            <a:prstGeom prst="ellipse">
              <a:avLst/>
            </a:prstGeom>
            <a:solidFill>
              <a:schemeClr val="tx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600" b="1">
                  <a:solidFill>
                    <a:schemeClr val="bg2"/>
                  </a:solidFill>
                  <a:latin typeface="Times New Roman" panose="02020603050405020304" pitchFamily="18" charset="0"/>
                </a:rPr>
                <a:t>把技能指</a:t>
              </a:r>
            </a:p>
            <a:p>
              <a:pPr algn="ctr" eaLnBrk="1" hangingPunct="1">
                <a:spcBef>
                  <a:spcPct val="0"/>
                </a:spcBef>
                <a:buClrTx/>
                <a:buFontTx/>
                <a:buNone/>
              </a:pPr>
              <a:r>
                <a:rPr kumimoji="1" lang="zh-CN" altLang="en-US" sz="1600" b="1">
                  <a:solidFill>
                    <a:schemeClr val="bg2"/>
                  </a:solidFill>
                  <a:latin typeface="Times New Roman" panose="02020603050405020304" pitchFamily="18" charset="0"/>
                </a:rPr>
                <a:t>定给资源</a:t>
              </a:r>
            </a:p>
          </p:txBody>
        </p:sp>
        <p:sp>
          <p:nvSpPr>
            <p:cNvPr id="42063" name="Line 41"/>
            <p:cNvSpPr>
              <a:spLocks noChangeShapeType="1"/>
            </p:cNvSpPr>
            <p:nvPr/>
          </p:nvSpPr>
          <p:spPr bwMode="auto">
            <a:xfrm flipV="1">
              <a:off x="3880" y="2913"/>
              <a:ext cx="171" cy="167"/>
            </a:xfrm>
            <a:prstGeom prst="line">
              <a:avLst/>
            </a:prstGeom>
            <a:noFill/>
            <a:ln w="28575">
              <a:solidFill>
                <a:schemeClr val="tx1"/>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064" name="Oval 42"/>
            <p:cNvSpPr>
              <a:spLocks noChangeArrowheads="1"/>
            </p:cNvSpPr>
            <p:nvPr/>
          </p:nvSpPr>
          <p:spPr bwMode="auto">
            <a:xfrm>
              <a:off x="4625" y="3074"/>
              <a:ext cx="796" cy="393"/>
            </a:xfrm>
            <a:prstGeom prst="ellipse">
              <a:avLst/>
            </a:prstGeom>
            <a:solidFill>
              <a:schemeClr val="tx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600" b="1">
                  <a:solidFill>
                    <a:schemeClr val="bg2"/>
                  </a:solidFill>
                  <a:latin typeface="Times New Roman" panose="02020603050405020304" pitchFamily="18" charset="0"/>
                </a:rPr>
                <a:t>从资源中</a:t>
              </a:r>
            </a:p>
            <a:p>
              <a:pPr algn="ctr" eaLnBrk="1" hangingPunct="1">
                <a:spcBef>
                  <a:spcPct val="0"/>
                </a:spcBef>
                <a:buClrTx/>
                <a:buFontTx/>
                <a:buNone/>
              </a:pPr>
              <a:r>
                <a:rPr kumimoji="1" lang="zh-CN" altLang="en-US" sz="1600" b="1">
                  <a:solidFill>
                    <a:schemeClr val="bg2"/>
                  </a:solidFill>
                  <a:latin typeface="Times New Roman" panose="02020603050405020304" pitchFamily="18" charset="0"/>
                </a:rPr>
                <a:t>清除技能</a:t>
              </a:r>
            </a:p>
          </p:txBody>
        </p:sp>
        <p:sp>
          <p:nvSpPr>
            <p:cNvPr id="42065" name="Line 43"/>
            <p:cNvSpPr>
              <a:spLocks noChangeShapeType="1"/>
            </p:cNvSpPr>
            <p:nvPr/>
          </p:nvSpPr>
          <p:spPr bwMode="auto">
            <a:xfrm flipH="1" flipV="1">
              <a:off x="4263" y="2860"/>
              <a:ext cx="494" cy="275"/>
            </a:xfrm>
            <a:prstGeom prst="line">
              <a:avLst/>
            </a:prstGeom>
            <a:noFill/>
            <a:ln w="28575">
              <a:solidFill>
                <a:schemeClr val="tx1"/>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2066" name="Text Box 44"/>
            <p:cNvSpPr txBox="1">
              <a:spLocks noChangeArrowheads="1"/>
            </p:cNvSpPr>
            <p:nvPr/>
          </p:nvSpPr>
          <p:spPr bwMode="auto">
            <a:xfrm>
              <a:off x="3294" y="2870"/>
              <a:ext cx="677"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kumimoji="1" lang="en-US" altLang="zh-CN" sz="1600">
                  <a:latin typeface="Times New Roman" panose="02020603050405020304" pitchFamily="18" charset="0"/>
                </a:rPr>
                <a:t>《</a:t>
              </a:r>
              <a:r>
                <a:rPr kumimoji="1" lang="en-US" altLang="zh-CN" sz="1600" b="1">
                  <a:latin typeface="Times New Roman" panose="02020603050405020304" pitchFamily="18" charset="0"/>
                </a:rPr>
                <a:t>Extend</a:t>
              </a:r>
              <a:r>
                <a:rPr kumimoji="1" lang="en-US" altLang="zh-CN" sz="1600">
                  <a:latin typeface="Times New Roman" panose="02020603050405020304" pitchFamily="18" charset="0"/>
                </a:rPr>
                <a:t>》</a:t>
              </a:r>
            </a:p>
          </p:txBody>
        </p:sp>
        <p:sp>
          <p:nvSpPr>
            <p:cNvPr id="42067" name="Text Box 45"/>
            <p:cNvSpPr txBox="1">
              <a:spLocks noChangeArrowheads="1"/>
            </p:cNvSpPr>
            <p:nvPr/>
          </p:nvSpPr>
          <p:spPr bwMode="auto">
            <a:xfrm>
              <a:off x="4443" y="2840"/>
              <a:ext cx="677"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kumimoji="1" lang="en-US" altLang="zh-CN" sz="1600">
                  <a:latin typeface="Times New Roman" panose="02020603050405020304" pitchFamily="18" charset="0"/>
                </a:rPr>
                <a:t>《</a:t>
              </a:r>
              <a:r>
                <a:rPr kumimoji="1" lang="en-US" altLang="zh-CN" sz="1600" b="1">
                  <a:latin typeface="Times New Roman" panose="02020603050405020304" pitchFamily="18" charset="0"/>
                </a:rPr>
                <a:t>Extend</a:t>
              </a:r>
              <a:r>
                <a:rPr kumimoji="1" lang="en-US" altLang="zh-CN" sz="1600">
                  <a:latin typeface="Times New Roman" panose="02020603050405020304" pitchFamily="18" charset="0"/>
                </a:rPr>
                <a:t>》</a:t>
              </a:r>
            </a:p>
          </p:txBody>
        </p:sp>
        <p:sp>
          <p:nvSpPr>
            <p:cNvPr id="511022" name="Text Box 46"/>
            <p:cNvSpPr txBox="1">
              <a:spLocks noChangeArrowheads="1"/>
            </p:cNvSpPr>
            <p:nvPr/>
          </p:nvSpPr>
          <p:spPr bwMode="auto">
            <a:xfrm>
              <a:off x="3473" y="3634"/>
              <a:ext cx="1917" cy="1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fontAlgn="ctr" hangingPunct="1">
                <a:lnSpc>
                  <a:spcPct val="90000"/>
                </a:lnSpc>
                <a:spcBef>
                  <a:spcPct val="20000"/>
                </a:spcBef>
                <a:defRPr/>
              </a:pPr>
              <a:r>
                <a:rPr kumimoji="1" lang="zh-CN" altLang="en-US" sz="1600">
                  <a:effectLst>
                    <a:outerShdw blurRad="38100" dist="38100" dir="2700000" algn="tl">
                      <a:srgbClr val="C0C0C0"/>
                    </a:outerShdw>
                  </a:effectLst>
                  <a:latin typeface="宋体" pitchFamily="2" charset="-122"/>
                </a:rPr>
                <a:t>资源管理</a:t>
              </a:r>
              <a:r>
                <a:rPr kumimoji="1" lang="en-US" altLang="zh-CN" sz="1600">
                  <a:effectLst>
                    <a:outerShdw blurRad="38100" dist="38100" dir="2700000" algn="tl">
                      <a:srgbClr val="C0C0C0"/>
                    </a:outerShdw>
                  </a:effectLst>
                  <a:latin typeface="宋体" pitchFamily="2" charset="-122"/>
                </a:rPr>
                <a:t>Use Case</a:t>
              </a:r>
              <a:r>
                <a:rPr kumimoji="1" lang="zh-CN" altLang="en-US" sz="1600">
                  <a:effectLst>
                    <a:outerShdw blurRad="38100" dist="38100" dir="2700000" algn="tl">
                      <a:srgbClr val="C0C0C0"/>
                    </a:outerShdw>
                  </a:effectLst>
                  <a:latin typeface="宋体" pitchFamily="2" charset="-122"/>
                </a:rPr>
                <a:t>图</a:t>
              </a:r>
            </a:p>
          </p:txBody>
        </p:sp>
      </p:grpSp>
      <p:sp>
        <p:nvSpPr>
          <p:cNvPr id="511023" name="Text Box 47"/>
          <p:cNvSpPr txBox="1">
            <a:spLocks noChangeArrowheads="1"/>
          </p:cNvSpPr>
          <p:nvPr/>
        </p:nvSpPr>
        <p:spPr bwMode="auto">
          <a:xfrm>
            <a:off x="314325" y="4824413"/>
            <a:ext cx="4754563" cy="1077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fontAlgn="ctr" hangingPunct="1">
              <a:lnSpc>
                <a:spcPct val="90000"/>
              </a:lnSpc>
              <a:spcBef>
                <a:spcPct val="20000"/>
              </a:spcBef>
              <a:defRPr/>
            </a:pPr>
            <a:r>
              <a:rPr kumimoji="1" lang="en-US" altLang="zh-CN" sz="2400" b="1">
                <a:effectLst>
                  <a:outerShdw blurRad="38100" dist="38100" dir="2700000" algn="tl">
                    <a:srgbClr val="C0C0C0"/>
                  </a:outerShdw>
                </a:effectLst>
                <a:latin typeface="宋体" pitchFamily="2" charset="-122"/>
              </a:rPr>
              <a:t>    Use Case</a:t>
            </a:r>
            <a:r>
              <a:rPr kumimoji="1" lang="zh-CN" altLang="en-US" sz="2400" b="1">
                <a:latin typeface="楷体_GB2312" pitchFamily="49" charset="-122"/>
                <a:ea typeface="楷体_GB2312" pitchFamily="49" charset="-122"/>
              </a:rPr>
              <a:t>图可以自顶而下不断精化，抽象出不同层次的</a:t>
            </a:r>
            <a:r>
              <a:rPr kumimoji="1" lang="en-US" altLang="zh-CN" sz="2400" b="1">
                <a:effectLst>
                  <a:outerShdw blurRad="38100" dist="38100" dir="2700000" algn="tl">
                    <a:srgbClr val="C0C0C0"/>
                  </a:outerShdw>
                </a:effectLst>
                <a:latin typeface="宋体" pitchFamily="2" charset="-122"/>
              </a:rPr>
              <a:t>Use Case</a:t>
            </a:r>
            <a:r>
              <a:rPr kumimoji="1" lang="zh-CN" altLang="en-US" sz="2400" b="1">
                <a:latin typeface="楷体_GB2312" pitchFamily="49" charset="-122"/>
                <a:ea typeface="楷体_GB2312" pitchFamily="49" charset="-122"/>
              </a:rPr>
              <a:t>图。</a:t>
            </a:r>
          </a:p>
        </p:txBody>
      </p:sp>
      <p:grpSp>
        <p:nvGrpSpPr>
          <p:cNvPr id="511025" name="Group 49"/>
          <p:cNvGrpSpPr>
            <a:grpSpLocks/>
          </p:cNvGrpSpPr>
          <p:nvPr/>
        </p:nvGrpSpPr>
        <p:grpSpPr bwMode="auto">
          <a:xfrm>
            <a:off x="300038" y="1366838"/>
            <a:ext cx="4006850" cy="3024187"/>
            <a:chOff x="213" y="805"/>
            <a:chExt cx="2524" cy="1905"/>
          </a:xfrm>
        </p:grpSpPr>
        <p:grpSp>
          <p:nvGrpSpPr>
            <p:cNvPr id="41995" name="Group 50"/>
            <p:cNvGrpSpPr>
              <a:grpSpLocks/>
            </p:cNvGrpSpPr>
            <p:nvPr/>
          </p:nvGrpSpPr>
          <p:grpSpPr bwMode="auto">
            <a:xfrm>
              <a:off x="1981" y="1675"/>
              <a:ext cx="756" cy="700"/>
              <a:chOff x="2146" y="992"/>
              <a:chExt cx="756" cy="750"/>
            </a:xfrm>
          </p:grpSpPr>
          <p:sp>
            <p:nvSpPr>
              <p:cNvPr id="42026" name="Oval 51"/>
              <p:cNvSpPr>
                <a:spLocks noChangeArrowheads="1"/>
              </p:cNvSpPr>
              <p:nvPr/>
            </p:nvSpPr>
            <p:spPr bwMode="auto">
              <a:xfrm>
                <a:off x="2421" y="992"/>
                <a:ext cx="133" cy="132"/>
              </a:xfrm>
              <a:prstGeom prst="ellips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42027" name="Line 52"/>
              <p:cNvSpPr>
                <a:spLocks noChangeShapeType="1"/>
              </p:cNvSpPr>
              <p:nvPr/>
            </p:nvSpPr>
            <p:spPr bwMode="auto">
              <a:xfrm>
                <a:off x="2478" y="1124"/>
                <a:ext cx="0" cy="261"/>
              </a:xfrm>
              <a:prstGeom prst="lin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42028" name="Line 53"/>
              <p:cNvSpPr>
                <a:spLocks noChangeShapeType="1"/>
              </p:cNvSpPr>
              <p:nvPr/>
            </p:nvSpPr>
            <p:spPr bwMode="auto">
              <a:xfrm flipH="1">
                <a:off x="2383" y="1385"/>
                <a:ext cx="95" cy="163"/>
              </a:xfrm>
              <a:prstGeom prst="lin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42029" name="Line 54"/>
              <p:cNvSpPr>
                <a:spLocks noChangeShapeType="1"/>
              </p:cNvSpPr>
              <p:nvPr/>
            </p:nvSpPr>
            <p:spPr bwMode="auto">
              <a:xfrm>
                <a:off x="2478" y="1385"/>
                <a:ext cx="95" cy="163"/>
              </a:xfrm>
              <a:prstGeom prst="lin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42030" name="Text Box 55"/>
              <p:cNvSpPr txBox="1">
                <a:spLocks noChangeArrowheads="1"/>
              </p:cNvSpPr>
              <p:nvPr/>
            </p:nvSpPr>
            <p:spPr bwMode="auto">
              <a:xfrm>
                <a:off x="2146" y="1536"/>
                <a:ext cx="756" cy="206"/>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zh-CN" altLang="en-US" sz="1400" b="1">
                    <a:solidFill>
                      <a:srgbClr val="FFFFFF"/>
                    </a:solidFill>
                    <a:latin typeface="Times New Roman" panose="02020603050405020304" pitchFamily="18" charset="0"/>
                  </a:rPr>
                  <a:t>系统管理员</a:t>
                </a:r>
              </a:p>
            </p:txBody>
          </p:sp>
          <p:sp>
            <p:nvSpPr>
              <p:cNvPr id="42031" name="Line 56"/>
              <p:cNvSpPr>
                <a:spLocks noChangeShapeType="1"/>
              </p:cNvSpPr>
              <p:nvPr/>
            </p:nvSpPr>
            <p:spPr bwMode="auto">
              <a:xfrm>
                <a:off x="2357" y="1200"/>
                <a:ext cx="217" cy="0"/>
              </a:xfrm>
              <a:prstGeom prst="lin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grpSp>
        <p:grpSp>
          <p:nvGrpSpPr>
            <p:cNvPr id="41996" name="Group 57"/>
            <p:cNvGrpSpPr>
              <a:grpSpLocks/>
            </p:cNvGrpSpPr>
            <p:nvPr/>
          </p:nvGrpSpPr>
          <p:grpSpPr bwMode="auto">
            <a:xfrm>
              <a:off x="1966" y="918"/>
              <a:ext cx="756" cy="684"/>
              <a:chOff x="2146" y="992"/>
              <a:chExt cx="756" cy="756"/>
            </a:xfrm>
          </p:grpSpPr>
          <p:sp>
            <p:nvSpPr>
              <p:cNvPr id="42020" name="Oval 58"/>
              <p:cNvSpPr>
                <a:spLocks noChangeArrowheads="1"/>
              </p:cNvSpPr>
              <p:nvPr/>
            </p:nvSpPr>
            <p:spPr bwMode="auto">
              <a:xfrm>
                <a:off x="2421" y="992"/>
                <a:ext cx="133" cy="132"/>
              </a:xfrm>
              <a:prstGeom prst="ellips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42021" name="Line 59"/>
              <p:cNvSpPr>
                <a:spLocks noChangeShapeType="1"/>
              </p:cNvSpPr>
              <p:nvPr/>
            </p:nvSpPr>
            <p:spPr bwMode="auto">
              <a:xfrm>
                <a:off x="2478" y="1124"/>
                <a:ext cx="0" cy="261"/>
              </a:xfrm>
              <a:prstGeom prst="lin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42022" name="Line 60"/>
              <p:cNvSpPr>
                <a:spLocks noChangeShapeType="1"/>
              </p:cNvSpPr>
              <p:nvPr/>
            </p:nvSpPr>
            <p:spPr bwMode="auto">
              <a:xfrm flipH="1">
                <a:off x="2383" y="1385"/>
                <a:ext cx="95" cy="163"/>
              </a:xfrm>
              <a:prstGeom prst="lin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42023" name="Line 61"/>
              <p:cNvSpPr>
                <a:spLocks noChangeShapeType="1"/>
              </p:cNvSpPr>
              <p:nvPr/>
            </p:nvSpPr>
            <p:spPr bwMode="auto">
              <a:xfrm>
                <a:off x="2478" y="1385"/>
                <a:ext cx="95" cy="163"/>
              </a:xfrm>
              <a:prstGeom prst="lin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42024" name="Text Box 62"/>
              <p:cNvSpPr txBox="1">
                <a:spLocks noChangeArrowheads="1"/>
              </p:cNvSpPr>
              <p:nvPr/>
            </p:nvSpPr>
            <p:spPr bwMode="auto">
              <a:xfrm>
                <a:off x="2146" y="1536"/>
                <a:ext cx="756" cy="212"/>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zh-CN" altLang="en-US" sz="1400" b="1">
                    <a:solidFill>
                      <a:srgbClr val="FFFFFF"/>
                    </a:solidFill>
                    <a:latin typeface="Times New Roman" panose="02020603050405020304" pitchFamily="18" charset="0"/>
                  </a:rPr>
                  <a:t>项目管理员</a:t>
                </a:r>
              </a:p>
            </p:txBody>
          </p:sp>
          <p:sp>
            <p:nvSpPr>
              <p:cNvPr id="42025" name="Line 63"/>
              <p:cNvSpPr>
                <a:spLocks noChangeShapeType="1"/>
              </p:cNvSpPr>
              <p:nvPr/>
            </p:nvSpPr>
            <p:spPr bwMode="auto">
              <a:xfrm>
                <a:off x="2357" y="1200"/>
                <a:ext cx="217" cy="0"/>
              </a:xfrm>
              <a:prstGeom prst="lin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grpSp>
        <p:sp>
          <p:nvSpPr>
            <p:cNvPr id="41997" name="Text Box 64"/>
            <p:cNvSpPr txBox="1">
              <a:spLocks noChangeArrowheads="1"/>
            </p:cNvSpPr>
            <p:nvPr/>
          </p:nvSpPr>
          <p:spPr bwMode="auto">
            <a:xfrm>
              <a:off x="213" y="1494"/>
              <a:ext cx="710" cy="192"/>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BA55"/>
                  </a:solidFill>
                  <a:miter lim="800000"/>
                  <a:headEnd/>
                  <a:tailEnd/>
                </a14:hiddenLine>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zh-CN" altLang="en-US" sz="1400" b="1">
                  <a:solidFill>
                    <a:srgbClr val="FFFFFF"/>
                  </a:solidFill>
                  <a:latin typeface="Times New Roman" panose="02020603050405020304" pitchFamily="18" charset="0"/>
                </a:rPr>
                <a:t>资源管理员</a:t>
              </a:r>
            </a:p>
          </p:txBody>
        </p:sp>
        <p:grpSp>
          <p:nvGrpSpPr>
            <p:cNvPr id="41998" name="Group 65"/>
            <p:cNvGrpSpPr>
              <a:grpSpLocks/>
            </p:cNvGrpSpPr>
            <p:nvPr/>
          </p:nvGrpSpPr>
          <p:grpSpPr bwMode="auto">
            <a:xfrm>
              <a:off x="452" y="998"/>
              <a:ext cx="213" cy="439"/>
              <a:chOff x="444" y="974"/>
              <a:chExt cx="237" cy="503"/>
            </a:xfrm>
          </p:grpSpPr>
          <p:sp>
            <p:nvSpPr>
              <p:cNvPr id="42015" name="Oval 66"/>
              <p:cNvSpPr>
                <a:spLocks noChangeArrowheads="1"/>
              </p:cNvSpPr>
              <p:nvPr/>
            </p:nvSpPr>
            <p:spPr bwMode="auto">
              <a:xfrm>
                <a:off x="482" y="974"/>
                <a:ext cx="134" cy="119"/>
              </a:xfrm>
              <a:prstGeom prst="ellips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42016" name="Line 67"/>
              <p:cNvSpPr>
                <a:spLocks noChangeShapeType="1"/>
              </p:cNvSpPr>
              <p:nvPr/>
            </p:nvSpPr>
            <p:spPr bwMode="auto">
              <a:xfrm>
                <a:off x="540" y="1093"/>
                <a:ext cx="0" cy="237"/>
              </a:xfrm>
              <a:prstGeom prst="lin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42017" name="Line 68"/>
              <p:cNvSpPr>
                <a:spLocks noChangeShapeType="1"/>
              </p:cNvSpPr>
              <p:nvPr/>
            </p:nvSpPr>
            <p:spPr bwMode="auto">
              <a:xfrm flipH="1">
                <a:off x="444" y="1330"/>
                <a:ext cx="96" cy="147"/>
              </a:xfrm>
              <a:prstGeom prst="lin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42018" name="Line 69"/>
              <p:cNvSpPr>
                <a:spLocks noChangeShapeType="1"/>
              </p:cNvSpPr>
              <p:nvPr/>
            </p:nvSpPr>
            <p:spPr bwMode="auto">
              <a:xfrm>
                <a:off x="540" y="1330"/>
                <a:ext cx="95" cy="147"/>
              </a:xfrm>
              <a:prstGeom prst="lin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42019" name="Line 70"/>
              <p:cNvSpPr>
                <a:spLocks noChangeShapeType="1"/>
              </p:cNvSpPr>
              <p:nvPr/>
            </p:nvSpPr>
            <p:spPr bwMode="auto">
              <a:xfrm>
                <a:off x="452" y="1160"/>
                <a:ext cx="229" cy="0"/>
              </a:xfrm>
              <a:prstGeom prst="lin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grpSp>
        <p:sp>
          <p:nvSpPr>
            <p:cNvPr id="41999" name="Oval 71"/>
            <p:cNvSpPr>
              <a:spLocks noChangeArrowheads="1"/>
            </p:cNvSpPr>
            <p:nvPr/>
          </p:nvSpPr>
          <p:spPr bwMode="auto">
            <a:xfrm>
              <a:off x="1079" y="978"/>
              <a:ext cx="759" cy="274"/>
            </a:xfrm>
            <a:prstGeom prst="ellipse">
              <a:avLst/>
            </a:prstGeom>
            <a:solidFill>
              <a:schemeClr val="tx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600" b="1">
                  <a:solidFill>
                    <a:schemeClr val="bg2"/>
                  </a:solidFill>
                  <a:latin typeface="Times New Roman" panose="02020603050405020304" pitchFamily="18" charset="0"/>
                </a:rPr>
                <a:t>资源管理</a:t>
              </a:r>
            </a:p>
          </p:txBody>
        </p:sp>
        <p:sp>
          <p:nvSpPr>
            <p:cNvPr id="42000" name="Oval 72"/>
            <p:cNvSpPr>
              <a:spLocks noChangeArrowheads="1"/>
            </p:cNvSpPr>
            <p:nvPr/>
          </p:nvSpPr>
          <p:spPr bwMode="auto">
            <a:xfrm>
              <a:off x="1094" y="1398"/>
              <a:ext cx="759" cy="274"/>
            </a:xfrm>
            <a:prstGeom prst="ellipse">
              <a:avLst/>
            </a:prstGeom>
            <a:solidFill>
              <a:schemeClr val="tx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600" b="1">
                  <a:solidFill>
                    <a:schemeClr val="bg2"/>
                  </a:solidFill>
                  <a:latin typeface="Times New Roman" panose="02020603050405020304" pitchFamily="18" charset="0"/>
                </a:rPr>
                <a:t>项目管理</a:t>
              </a:r>
            </a:p>
          </p:txBody>
        </p:sp>
        <p:sp>
          <p:nvSpPr>
            <p:cNvPr id="42001" name="Oval 73"/>
            <p:cNvSpPr>
              <a:spLocks noChangeArrowheads="1"/>
            </p:cNvSpPr>
            <p:nvPr/>
          </p:nvSpPr>
          <p:spPr bwMode="auto">
            <a:xfrm>
              <a:off x="1109" y="1851"/>
              <a:ext cx="759" cy="274"/>
            </a:xfrm>
            <a:prstGeom prst="ellipse">
              <a:avLst/>
            </a:prstGeom>
            <a:solidFill>
              <a:schemeClr val="tx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600" b="1">
                  <a:solidFill>
                    <a:schemeClr val="bg2"/>
                  </a:solidFill>
                  <a:latin typeface="Times New Roman" panose="02020603050405020304" pitchFamily="18" charset="0"/>
                </a:rPr>
                <a:t>系统管理</a:t>
              </a:r>
            </a:p>
          </p:txBody>
        </p:sp>
        <p:sp>
          <p:nvSpPr>
            <p:cNvPr id="42002" name="Rectangle 74"/>
            <p:cNvSpPr>
              <a:spLocks noChangeArrowheads="1"/>
            </p:cNvSpPr>
            <p:nvPr/>
          </p:nvSpPr>
          <p:spPr bwMode="auto">
            <a:xfrm>
              <a:off x="932" y="805"/>
              <a:ext cx="1042" cy="1535"/>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42003" name="Line 75"/>
            <p:cNvSpPr>
              <a:spLocks noChangeShapeType="1"/>
            </p:cNvSpPr>
            <p:nvPr/>
          </p:nvSpPr>
          <p:spPr bwMode="auto">
            <a:xfrm flipH="1">
              <a:off x="1820" y="1098"/>
              <a:ext cx="374" cy="374"/>
            </a:xfrm>
            <a:prstGeom prst="line">
              <a:avLst/>
            </a:prstGeom>
            <a:noFill/>
            <a:ln w="28575">
              <a:solidFill>
                <a:schemeClr val="tx2"/>
              </a:solidFill>
              <a:round/>
              <a:headEnd/>
              <a:tailEnd/>
            </a:ln>
            <a:effectLst>
              <a:prstShdw prst="shdw17" dist="17961" dir="2700000">
                <a:schemeClr val="bg2"/>
              </a:prstShdw>
            </a:effectLst>
            <a:extLst>
              <a:ext uri="{909E8E84-426E-40DD-AFC4-6F175D3DCCD1}">
                <a14:hiddenFill xmlns:a14="http://schemas.microsoft.com/office/drawing/2010/main">
                  <a:noFill/>
                </a14:hiddenFill>
              </a:ext>
            </a:extLst>
          </p:spPr>
          <p:txBody>
            <a:bodyPr/>
            <a:lstStyle/>
            <a:p>
              <a:endParaRPr lang="zh-CN" altLang="en-US"/>
            </a:p>
          </p:txBody>
        </p:sp>
        <p:sp>
          <p:nvSpPr>
            <p:cNvPr id="42004" name="Line 76"/>
            <p:cNvSpPr>
              <a:spLocks noChangeShapeType="1"/>
            </p:cNvSpPr>
            <p:nvPr/>
          </p:nvSpPr>
          <p:spPr bwMode="auto">
            <a:xfrm>
              <a:off x="667" y="1161"/>
              <a:ext cx="430" cy="0"/>
            </a:xfrm>
            <a:prstGeom prst="line">
              <a:avLst/>
            </a:prstGeom>
            <a:noFill/>
            <a:ln w="28575">
              <a:solidFill>
                <a:schemeClr val="tx2"/>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42005" name="Line 77"/>
            <p:cNvSpPr>
              <a:spLocks noChangeShapeType="1"/>
            </p:cNvSpPr>
            <p:nvPr/>
          </p:nvSpPr>
          <p:spPr bwMode="auto">
            <a:xfrm flipH="1">
              <a:off x="1838" y="1865"/>
              <a:ext cx="365" cy="183"/>
            </a:xfrm>
            <a:prstGeom prst="line">
              <a:avLst/>
            </a:prstGeom>
            <a:noFill/>
            <a:ln w="28575">
              <a:solidFill>
                <a:schemeClr val="tx2"/>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511054" name="Rectangle 78"/>
            <p:cNvSpPr>
              <a:spLocks noChangeArrowheads="1"/>
            </p:cNvSpPr>
            <p:nvPr/>
          </p:nvSpPr>
          <p:spPr bwMode="auto">
            <a:xfrm>
              <a:off x="275" y="2188"/>
              <a:ext cx="604" cy="335"/>
            </a:xfrm>
            <a:prstGeom prst="rect">
              <a:avLst/>
            </a:prstGeom>
            <a:noFill/>
            <a:ln>
              <a:noFill/>
            </a:ln>
            <a:effectLst/>
            <a:extLst>
              <a:ext uri="{909E8E84-426E-40DD-AFC4-6F175D3DCCD1}">
                <a14:hiddenFill xmlns:a14="http://schemas.microsoft.com/office/drawing/2010/main">
                  <a:solidFill>
                    <a:schemeClr val="tx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defRPr/>
              </a:pPr>
              <a:r>
                <a:rPr kumimoji="1" lang="zh-CN" altLang="en-US" sz="1400" b="1">
                  <a:effectLst>
                    <a:outerShdw blurRad="38100" dist="38100" dir="2700000" algn="tl">
                      <a:srgbClr val="C0C0C0"/>
                    </a:outerShdw>
                  </a:effectLst>
                  <a:latin typeface="Times New Roman" pitchFamily="18" charset="0"/>
                </a:rPr>
                <a:t>备份系统</a:t>
              </a:r>
            </a:p>
          </p:txBody>
        </p:sp>
        <p:sp>
          <p:nvSpPr>
            <p:cNvPr id="42007" name="Line 79"/>
            <p:cNvSpPr>
              <a:spLocks noChangeShapeType="1"/>
            </p:cNvSpPr>
            <p:nvPr/>
          </p:nvSpPr>
          <p:spPr bwMode="auto">
            <a:xfrm>
              <a:off x="720" y="1956"/>
              <a:ext cx="395" cy="0"/>
            </a:xfrm>
            <a:prstGeom prst="line">
              <a:avLst/>
            </a:prstGeom>
            <a:noFill/>
            <a:ln w="28575">
              <a:solidFill>
                <a:schemeClr val="tx2"/>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511056" name="Text Box 80"/>
            <p:cNvSpPr txBox="1">
              <a:spLocks noChangeArrowheads="1"/>
            </p:cNvSpPr>
            <p:nvPr/>
          </p:nvSpPr>
          <p:spPr bwMode="auto">
            <a:xfrm>
              <a:off x="624" y="2513"/>
              <a:ext cx="1725" cy="1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fontAlgn="ctr" hangingPunct="1">
                <a:lnSpc>
                  <a:spcPct val="90000"/>
                </a:lnSpc>
                <a:spcBef>
                  <a:spcPct val="20000"/>
                </a:spcBef>
                <a:defRPr/>
              </a:pPr>
              <a:r>
                <a:rPr kumimoji="1" lang="en-US" altLang="zh-CN" sz="1600">
                  <a:effectLst>
                    <a:outerShdw blurRad="38100" dist="38100" dir="2700000" algn="tl">
                      <a:srgbClr val="C0C0C0"/>
                    </a:outerShdw>
                  </a:effectLst>
                  <a:latin typeface="宋体" pitchFamily="2" charset="-122"/>
                </a:rPr>
                <a:t>PRMS</a:t>
              </a:r>
              <a:r>
                <a:rPr kumimoji="1" lang="zh-CN" altLang="en-US" sz="1600">
                  <a:effectLst>
                    <a:outerShdw blurRad="38100" dist="38100" dir="2700000" algn="tl">
                      <a:srgbClr val="C0C0C0"/>
                    </a:outerShdw>
                  </a:effectLst>
                  <a:latin typeface="宋体" pitchFamily="2" charset="-122"/>
                </a:rPr>
                <a:t>高层</a:t>
              </a:r>
              <a:r>
                <a:rPr kumimoji="1" lang="en-US" altLang="zh-CN" sz="1600">
                  <a:effectLst>
                    <a:outerShdw blurRad="38100" dist="38100" dir="2700000" algn="tl">
                      <a:srgbClr val="C0C0C0"/>
                    </a:outerShdw>
                  </a:effectLst>
                  <a:latin typeface="宋体" pitchFamily="2" charset="-122"/>
                </a:rPr>
                <a:t>Use Case</a:t>
              </a:r>
              <a:r>
                <a:rPr kumimoji="1" lang="zh-CN" altLang="en-US" sz="1600">
                  <a:effectLst>
                    <a:outerShdw blurRad="38100" dist="38100" dir="2700000" algn="tl">
                      <a:srgbClr val="C0C0C0"/>
                    </a:outerShdw>
                  </a:effectLst>
                  <a:latin typeface="宋体" pitchFamily="2" charset="-122"/>
                </a:rPr>
                <a:t>图</a:t>
              </a:r>
            </a:p>
          </p:txBody>
        </p:sp>
        <p:grpSp>
          <p:nvGrpSpPr>
            <p:cNvPr id="42009" name="Group 81"/>
            <p:cNvGrpSpPr>
              <a:grpSpLocks/>
            </p:cNvGrpSpPr>
            <p:nvPr/>
          </p:nvGrpSpPr>
          <p:grpSpPr bwMode="auto">
            <a:xfrm>
              <a:off x="508" y="1812"/>
              <a:ext cx="213" cy="407"/>
              <a:chOff x="444" y="974"/>
              <a:chExt cx="237" cy="503"/>
            </a:xfrm>
          </p:grpSpPr>
          <p:sp>
            <p:nvSpPr>
              <p:cNvPr id="42010" name="Oval 82"/>
              <p:cNvSpPr>
                <a:spLocks noChangeArrowheads="1"/>
              </p:cNvSpPr>
              <p:nvPr/>
            </p:nvSpPr>
            <p:spPr bwMode="auto">
              <a:xfrm>
                <a:off x="482" y="974"/>
                <a:ext cx="134" cy="119"/>
              </a:xfrm>
              <a:prstGeom prst="ellips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42011" name="Line 83"/>
              <p:cNvSpPr>
                <a:spLocks noChangeShapeType="1"/>
              </p:cNvSpPr>
              <p:nvPr/>
            </p:nvSpPr>
            <p:spPr bwMode="auto">
              <a:xfrm>
                <a:off x="540" y="1093"/>
                <a:ext cx="0" cy="237"/>
              </a:xfrm>
              <a:prstGeom prst="lin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42012" name="Line 84"/>
              <p:cNvSpPr>
                <a:spLocks noChangeShapeType="1"/>
              </p:cNvSpPr>
              <p:nvPr/>
            </p:nvSpPr>
            <p:spPr bwMode="auto">
              <a:xfrm flipH="1">
                <a:off x="444" y="1330"/>
                <a:ext cx="96" cy="147"/>
              </a:xfrm>
              <a:prstGeom prst="lin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42013" name="Line 85"/>
              <p:cNvSpPr>
                <a:spLocks noChangeShapeType="1"/>
              </p:cNvSpPr>
              <p:nvPr/>
            </p:nvSpPr>
            <p:spPr bwMode="auto">
              <a:xfrm>
                <a:off x="540" y="1330"/>
                <a:ext cx="95" cy="147"/>
              </a:xfrm>
              <a:prstGeom prst="lin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42014" name="Line 86"/>
              <p:cNvSpPr>
                <a:spLocks noChangeShapeType="1"/>
              </p:cNvSpPr>
              <p:nvPr/>
            </p:nvSpPr>
            <p:spPr bwMode="auto">
              <a:xfrm>
                <a:off x="452" y="1160"/>
                <a:ext cx="229" cy="0"/>
              </a:xfrm>
              <a:prstGeom prst="lin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grpSp>
      </p:grpSp>
      <p:sp>
        <p:nvSpPr>
          <p:cNvPr id="41992" name="Oval 87">
            <a:hlinkClick r:id="" action="ppaction://hlinkshowjump?jump=previousslide"/>
          </p:cNvPr>
          <p:cNvSpPr>
            <a:spLocks noChangeArrowheads="1"/>
          </p:cNvSpPr>
          <p:nvPr/>
        </p:nvSpPr>
        <p:spPr bwMode="auto">
          <a:xfrm>
            <a:off x="6356350" y="6365875"/>
            <a:ext cx="762000" cy="381000"/>
          </a:xfrm>
          <a:prstGeom prst="ellipse">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round/>
                <a:headEnd/>
                <a:tailEnd/>
              </a14:hiddenLine>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41993" name="Oval 88">
            <a:hlinkClick r:id="" action="ppaction://hlinkshowjump?jump=nextslide"/>
          </p:cNvPr>
          <p:cNvSpPr>
            <a:spLocks noChangeArrowheads="1"/>
          </p:cNvSpPr>
          <p:nvPr/>
        </p:nvSpPr>
        <p:spPr bwMode="auto">
          <a:xfrm>
            <a:off x="7245350" y="6365875"/>
            <a:ext cx="762000" cy="381000"/>
          </a:xfrm>
          <a:prstGeom prst="ellipse">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round/>
                <a:headEnd/>
                <a:tailEnd/>
              </a14:hiddenLine>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41994" name="Oval 89">
            <a:hlinkClick r:id="" action="ppaction://hlinkshowjump?jump=firstslide"/>
          </p:cNvPr>
          <p:cNvSpPr>
            <a:spLocks noChangeArrowheads="1"/>
          </p:cNvSpPr>
          <p:nvPr/>
        </p:nvSpPr>
        <p:spPr bwMode="auto">
          <a:xfrm>
            <a:off x="8137525" y="6356350"/>
            <a:ext cx="762000" cy="381000"/>
          </a:xfrm>
          <a:prstGeom prst="ellipse">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round/>
                <a:headEnd/>
                <a:tailEnd/>
              </a14:hiddenLine>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Tree>
  </p:cSld>
  <p:clrMapOvr>
    <a:masterClrMapping/>
  </p:clrMapOvr>
  <p:transition advClick="0">
    <p:wheel spokes="8"/>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511025"/>
                                        </p:tgtEl>
                                        <p:attrNameLst>
                                          <p:attrName>style.visibility</p:attrName>
                                        </p:attrNameLst>
                                      </p:cBhvr>
                                      <p:to>
                                        <p:strVal val="visible"/>
                                      </p:to>
                                    </p:set>
                                    <p:animEffect transition="in" filter="wipe(up)">
                                      <p:cBhvr>
                                        <p:cTn id="7" dur="500"/>
                                        <p:tgtEl>
                                          <p:spTgt spid="51102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11023"/>
                                        </p:tgtEl>
                                        <p:attrNameLst>
                                          <p:attrName>style.visibility</p:attrName>
                                        </p:attrNameLst>
                                      </p:cBhvr>
                                      <p:to>
                                        <p:strVal val="visible"/>
                                      </p:to>
                                    </p:set>
                                    <p:animEffect transition="in" filter="wipe(up)">
                                      <p:cBhvr>
                                        <p:cTn id="12" dur="500"/>
                                        <p:tgtEl>
                                          <p:spTgt spid="51102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510979"/>
                                        </p:tgtEl>
                                        <p:attrNameLst>
                                          <p:attrName>style.visibility</p:attrName>
                                        </p:attrNameLst>
                                      </p:cBhvr>
                                      <p:to>
                                        <p:strVal val="visible"/>
                                      </p:to>
                                    </p:set>
                                    <p:animEffect transition="in" filter="wipe(up)">
                                      <p:cBhvr>
                                        <p:cTn id="17" dur="500"/>
                                        <p:tgtEl>
                                          <p:spTgt spid="5109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1023" grpId="0"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日期占位符 2"/>
          <p:cNvSpPr>
            <a:spLocks noGrp="1"/>
          </p:cNvSpPr>
          <p:nvPr>
            <p:ph type="dt" sz="quarter" idx="10"/>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624573C0-3C09-4003-A8F5-D77DBA600AAC}" type="datetime8">
              <a:rPr lang="zh-CN" altLang="en-US" sz="1400" smtClean="0"/>
              <a:pPr>
                <a:spcBef>
                  <a:spcPct val="0"/>
                </a:spcBef>
                <a:buClrTx/>
                <a:buFontTx/>
                <a:buNone/>
              </a:pPr>
              <a:t>2020年5月12日3时0分</a:t>
            </a:fld>
            <a:endParaRPr lang="en-US" altLang="zh-CN" sz="1400" smtClean="0"/>
          </a:p>
        </p:txBody>
      </p:sp>
      <p:sp>
        <p:nvSpPr>
          <p:cNvPr id="43011" name="灯片编号占位符 4"/>
          <p:cNvSpPr>
            <a:spLocks noGrp="1"/>
          </p:cNvSpPr>
          <p:nvPr>
            <p:ph type="sldNum" sz="quarter" idx="12"/>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2A6E688B-A37D-41E1-AFD3-4EE5C3CEEFB0}" type="slidenum">
              <a:rPr lang="en-US" altLang="zh-CN" sz="1400" smtClean="0"/>
              <a:pPr>
                <a:spcBef>
                  <a:spcPct val="0"/>
                </a:spcBef>
                <a:buClrTx/>
                <a:buFontTx/>
                <a:buNone/>
              </a:pPr>
              <a:t>28</a:t>
            </a:fld>
            <a:endParaRPr lang="en-US" altLang="zh-CN" sz="1400" smtClean="0"/>
          </a:p>
        </p:txBody>
      </p:sp>
      <p:sp>
        <p:nvSpPr>
          <p:cNvPr id="512002" name="Rectangle 2"/>
          <p:cNvSpPr>
            <a:spLocks noGrp="1" noChangeArrowheads="1"/>
          </p:cNvSpPr>
          <p:nvPr>
            <p:ph type="title"/>
          </p:nvPr>
        </p:nvSpPr>
        <p:spPr>
          <a:xfrm>
            <a:off x="423863" y="347663"/>
            <a:ext cx="5957887" cy="474662"/>
          </a:xfrm>
        </p:spPr>
        <p:txBody>
          <a:bodyPr/>
          <a:lstStyle/>
          <a:p>
            <a:pPr algn="l" eaLnBrk="1" hangingPunct="1">
              <a:defRPr/>
            </a:pPr>
            <a:r>
              <a:rPr lang="zh-CN" altLang="en-US" sz="2400" b="1" smtClean="0">
                <a:solidFill>
                  <a:schemeClr val="tx1"/>
                </a:solidFill>
                <a:effectLst>
                  <a:outerShdw blurRad="38100" dist="38100" dir="2700000" algn="tl">
                    <a:srgbClr val="C0C0C0"/>
                  </a:outerShdw>
                </a:effectLst>
                <a:latin typeface="楷体_GB2312" pitchFamily="49" charset="-122"/>
                <a:ea typeface="楷体_GB2312" pitchFamily="49" charset="-122"/>
              </a:rPr>
              <a:t>例</a:t>
            </a:r>
            <a:r>
              <a:rPr lang="en-US" altLang="zh-CN" sz="2400" b="1" smtClean="0">
                <a:solidFill>
                  <a:schemeClr val="tx1"/>
                </a:solidFill>
                <a:effectLst>
                  <a:outerShdw blurRad="38100" dist="38100" dir="2700000" algn="tl">
                    <a:srgbClr val="C0C0C0"/>
                  </a:outerShdw>
                </a:effectLst>
                <a:latin typeface="楷体_GB2312" pitchFamily="49" charset="-122"/>
                <a:ea typeface="楷体_GB2312" pitchFamily="49" charset="-122"/>
              </a:rPr>
              <a:t>1 </a:t>
            </a:r>
            <a:r>
              <a:rPr lang="zh-CN" altLang="en-US" sz="2400" b="1" smtClean="0">
                <a:solidFill>
                  <a:schemeClr val="tx1"/>
                </a:solidFill>
                <a:effectLst>
                  <a:outerShdw blurRad="38100" dist="38100" dir="2700000" algn="tl">
                    <a:srgbClr val="C0C0C0"/>
                  </a:outerShdw>
                </a:effectLst>
                <a:latin typeface="楷体_GB2312" pitchFamily="49" charset="-122"/>
                <a:ea typeface="楷体_GB2312" pitchFamily="49" charset="-122"/>
              </a:rPr>
              <a:t>项目与资源管理系统（</a:t>
            </a:r>
            <a:r>
              <a:rPr lang="en-US" altLang="zh-CN" sz="2400" b="1" smtClean="0">
                <a:solidFill>
                  <a:schemeClr val="tx1"/>
                </a:solidFill>
                <a:effectLst>
                  <a:outerShdw blurRad="38100" dist="38100" dir="2700000" algn="tl">
                    <a:srgbClr val="C0C0C0"/>
                  </a:outerShdw>
                </a:effectLst>
                <a:latin typeface="楷体_GB2312" pitchFamily="49" charset="-122"/>
                <a:ea typeface="楷体_GB2312" pitchFamily="49" charset="-122"/>
              </a:rPr>
              <a:t>PRMS</a:t>
            </a:r>
            <a:r>
              <a:rPr lang="zh-CN" altLang="en-US" sz="2400" b="1" smtClean="0">
                <a:solidFill>
                  <a:schemeClr val="tx1"/>
                </a:solidFill>
                <a:effectLst>
                  <a:outerShdw blurRad="38100" dist="38100" dir="2700000" algn="tl">
                    <a:srgbClr val="C0C0C0"/>
                  </a:outerShdw>
                </a:effectLst>
                <a:latin typeface="楷体_GB2312" pitchFamily="49" charset="-122"/>
                <a:ea typeface="楷体_GB2312" pitchFamily="49" charset="-122"/>
              </a:rPr>
              <a:t>）</a:t>
            </a:r>
          </a:p>
        </p:txBody>
      </p:sp>
      <p:grpSp>
        <p:nvGrpSpPr>
          <p:cNvPr id="43013" name="Group 3"/>
          <p:cNvGrpSpPr>
            <a:grpSpLocks/>
          </p:cNvGrpSpPr>
          <p:nvPr/>
        </p:nvGrpSpPr>
        <p:grpSpPr bwMode="auto">
          <a:xfrm>
            <a:off x="0" y="1111250"/>
            <a:ext cx="4440238" cy="5227638"/>
            <a:chOff x="0" y="700"/>
            <a:chExt cx="2797" cy="3293"/>
          </a:xfrm>
        </p:grpSpPr>
        <p:grpSp>
          <p:nvGrpSpPr>
            <p:cNvPr id="43070" name="Group 4"/>
            <p:cNvGrpSpPr>
              <a:grpSpLocks/>
            </p:cNvGrpSpPr>
            <p:nvPr/>
          </p:nvGrpSpPr>
          <p:grpSpPr bwMode="auto">
            <a:xfrm>
              <a:off x="0" y="1138"/>
              <a:ext cx="600" cy="846"/>
              <a:chOff x="204" y="992"/>
              <a:chExt cx="710" cy="935"/>
            </a:xfrm>
          </p:grpSpPr>
          <p:sp>
            <p:nvSpPr>
              <p:cNvPr id="43111" name="Text Box 5"/>
              <p:cNvSpPr txBox="1">
                <a:spLocks noChangeArrowheads="1"/>
              </p:cNvSpPr>
              <p:nvPr/>
            </p:nvSpPr>
            <p:spPr bwMode="auto">
              <a:xfrm>
                <a:off x="204" y="1567"/>
                <a:ext cx="710" cy="360"/>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BA55"/>
                    </a:solidFill>
                    <a:miter lim="800000"/>
                    <a:headEnd/>
                    <a:tailEnd/>
                  </a14:hiddenLine>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400" b="1">
                    <a:solidFill>
                      <a:srgbClr val="FFFFFF"/>
                    </a:solidFill>
                    <a:latin typeface="Times New Roman" panose="02020603050405020304" pitchFamily="18" charset="0"/>
                  </a:rPr>
                  <a:t>项目</a:t>
                </a:r>
              </a:p>
              <a:p>
                <a:pPr algn="ctr" eaLnBrk="1" hangingPunct="1">
                  <a:spcBef>
                    <a:spcPct val="0"/>
                  </a:spcBef>
                  <a:buClrTx/>
                  <a:buFontTx/>
                  <a:buNone/>
                </a:pPr>
                <a:r>
                  <a:rPr kumimoji="1" lang="zh-CN" altLang="en-US" sz="1400" b="1">
                    <a:solidFill>
                      <a:srgbClr val="FFFFFF"/>
                    </a:solidFill>
                    <a:latin typeface="Times New Roman" panose="02020603050405020304" pitchFamily="18" charset="0"/>
                  </a:rPr>
                  <a:t>管理员</a:t>
                </a:r>
              </a:p>
            </p:txBody>
          </p:sp>
          <p:sp>
            <p:nvSpPr>
              <p:cNvPr id="43112" name="Oval 6"/>
              <p:cNvSpPr>
                <a:spLocks noChangeArrowheads="1"/>
              </p:cNvSpPr>
              <p:nvPr/>
            </p:nvSpPr>
            <p:spPr bwMode="auto">
              <a:xfrm>
                <a:off x="473" y="992"/>
                <a:ext cx="134" cy="132"/>
              </a:xfrm>
              <a:prstGeom prst="ellips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43113" name="Line 7"/>
              <p:cNvSpPr>
                <a:spLocks noChangeShapeType="1"/>
              </p:cNvSpPr>
              <p:nvPr/>
            </p:nvSpPr>
            <p:spPr bwMode="auto">
              <a:xfrm>
                <a:off x="531" y="1124"/>
                <a:ext cx="0" cy="261"/>
              </a:xfrm>
              <a:prstGeom prst="lin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43114" name="Line 8"/>
              <p:cNvSpPr>
                <a:spLocks noChangeShapeType="1"/>
              </p:cNvSpPr>
              <p:nvPr/>
            </p:nvSpPr>
            <p:spPr bwMode="auto">
              <a:xfrm flipH="1">
                <a:off x="435" y="1385"/>
                <a:ext cx="96" cy="163"/>
              </a:xfrm>
              <a:prstGeom prst="lin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43115" name="Line 9"/>
              <p:cNvSpPr>
                <a:spLocks noChangeShapeType="1"/>
              </p:cNvSpPr>
              <p:nvPr/>
            </p:nvSpPr>
            <p:spPr bwMode="auto">
              <a:xfrm>
                <a:off x="531" y="1385"/>
                <a:ext cx="95" cy="163"/>
              </a:xfrm>
              <a:prstGeom prst="lin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43116" name="Line 10"/>
              <p:cNvSpPr>
                <a:spLocks noChangeShapeType="1"/>
              </p:cNvSpPr>
              <p:nvPr/>
            </p:nvSpPr>
            <p:spPr bwMode="auto">
              <a:xfrm>
                <a:off x="443" y="1198"/>
                <a:ext cx="229" cy="0"/>
              </a:xfrm>
              <a:prstGeom prst="lin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grpSp>
        <p:sp>
          <p:nvSpPr>
            <p:cNvPr id="43071" name="Oval 11"/>
            <p:cNvSpPr>
              <a:spLocks noChangeArrowheads="1"/>
            </p:cNvSpPr>
            <p:nvPr/>
          </p:nvSpPr>
          <p:spPr bwMode="auto">
            <a:xfrm>
              <a:off x="1089" y="810"/>
              <a:ext cx="673" cy="274"/>
            </a:xfrm>
            <a:prstGeom prst="ellipse">
              <a:avLst/>
            </a:prstGeom>
            <a:solidFill>
              <a:schemeClr val="tx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600" b="1">
                  <a:solidFill>
                    <a:schemeClr val="bg2"/>
                  </a:solidFill>
                  <a:latin typeface="Times New Roman" panose="02020603050405020304" pitchFamily="18" charset="0"/>
                </a:rPr>
                <a:t>添加项目</a:t>
              </a:r>
            </a:p>
          </p:txBody>
        </p:sp>
        <p:sp>
          <p:nvSpPr>
            <p:cNvPr id="43072" name="Oval 12"/>
            <p:cNvSpPr>
              <a:spLocks noChangeArrowheads="1"/>
            </p:cNvSpPr>
            <p:nvPr/>
          </p:nvSpPr>
          <p:spPr bwMode="auto">
            <a:xfrm>
              <a:off x="1086" y="1176"/>
              <a:ext cx="673" cy="274"/>
            </a:xfrm>
            <a:prstGeom prst="ellipse">
              <a:avLst/>
            </a:prstGeom>
            <a:solidFill>
              <a:schemeClr val="tx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600" b="1">
                  <a:solidFill>
                    <a:schemeClr val="bg2"/>
                  </a:solidFill>
                  <a:latin typeface="Times New Roman" panose="02020603050405020304" pitchFamily="18" charset="0"/>
                </a:rPr>
                <a:t>删除项目</a:t>
              </a:r>
            </a:p>
          </p:txBody>
        </p:sp>
        <p:sp>
          <p:nvSpPr>
            <p:cNvPr id="43073" name="Oval 13"/>
            <p:cNvSpPr>
              <a:spLocks noChangeArrowheads="1"/>
            </p:cNvSpPr>
            <p:nvPr/>
          </p:nvSpPr>
          <p:spPr bwMode="auto">
            <a:xfrm>
              <a:off x="1101" y="1515"/>
              <a:ext cx="673" cy="274"/>
            </a:xfrm>
            <a:prstGeom prst="ellipse">
              <a:avLst/>
            </a:prstGeom>
            <a:solidFill>
              <a:schemeClr val="tx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600" b="1">
                  <a:solidFill>
                    <a:schemeClr val="bg2"/>
                  </a:solidFill>
                  <a:latin typeface="Times New Roman" panose="02020603050405020304" pitchFamily="18" charset="0"/>
                </a:rPr>
                <a:t>更新项目</a:t>
              </a:r>
            </a:p>
          </p:txBody>
        </p:sp>
        <p:sp>
          <p:nvSpPr>
            <p:cNvPr id="43074" name="Rectangle 14"/>
            <p:cNvSpPr>
              <a:spLocks noChangeArrowheads="1"/>
            </p:cNvSpPr>
            <p:nvPr/>
          </p:nvSpPr>
          <p:spPr bwMode="auto">
            <a:xfrm>
              <a:off x="463" y="700"/>
              <a:ext cx="2334" cy="2989"/>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43075" name="Oval 15"/>
            <p:cNvSpPr>
              <a:spLocks noChangeArrowheads="1"/>
            </p:cNvSpPr>
            <p:nvPr/>
          </p:nvSpPr>
          <p:spPr bwMode="auto">
            <a:xfrm>
              <a:off x="476" y="1896"/>
              <a:ext cx="611" cy="274"/>
            </a:xfrm>
            <a:prstGeom prst="ellipse">
              <a:avLst/>
            </a:prstGeom>
            <a:solidFill>
              <a:schemeClr val="tx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600" b="1">
                  <a:solidFill>
                    <a:schemeClr val="bg2"/>
                  </a:solidFill>
                  <a:latin typeface="Times New Roman" panose="02020603050405020304" pitchFamily="18" charset="0"/>
                </a:rPr>
                <a:t>添加活动</a:t>
              </a:r>
            </a:p>
          </p:txBody>
        </p:sp>
        <p:sp>
          <p:nvSpPr>
            <p:cNvPr id="43076" name="Oval 16"/>
            <p:cNvSpPr>
              <a:spLocks noChangeArrowheads="1"/>
            </p:cNvSpPr>
            <p:nvPr/>
          </p:nvSpPr>
          <p:spPr bwMode="auto">
            <a:xfrm>
              <a:off x="482" y="2370"/>
              <a:ext cx="593" cy="274"/>
            </a:xfrm>
            <a:prstGeom prst="ellipse">
              <a:avLst/>
            </a:prstGeom>
            <a:solidFill>
              <a:schemeClr val="tx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600" b="1">
                  <a:solidFill>
                    <a:schemeClr val="bg2"/>
                  </a:solidFill>
                  <a:latin typeface="Times New Roman" panose="02020603050405020304" pitchFamily="18" charset="0"/>
                </a:rPr>
                <a:t>删除活动</a:t>
              </a:r>
            </a:p>
          </p:txBody>
        </p:sp>
        <p:sp>
          <p:nvSpPr>
            <p:cNvPr id="43077" name="Oval 17"/>
            <p:cNvSpPr>
              <a:spLocks noChangeArrowheads="1"/>
            </p:cNvSpPr>
            <p:nvPr/>
          </p:nvSpPr>
          <p:spPr bwMode="auto">
            <a:xfrm>
              <a:off x="479" y="2799"/>
              <a:ext cx="674" cy="274"/>
            </a:xfrm>
            <a:prstGeom prst="ellipse">
              <a:avLst/>
            </a:prstGeom>
            <a:solidFill>
              <a:schemeClr val="tx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600" b="1">
                  <a:solidFill>
                    <a:schemeClr val="bg2"/>
                  </a:solidFill>
                  <a:latin typeface="Times New Roman" panose="02020603050405020304" pitchFamily="18" charset="0"/>
                </a:rPr>
                <a:t>更新活动</a:t>
              </a:r>
            </a:p>
          </p:txBody>
        </p:sp>
        <p:sp>
          <p:nvSpPr>
            <p:cNvPr id="43078" name="Oval 18"/>
            <p:cNvSpPr>
              <a:spLocks noChangeArrowheads="1"/>
            </p:cNvSpPr>
            <p:nvPr/>
          </p:nvSpPr>
          <p:spPr bwMode="auto">
            <a:xfrm>
              <a:off x="2163" y="1173"/>
              <a:ext cx="610" cy="274"/>
            </a:xfrm>
            <a:prstGeom prst="ellipse">
              <a:avLst/>
            </a:prstGeom>
            <a:solidFill>
              <a:schemeClr val="tx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600" b="1">
                  <a:solidFill>
                    <a:schemeClr val="bg2"/>
                  </a:solidFill>
                  <a:latin typeface="Times New Roman" panose="02020603050405020304" pitchFamily="18" charset="0"/>
                </a:rPr>
                <a:t>查找项目</a:t>
              </a:r>
            </a:p>
          </p:txBody>
        </p:sp>
        <p:sp>
          <p:nvSpPr>
            <p:cNvPr id="43079" name="Line 19"/>
            <p:cNvSpPr>
              <a:spLocks noChangeShapeType="1"/>
            </p:cNvSpPr>
            <p:nvPr/>
          </p:nvSpPr>
          <p:spPr bwMode="auto">
            <a:xfrm>
              <a:off x="402" y="1321"/>
              <a:ext cx="689" cy="1"/>
            </a:xfrm>
            <a:prstGeom prst="line">
              <a:avLst/>
            </a:prstGeom>
            <a:noFill/>
            <a:ln w="28575">
              <a:solidFill>
                <a:schemeClr val="tx2"/>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43080" name="Line 20"/>
            <p:cNvSpPr>
              <a:spLocks noChangeShapeType="1"/>
            </p:cNvSpPr>
            <p:nvPr/>
          </p:nvSpPr>
          <p:spPr bwMode="auto">
            <a:xfrm>
              <a:off x="445" y="1323"/>
              <a:ext cx="664" cy="338"/>
            </a:xfrm>
            <a:prstGeom prst="line">
              <a:avLst/>
            </a:prstGeom>
            <a:noFill/>
            <a:ln w="28575">
              <a:solidFill>
                <a:schemeClr val="tx2"/>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43081" name="AutoShape 21"/>
            <p:cNvSpPr>
              <a:spLocks noChangeArrowheads="1"/>
            </p:cNvSpPr>
            <p:nvPr/>
          </p:nvSpPr>
          <p:spPr bwMode="auto">
            <a:xfrm rot="5326053">
              <a:off x="2066" y="1274"/>
              <a:ext cx="98" cy="84"/>
            </a:xfrm>
            <a:prstGeom prst="triangle">
              <a:avLst>
                <a:gd name="adj" fmla="val 50000"/>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43082" name="Line 22"/>
            <p:cNvSpPr>
              <a:spLocks noChangeShapeType="1"/>
            </p:cNvSpPr>
            <p:nvPr/>
          </p:nvSpPr>
          <p:spPr bwMode="auto">
            <a:xfrm>
              <a:off x="1745" y="1322"/>
              <a:ext cx="331"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083" name="Text Box 23"/>
            <p:cNvSpPr txBox="1">
              <a:spLocks noChangeArrowheads="1"/>
            </p:cNvSpPr>
            <p:nvPr/>
          </p:nvSpPr>
          <p:spPr bwMode="auto">
            <a:xfrm>
              <a:off x="1663" y="1101"/>
              <a:ext cx="52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kumimoji="1" lang="en-US" altLang="zh-CN" sz="1600">
                  <a:latin typeface="Times New Roman" panose="02020603050405020304" pitchFamily="18" charset="0"/>
                </a:rPr>
                <a:t>《</a:t>
              </a:r>
              <a:r>
                <a:rPr kumimoji="1" lang="en-US" altLang="zh-CN" sz="1600" b="1">
                  <a:latin typeface="Times New Roman" panose="02020603050405020304" pitchFamily="18" charset="0"/>
                </a:rPr>
                <a:t>Use</a:t>
              </a:r>
              <a:r>
                <a:rPr kumimoji="1" lang="en-US" altLang="zh-CN" sz="1600">
                  <a:latin typeface="Times New Roman" panose="02020603050405020304" pitchFamily="18" charset="0"/>
                </a:rPr>
                <a:t>》</a:t>
              </a:r>
            </a:p>
          </p:txBody>
        </p:sp>
        <p:sp>
          <p:nvSpPr>
            <p:cNvPr id="43084" name="Line 24"/>
            <p:cNvSpPr>
              <a:spLocks noChangeShapeType="1"/>
            </p:cNvSpPr>
            <p:nvPr/>
          </p:nvSpPr>
          <p:spPr bwMode="auto">
            <a:xfrm>
              <a:off x="1771" y="1660"/>
              <a:ext cx="745"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085" name="Line 25"/>
            <p:cNvSpPr>
              <a:spLocks noChangeShapeType="1"/>
            </p:cNvSpPr>
            <p:nvPr/>
          </p:nvSpPr>
          <p:spPr bwMode="auto">
            <a:xfrm flipV="1">
              <a:off x="2507" y="1550"/>
              <a:ext cx="0" cy="11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086" name="AutoShape 26"/>
            <p:cNvSpPr>
              <a:spLocks noChangeArrowheads="1"/>
            </p:cNvSpPr>
            <p:nvPr/>
          </p:nvSpPr>
          <p:spPr bwMode="auto">
            <a:xfrm>
              <a:off x="2453" y="1440"/>
              <a:ext cx="107" cy="91"/>
            </a:xfrm>
            <a:prstGeom prst="triangle">
              <a:avLst>
                <a:gd name="adj" fmla="val 50000"/>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43087" name="Oval 27"/>
            <p:cNvSpPr>
              <a:spLocks noChangeArrowheads="1"/>
            </p:cNvSpPr>
            <p:nvPr/>
          </p:nvSpPr>
          <p:spPr bwMode="auto">
            <a:xfrm>
              <a:off x="2064" y="1875"/>
              <a:ext cx="610" cy="274"/>
            </a:xfrm>
            <a:prstGeom prst="ellipse">
              <a:avLst/>
            </a:prstGeom>
            <a:solidFill>
              <a:schemeClr val="tx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600" b="1">
                  <a:solidFill>
                    <a:schemeClr val="bg2"/>
                  </a:solidFill>
                  <a:latin typeface="Times New Roman" panose="02020603050405020304" pitchFamily="18" charset="0"/>
                </a:rPr>
                <a:t>添加任务</a:t>
              </a:r>
            </a:p>
          </p:txBody>
        </p:sp>
        <p:sp>
          <p:nvSpPr>
            <p:cNvPr id="43088" name="Text Box 28"/>
            <p:cNvSpPr txBox="1">
              <a:spLocks noChangeArrowheads="1"/>
            </p:cNvSpPr>
            <p:nvPr/>
          </p:nvSpPr>
          <p:spPr bwMode="auto">
            <a:xfrm>
              <a:off x="1678" y="1449"/>
              <a:ext cx="52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kumimoji="1" lang="en-US" altLang="zh-CN" sz="1600">
                  <a:latin typeface="Times New Roman" panose="02020603050405020304" pitchFamily="18" charset="0"/>
                </a:rPr>
                <a:t>《</a:t>
              </a:r>
              <a:r>
                <a:rPr kumimoji="1" lang="en-US" altLang="zh-CN" sz="1600" b="1">
                  <a:latin typeface="Times New Roman" panose="02020603050405020304" pitchFamily="18" charset="0"/>
                </a:rPr>
                <a:t>Use</a:t>
              </a:r>
              <a:r>
                <a:rPr kumimoji="1" lang="en-US" altLang="zh-CN" sz="1600">
                  <a:latin typeface="Times New Roman" panose="02020603050405020304" pitchFamily="18" charset="0"/>
                </a:rPr>
                <a:t>》</a:t>
              </a:r>
            </a:p>
          </p:txBody>
        </p:sp>
        <p:sp>
          <p:nvSpPr>
            <p:cNvPr id="43089" name="Oval 29"/>
            <p:cNvSpPr>
              <a:spLocks noChangeArrowheads="1"/>
            </p:cNvSpPr>
            <p:nvPr/>
          </p:nvSpPr>
          <p:spPr bwMode="auto">
            <a:xfrm>
              <a:off x="698" y="3234"/>
              <a:ext cx="781" cy="393"/>
            </a:xfrm>
            <a:prstGeom prst="ellipse">
              <a:avLst/>
            </a:prstGeom>
            <a:solidFill>
              <a:schemeClr val="tx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600" b="1">
                  <a:solidFill>
                    <a:schemeClr val="bg2"/>
                  </a:solidFill>
                  <a:latin typeface="Times New Roman" panose="02020603050405020304" pitchFamily="18" charset="0"/>
                </a:rPr>
                <a:t>把技能指</a:t>
              </a:r>
            </a:p>
            <a:p>
              <a:pPr algn="ctr" eaLnBrk="1" hangingPunct="1">
                <a:spcBef>
                  <a:spcPct val="0"/>
                </a:spcBef>
                <a:buClrTx/>
                <a:buFontTx/>
                <a:buNone/>
              </a:pPr>
              <a:r>
                <a:rPr kumimoji="1" lang="zh-CN" altLang="en-US" sz="1600" b="1">
                  <a:solidFill>
                    <a:schemeClr val="bg2"/>
                  </a:solidFill>
                  <a:latin typeface="Times New Roman" panose="02020603050405020304" pitchFamily="18" charset="0"/>
                </a:rPr>
                <a:t>定给资源</a:t>
              </a:r>
            </a:p>
          </p:txBody>
        </p:sp>
        <p:sp>
          <p:nvSpPr>
            <p:cNvPr id="43090" name="Oval 30"/>
            <p:cNvSpPr>
              <a:spLocks noChangeArrowheads="1"/>
            </p:cNvSpPr>
            <p:nvPr/>
          </p:nvSpPr>
          <p:spPr bwMode="auto">
            <a:xfrm>
              <a:off x="1522" y="3234"/>
              <a:ext cx="781" cy="393"/>
            </a:xfrm>
            <a:prstGeom prst="ellipse">
              <a:avLst/>
            </a:prstGeom>
            <a:solidFill>
              <a:schemeClr val="tx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600" b="1">
                  <a:solidFill>
                    <a:schemeClr val="bg2"/>
                  </a:solidFill>
                  <a:latin typeface="Times New Roman" panose="02020603050405020304" pitchFamily="18" charset="0"/>
                </a:rPr>
                <a:t>从资源中</a:t>
              </a:r>
            </a:p>
            <a:p>
              <a:pPr algn="ctr" eaLnBrk="1" hangingPunct="1">
                <a:spcBef>
                  <a:spcPct val="0"/>
                </a:spcBef>
                <a:buClrTx/>
                <a:buFontTx/>
                <a:buNone/>
              </a:pPr>
              <a:r>
                <a:rPr kumimoji="1" lang="zh-CN" altLang="en-US" sz="1600" b="1">
                  <a:solidFill>
                    <a:schemeClr val="bg2"/>
                  </a:solidFill>
                  <a:latin typeface="Times New Roman" panose="02020603050405020304" pitchFamily="18" charset="0"/>
                </a:rPr>
                <a:t>清除技能</a:t>
              </a:r>
            </a:p>
          </p:txBody>
        </p:sp>
        <p:sp>
          <p:nvSpPr>
            <p:cNvPr id="43091" name="Line 31"/>
            <p:cNvSpPr>
              <a:spLocks noChangeShapeType="1"/>
            </p:cNvSpPr>
            <p:nvPr/>
          </p:nvSpPr>
          <p:spPr bwMode="auto">
            <a:xfrm flipV="1">
              <a:off x="1558" y="1790"/>
              <a:ext cx="2" cy="1574"/>
            </a:xfrm>
            <a:prstGeom prst="line">
              <a:avLst/>
            </a:prstGeom>
            <a:noFill/>
            <a:ln w="28575">
              <a:solidFill>
                <a:schemeClr val="tx1"/>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092" name="Text Box 32"/>
            <p:cNvSpPr txBox="1">
              <a:spLocks noChangeArrowheads="1"/>
            </p:cNvSpPr>
            <p:nvPr/>
          </p:nvSpPr>
          <p:spPr bwMode="auto">
            <a:xfrm>
              <a:off x="731" y="3047"/>
              <a:ext cx="665"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kumimoji="1" lang="en-US" altLang="zh-CN" sz="1600">
                  <a:latin typeface="Times New Roman" panose="02020603050405020304" pitchFamily="18" charset="0"/>
                </a:rPr>
                <a:t>《</a:t>
              </a:r>
              <a:r>
                <a:rPr kumimoji="1" lang="en-US" altLang="zh-CN" sz="1600" b="1">
                  <a:latin typeface="Times New Roman" panose="02020603050405020304" pitchFamily="18" charset="0"/>
                </a:rPr>
                <a:t>Extend</a:t>
              </a:r>
              <a:r>
                <a:rPr kumimoji="1" lang="en-US" altLang="zh-CN" sz="1600">
                  <a:latin typeface="Times New Roman" panose="02020603050405020304" pitchFamily="18" charset="0"/>
                </a:rPr>
                <a:t>》</a:t>
              </a:r>
            </a:p>
          </p:txBody>
        </p:sp>
        <p:sp>
          <p:nvSpPr>
            <p:cNvPr id="43093" name="Text Box 33"/>
            <p:cNvSpPr txBox="1">
              <a:spLocks noChangeArrowheads="1"/>
            </p:cNvSpPr>
            <p:nvPr/>
          </p:nvSpPr>
          <p:spPr bwMode="auto">
            <a:xfrm>
              <a:off x="1498" y="3027"/>
              <a:ext cx="665"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kumimoji="1" lang="en-US" altLang="zh-CN" sz="1600">
                  <a:latin typeface="Times New Roman" panose="02020603050405020304" pitchFamily="18" charset="0"/>
                </a:rPr>
                <a:t>《</a:t>
              </a:r>
              <a:r>
                <a:rPr kumimoji="1" lang="en-US" altLang="zh-CN" sz="1600" b="1">
                  <a:latin typeface="Times New Roman" panose="02020603050405020304" pitchFamily="18" charset="0"/>
                </a:rPr>
                <a:t>Extend</a:t>
              </a:r>
              <a:r>
                <a:rPr kumimoji="1" lang="en-US" altLang="zh-CN" sz="1600">
                  <a:latin typeface="Times New Roman" panose="02020603050405020304" pitchFamily="18" charset="0"/>
                </a:rPr>
                <a:t>》</a:t>
              </a:r>
            </a:p>
          </p:txBody>
        </p:sp>
        <p:sp>
          <p:nvSpPr>
            <p:cNvPr id="43094" name="Oval 34"/>
            <p:cNvSpPr>
              <a:spLocks noChangeArrowheads="1"/>
            </p:cNvSpPr>
            <p:nvPr/>
          </p:nvSpPr>
          <p:spPr bwMode="auto">
            <a:xfrm>
              <a:off x="2087" y="2349"/>
              <a:ext cx="611" cy="274"/>
            </a:xfrm>
            <a:prstGeom prst="ellipse">
              <a:avLst/>
            </a:prstGeom>
            <a:solidFill>
              <a:schemeClr val="tx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600" b="1">
                  <a:solidFill>
                    <a:schemeClr val="bg2"/>
                  </a:solidFill>
                  <a:latin typeface="Times New Roman" panose="02020603050405020304" pitchFamily="18" charset="0"/>
                </a:rPr>
                <a:t>删除任务</a:t>
              </a:r>
            </a:p>
          </p:txBody>
        </p:sp>
        <p:sp>
          <p:nvSpPr>
            <p:cNvPr id="43095" name="Oval 35"/>
            <p:cNvSpPr>
              <a:spLocks noChangeArrowheads="1"/>
            </p:cNvSpPr>
            <p:nvPr/>
          </p:nvSpPr>
          <p:spPr bwMode="auto">
            <a:xfrm>
              <a:off x="2093" y="2796"/>
              <a:ext cx="611" cy="274"/>
            </a:xfrm>
            <a:prstGeom prst="ellipse">
              <a:avLst/>
            </a:prstGeom>
            <a:solidFill>
              <a:schemeClr val="tx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600" b="1">
                  <a:solidFill>
                    <a:schemeClr val="bg2"/>
                  </a:solidFill>
                  <a:latin typeface="Times New Roman" panose="02020603050405020304" pitchFamily="18" charset="0"/>
                </a:rPr>
                <a:t>更新任务</a:t>
              </a:r>
            </a:p>
          </p:txBody>
        </p:sp>
        <p:sp>
          <p:nvSpPr>
            <p:cNvPr id="43096" name="Line 36"/>
            <p:cNvSpPr>
              <a:spLocks noChangeShapeType="1"/>
            </p:cNvSpPr>
            <p:nvPr/>
          </p:nvSpPr>
          <p:spPr bwMode="auto">
            <a:xfrm flipV="1">
              <a:off x="431" y="969"/>
              <a:ext cx="691" cy="357"/>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097" name="Line 37"/>
            <p:cNvSpPr>
              <a:spLocks noChangeShapeType="1"/>
            </p:cNvSpPr>
            <p:nvPr/>
          </p:nvSpPr>
          <p:spPr bwMode="auto">
            <a:xfrm flipV="1">
              <a:off x="1426" y="1783"/>
              <a:ext cx="0" cy="1563"/>
            </a:xfrm>
            <a:prstGeom prst="line">
              <a:avLst/>
            </a:prstGeom>
            <a:noFill/>
            <a:ln w="28575">
              <a:solidFill>
                <a:schemeClr val="tx1"/>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098" name="Line 38"/>
            <p:cNvSpPr>
              <a:spLocks noChangeShapeType="1"/>
            </p:cNvSpPr>
            <p:nvPr/>
          </p:nvSpPr>
          <p:spPr bwMode="auto">
            <a:xfrm flipV="1">
              <a:off x="834" y="1719"/>
              <a:ext cx="315" cy="174"/>
            </a:xfrm>
            <a:prstGeom prst="line">
              <a:avLst/>
            </a:prstGeom>
            <a:noFill/>
            <a:ln w="28575">
              <a:solidFill>
                <a:schemeClr val="tx1"/>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099" name="Line 39"/>
            <p:cNvSpPr>
              <a:spLocks noChangeShapeType="1"/>
            </p:cNvSpPr>
            <p:nvPr/>
          </p:nvSpPr>
          <p:spPr bwMode="auto">
            <a:xfrm flipV="1">
              <a:off x="934" y="1765"/>
              <a:ext cx="314" cy="631"/>
            </a:xfrm>
            <a:prstGeom prst="line">
              <a:avLst/>
            </a:prstGeom>
            <a:noFill/>
            <a:ln w="28575">
              <a:solidFill>
                <a:schemeClr val="tx1"/>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100" name="Line 40"/>
            <p:cNvSpPr>
              <a:spLocks noChangeShapeType="1"/>
            </p:cNvSpPr>
            <p:nvPr/>
          </p:nvSpPr>
          <p:spPr bwMode="auto">
            <a:xfrm flipV="1">
              <a:off x="1050" y="1792"/>
              <a:ext cx="296" cy="1061"/>
            </a:xfrm>
            <a:prstGeom prst="line">
              <a:avLst/>
            </a:prstGeom>
            <a:noFill/>
            <a:ln w="28575">
              <a:solidFill>
                <a:schemeClr val="tx1"/>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101" name="Line 41"/>
            <p:cNvSpPr>
              <a:spLocks noChangeShapeType="1"/>
            </p:cNvSpPr>
            <p:nvPr/>
          </p:nvSpPr>
          <p:spPr bwMode="auto">
            <a:xfrm flipH="1" flipV="1">
              <a:off x="1723" y="1728"/>
              <a:ext cx="422" cy="183"/>
            </a:xfrm>
            <a:prstGeom prst="line">
              <a:avLst/>
            </a:prstGeom>
            <a:noFill/>
            <a:ln w="28575">
              <a:solidFill>
                <a:schemeClr val="tx1"/>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102" name="Line 42"/>
            <p:cNvSpPr>
              <a:spLocks noChangeShapeType="1"/>
            </p:cNvSpPr>
            <p:nvPr/>
          </p:nvSpPr>
          <p:spPr bwMode="auto">
            <a:xfrm flipH="1" flipV="1">
              <a:off x="1679" y="1745"/>
              <a:ext cx="502" cy="649"/>
            </a:xfrm>
            <a:prstGeom prst="line">
              <a:avLst/>
            </a:prstGeom>
            <a:noFill/>
            <a:ln w="28575">
              <a:solidFill>
                <a:schemeClr val="tx1"/>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103" name="Line 43"/>
            <p:cNvSpPr>
              <a:spLocks noChangeShapeType="1"/>
            </p:cNvSpPr>
            <p:nvPr/>
          </p:nvSpPr>
          <p:spPr bwMode="auto">
            <a:xfrm flipH="1" flipV="1">
              <a:off x="1625" y="1774"/>
              <a:ext cx="475" cy="1115"/>
            </a:xfrm>
            <a:prstGeom prst="line">
              <a:avLst/>
            </a:prstGeom>
            <a:noFill/>
            <a:ln w="28575">
              <a:solidFill>
                <a:schemeClr val="tx1"/>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104" name="Text Box 44"/>
            <p:cNvSpPr txBox="1">
              <a:spLocks noChangeArrowheads="1"/>
            </p:cNvSpPr>
            <p:nvPr/>
          </p:nvSpPr>
          <p:spPr bwMode="auto">
            <a:xfrm>
              <a:off x="457" y="2622"/>
              <a:ext cx="665"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kumimoji="1" lang="en-US" altLang="zh-CN" sz="1600">
                  <a:latin typeface="Times New Roman" panose="02020603050405020304" pitchFamily="18" charset="0"/>
                </a:rPr>
                <a:t>《</a:t>
              </a:r>
              <a:r>
                <a:rPr kumimoji="1" lang="en-US" altLang="zh-CN" sz="1600" b="1">
                  <a:latin typeface="Times New Roman" panose="02020603050405020304" pitchFamily="18" charset="0"/>
                </a:rPr>
                <a:t>Extend</a:t>
              </a:r>
              <a:r>
                <a:rPr kumimoji="1" lang="en-US" altLang="zh-CN" sz="1600">
                  <a:latin typeface="Times New Roman" panose="02020603050405020304" pitchFamily="18" charset="0"/>
                </a:rPr>
                <a:t>》</a:t>
              </a:r>
            </a:p>
          </p:txBody>
        </p:sp>
        <p:sp>
          <p:nvSpPr>
            <p:cNvPr id="43105" name="Text Box 45"/>
            <p:cNvSpPr txBox="1">
              <a:spLocks noChangeArrowheads="1"/>
            </p:cNvSpPr>
            <p:nvPr/>
          </p:nvSpPr>
          <p:spPr bwMode="auto">
            <a:xfrm>
              <a:off x="382" y="2151"/>
              <a:ext cx="665"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kumimoji="1" lang="en-US" altLang="zh-CN" sz="1600">
                  <a:latin typeface="Times New Roman" panose="02020603050405020304" pitchFamily="18" charset="0"/>
                </a:rPr>
                <a:t>《</a:t>
              </a:r>
              <a:r>
                <a:rPr kumimoji="1" lang="en-US" altLang="zh-CN" sz="1600" b="1">
                  <a:latin typeface="Times New Roman" panose="02020603050405020304" pitchFamily="18" charset="0"/>
                </a:rPr>
                <a:t>Extend</a:t>
              </a:r>
              <a:r>
                <a:rPr kumimoji="1" lang="en-US" altLang="zh-CN" sz="1600">
                  <a:latin typeface="Times New Roman" panose="02020603050405020304" pitchFamily="18" charset="0"/>
                </a:rPr>
                <a:t>》</a:t>
              </a:r>
            </a:p>
          </p:txBody>
        </p:sp>
        <p:sp>
          <p:nvSpPr>
            <p:cNvPr id="43106" name="Text Box 46"/>
            <p:cNvSpPr txBox="1">
              <a:spLocks noChangeArrowheads="1"/>
            </p:cNvSpPr>
            <p:nvPr/>
          </p:nvSpPr>
          <p:spPr bwMode="auto">
            <a:xfrm>
              <a:off x="404" y="1616"/>
              <a:ext cx="665"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kumimoji="1" lang="en-US" altLang="zh-CN" sz="1600">
                  <a:latin typeface="Times New Roman" panose="02020603050405020304" pitchFamily="18" charset="0"/>
                </a:rPr>
                <a:t>《</a:t>
              </a:r>
              <a:r>
                <a:rPr kumimoji="1" lang="en-US" altLang="zh-CN" sz="1600" b="1">
                  <a:latin typeface="Times New Roman" panose="02020603050405020304" pitchFamily="18" charset="0"/>
                </a:rPr>
                <a:t>Extend</a:t>
              </a:r>
              <a:r>
                <a:rPr kumimoji="1" lang="en-US" altLang="zh-CN" sz="1600">
                  <a:latin typeface="Times New Roman" panose="02020603050405020304" pitchFamily="18" charset="0"/>
                </a:rPr>
                <a:t>》</a:t>
              </a:r>
            </a:p>
          </p:txBody>
        </p:sp>
        <p:sp>
          <p:nvSpPr>
            <p:cNvPr id="43107" name="Text Box 47"/>
            <p:cNvSpPr txBox="1">
              <a:spLocks noChangeArrowheads="1"/>
            </p:cNvSpPr>
            <p:nvPr/>
          </p:nvSpPr>
          <p:spPr bwMode="auto">
            <a:xfrm>
              <a:off x="2031" y="2611"/>
              <a:ext cx="665"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kumimoji="1" lang="en-US" altLang="zh-CN" sz="1600">
                  <a:latin typeface="Times New Roman" panose="02020603050405020304" pitchFamily="18" charset="0"/>
                </a:rPr>
                <a:t>《</a:t>
              </a:r>
              <a:r>
                <a:rPr kumimoji="1" lang="en-US" altLang="zh-CN" sz="1600" b="1">
                  <a:latin typeface="Times New Roman" panose="02020603050405020304" pitchFamily="18" charset="0"/>
                </a:rPr>
                <a:t>Extend</a:t>
              </a:r>
              <a:r>
                <a:rPr kumimoji="1" lang="en-US" altLang="zh-CN" sz="1600">
                  <a:latin typeface="Times New Roman" panose="02020603050405020304" pitchFamily="18" charset="0"/>
                </a:rPr>
                <a:t>》</a:t>
              </a:r>
            </a:p>
          </p:txBody>
        </p:sp>
        <p:sp>
          <p:nvSpPr>
            <p:cNvPr id="43108" name="Text Box 48"/>
            <p:cNvSpPr txBox="1">
              <a:spLocks noChangeArrowheads="1"/>
            </p:cNvSpPr>
            <p:nvPr/>
          </p:nvSpPr>
          <p:spPr bwMode="auto">
            <a:xfrm>
              <a:off x="2063" y="2159"/>
              <a:ext cx="66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kumimoji="1" lang="en-US" altLang="zh-CN" sz="1600">
                  <a:latin typeface="Times New Roman" panose="02020603050405020304" pitchFamily="18" charset="0"/>
                </a:rPr>
                <a:t>《</a:t>
              </a:r>
              <a:r>
                <a:rPr kumimoji="1" lang="en-US" altLang="zh-CN" sz="1600" b="1">
                  <a:latin typeface="Times New Roman" panose="02020603050405020304" pitchFamily="18" charset="0"/>
                </a:rPr>
                <a:t>Extend</a:t>
              </a:r>
              <a:r>
                <a:rPr kumimoji="1" lang="en-US" altLang="zh-CN" sz="1600">
                  <a:latin typeface="Times New Roman" panose="02020603050405020304" pitchFamily="18" charset="0"/>
                </a:rPr>
                <a:t>》</a:t>
              </a:r>
            </a:p>
          </p:txBody>
        </p:sp>
        <p:sp>
          <p:nvSpPr>
            <p:cNvPr id="43109" name="Text Box 49"/>
            <p:cNvSpPr txBox="1">
              <a:spLocks noChangeArrowheads="1"/>
            </p:cNvSpPr>
            <p:nvPr/>
          </p:nvSpPr>
          <p:spPr bwMode="auto">
            <a:xfrm>
              <a:off x="1897" y="1660"/>
              <a:ext cx="66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kumimoji="1" lang="en-US" altLang="zh-CN" sz="1600">
                  <a:latin typeface="Times New Roman" panose="02020603050405020304" pitchFamily="18" charset="0"/>
                </a:rPr>
                <a:t>《</a:t>
              </a:r>
              <a:r>
                <a:rPr kumimoji="1" lang="en-US" altLang="zh-CN" sz="1600" b="1">
                  <a:latin typeface="Times New Roman" panose="02020603050405020304" pitchFamily="18" charset="0"/>
                </a:rPr>
                <a:t>Extend</a:t>
              </a:r>
              <a:r>
                <a:rPr kumimoji="1" lang="en-US" altLang="zh-CN" sz="1600">
                  <a:latin typeface="Times New Roman" panose="02020603050405020304" pitchFamily="18" charset="0"/>
                </a:rPr>
                <a:t>》</a:t>
              </a:r>
            </a:p>
          </p:txBody>
        </p:sp>
        <p:sp>
          <p:nvSpPr>
            <p:cNvPr id="512050" name="Text Box 50"/>
            <p:cNvSpPr txBox="1">
              <a:spLocks noChangeArrowheads="1"/>
            </p:cNvSpPr>
            <p:nvPr/>
          </p:nvSpPr>
          <p:spPr bwMode="auto">
            <a:xfrm>
              <a:off x="602" y="3796"/>
              <a:ext cx="2025" cy="1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fontAlgn="ctr" hangingPunct="1">
                <a:lnSpc>
                  <a:spcPct val="90000"/>
                </a:lnSpc>
                <a:spcBef>
                  <a:spcPct val="20000"/>
                </a:spcBef>
                <a:defRPr/>
              </a:pPr>
              <a:r>
                <a:rPr kumimoji="1" lang="zh-CN" altLang="en-US" sz="1600" b="1">
                  <a:solidFill>
                    <a:srgbClr val="FFFFFF"/>
                  </a:solidFill>
                  <a:effectLst>
                    <a:outerShdw blurRad="38100" dist="38100" dir="2700000" algn="tl">
                      <a:srgbClr val="C0C0C0"/>
                    </a:outerShdw>
                  </a:effectLst>
                  <a:latin typeface="宋体" pitchFamily="2" charset="-122"/>
                </a:rPr>
                <a:t>项目管理</a:t>
              </a:r>
              <a:r>
                <a:rPr kumimoji="1" lang="en-US" altLang="zh-CN" sz="1600" b="1">
                  <a:solidFill>
                    <a:srgbClr val="FFFFFF"/>
                  </a:solidFill>
                  <a:effectLst>
                    <a:outerShdw blurRad="38100" dist="38100" dir="2700000" algn="tl">
                      <a:srgbClr val="C0C0C0"/>
                    </a:outerShdw>
                  </a:effectLst>
                  <a:latin typeface="宋体" pitchFamily="2" charset="-122"/>
                </a:rPr>
                <a:t>Use Case</a:t>
              </a:r>
              <a:r>
                <a:rPr kumimoji="1" lang="zh-CN" altLang="en-US" sz="1600" b="1">
                  <a:solidFill>
                    <a:srgbClr val="FFFFFF"/>
                  </a:solidFill>
                  <a:effectLst>
                    <a:outerShdw blurRad="38100" dist="38100" dir="2700000" algn="tl">
                      <a:srgbClr val="C0C0C0"/>
                    </a:outerShdw>
                  </a:effectLst>
                  <a:latin typeface="宋体" pitchFamily="2" charset="-122"/>
                </a:rPr>
                <a:t>图</a:t>
              </a:r>
            </a:p>
          </p:txBody>
        </p:sp>
      </p:grpSp>
      <p:grpSp>
        <p:nvGrpSpPr>
          <p:cNvPr id="512052" name="Group 52"/>
          <p:cNvGrpSpPr>
            <a:grpSpLocks/>
          </p:cNvGrpSpPr>
          <p:nvPr/>
        </p:nvGrpSpPr>
        <p:grpSpPr bwMode="auto">
          <a:xfrm>
            <a:off x="4752975" y="1109663"/>
            <a:ext cx="4392613" cy="5191125"/>
            <a:chOff x="2994" y="699"/>
            <a:chExt cx="2767" cy="3270"/>
          </a:xfrm>
        </p:grpSpPr>
        <p:sp>
          <p:nvSpPr>
            <p:cNvPr id="43018" name="Text Box 53"/>
            <p:cNvSpPr txBox="1">
              <a:spLocks noChangeArrowheads="1"/>
            </p:cNvSpPr>
            <p:nvPr/>
          </p:nvSpPr>
          <p:spPr bwMode="auto">
            <a:xfrm flipH="1">
              <a:off x="5084" y="2099"/>
              <a:ext cx="677" cy="192"/>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BA55"/>
                  </a:solidFill>
                  <a:miter lim="800000"/>
                  <a:headEnd/>
                  <a:tailEnd/>
                </a14:hiddenLine>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zh-CN" altLang="en-US" sz="1400" b="1">
                  <a:solidFill>
                    <a:srgbClr val="FFFFFF"/>
                  </a:solidFill>
                  <a:latin typeface="Times New Roman" panose="02020603050405020304" pitchFamily="18" charset="0"/>
                </a:rPr>
                <a:t>系统管理员</a:t>
              </a:r>
            </a:p>
          </p:txBody>
        </p:sp>
        <p:grpSp>
          <p:nvGrpSpPr>
            <p:cNvPr id="43019" name="Group 54"/>
            <p:cNvGrpSpPr>
              <a:grpSpLocks/>
            </p:cNvGrpSpPr>
            <p:nvPr/>
          </p:nvGrpSpPr>
          <p:grpSpPr bwMode="auto">
            <a:xfrm>
              <a:off x="2994" y="699"/>
              <a:ext cx="2646" cy="3270"/>
              <a:chOff x="2994" y="699"/>
              <a:chExt cx="2646" cy="3270"/>
            </a:xfrm>
          </p:grpSpPr>
          <p:sp>
            <p:nvSpPr>
              <p:cNvPr id="512055" name="Text Box 55"/>
              <p:cNvSpPr txBox="1">
                <a:spLocks noChangeArrowheads="1"/>
              </p:cNvSpPr>
              <p:nvPr/>
            </p:nvSpPr>
            <p:spPr bwMode="auto">
              <a:xfrm>
                <a:off x="3044" y="3771"/>
                <a:ext cx="2118" cy="1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fontAlgn="ctr" hangingPunct="1">
                  <a:lnSpc>
                    <a:spcPct val="90000"/>
                  </a:lnSpc>
                  <a:spcBef>
                    <a:spcPct val="20000"/>
                  </a:spcBef>
                  <a:defRPr/>
                </a:pPr>
                <a:r>
                  <a:rPr kumimoji="1" lang="zh-CN" altLang="en-US" sz="1600" b="1">
                    <a:solidFill>
                      <a:srgbClr val="FFFFFF"/>
                    </a:solidFill>
                    <a:effectLst>
                      <a:outerShdw blurRad="38100" dist="38100" dir="2700000" algn="tl">
                        <a:srgbClr val="C0C0C0"/>
                      </a:outerShdw>
                    </a:effectLst>
                    <a:latin typeface="宋体" pitchFamily="2" charset="-122"/>
                  </a:rPr>
                  <a:t>系统管理</a:t>
                </a:r>
                <a:r>
                  <a:rPr kumimoji="1" lang="en-US" altLang="zh-CN" sz="1600" b="1">
                    <a:solidFill>
                      <a:srgbClr val="FFFFFF"/>
                    </a:solidFill>
                    <a:effectLst>
                      <a:outerShdw blurRad="38100" dist="38100" dir="2700000" algn="tl">
                        <a:srgbClr val="C0C0C0"/>
                      </a:outerShdw>
                    </a:effectLst>
                    <a:latin typeface="宋体" pitchFamily="2" charset="-122"/>
                  </a:rPr>
                  <a:t>Use Case</a:t>
                </a:r>
                <a:r>
                  <a:rPr kumimoji="1" lang="zh-CN" altLang="en-US" sz="1600" b="1">
                    <a:solidFill>
                      <a:srgbClr val="FFFFFF"/>
                    </a:solidFill>
                    <a:effectLst>
                      <a:outerShdw blurRad="38100" dist="38100" dir="2700000" algn="tl">
                        <a:srgbClr val="C0C0C0"/>
                      </a:outerShdw>
                    </a:effectLst>
                    <a:latin typeface="宋体" pitchFamily="2" charset="-122"/>
                  </a:rPr>
                  <a:t>图</a:t>
                </a:r>
              </a:p>
            </p:txBody>
          </p:sp>
          <p:sp>
            <p:nvSpPr>
              <p:cNvPr id="43021" name="Oval 56"/>
              <p:cNvSpPr>
                <a:spLocks noChangeArrowheads="1"/>
              </p:cNvSpPr>
              <p:nvPr/>
            </p:nvSpPr>
            <p:spPr bwMode="auto">
              <a:xfrm>
                <a:off x="3013" y="847"/>
                <a:ext cx="654" cy="276"/>
              </a:xfrm>
              <a:prstGeom prst="ellipse">
                <a:avLst/>
              </a:prstGeom>
              <a:solidFill>
                <a:schemeClr val="tx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600" b="1">
                    <a:solidFill>
                      <a:schemeClr val="bg2"/>
                    </a:solidFill>
                    <a:latin typeface="Times New Roman" panose="02020603050405020304" pitchFamily="18" charset="0"/>
                  </a:rPr>
                  <a:t>添加技能</a:t>
                </a:r>
              </a:p>
            </p:txBody>
          </p:sp>
          <p:sp>
            <p:nvSpPr>
              <p:cNvPr id="43022" name="Oval 57"/>
              <p:cNvSpPr>
                <a:spLocks noChangeArrowheads="1"/>
              </p:cNvSpPr>
              <p:nvPr/>
            </p:nvSpPr>
            <p:spPr bwMode="auto">
              <a:xfrm>
                <a:off x="3725" y="1067"/>
                <a:ext cx="654" cy="276"/>
              </a:xfrm>
              <a:prstGeom prst="ellipse">
                <a:avLst/>
              </a:prstGeom>
              <a:solidFill>
                <a:schemeClr val="tx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600" b="1">
                    <a:solidFill>
                      <a:schemeClr val="bg2"/>
                    </a:solidFill>
                    <a:latin typeface="Times New Roman" panose="02020603050405020304" pitchFamily="18" charset="0"/>
                  </a:rPr>
                  <a:t>存储数据</a:t>
                </a:r>
              </a:p>
            </p:txBody>
          </p:sp>
          <p:sp>
            <p:nvSpPr>
              <p:cNvPr id="43023" name="Oval 58"/>
              <p:cNvSpPr>
                <a:spLocks noChangeArrowheads="1"/>
              </p:cNvSpPr>
              <p:nvPr/>
            </p:nvSpPr>
            <p:spPr bwMode="auto">
              <a:xfrm>
                <a:off x="3719" y="1605"/>
                <a:ext cx="655" cy="276"/>
              </a:xfrm>
              <a:prstGeom prst="ellipse">
                <a:avLst/>
              </a:prstGeom>
              <a:solidFill>
                <a:schemeClr val="tx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600" b="1">
                    <a:solidFill>
                      <a:schemeClr val="bg2"/>
                    </a:solidFill>
                    <a:latin typeface="Times New Roman" panose="02020603050405020304" pitchFamily="18" charset="0"/>
                  </a:rPr>
                  <a:t>启动系统</a:t>
                </a:r>
              </a:p>
            </p:txBody>
          </p:sp>
          <p:sp>
            <p:nvSpPr>
              <p:cNvPr id="43024" name="Rectangle 59"/>
              <p:cNvSpPr>
                <a:spLocks noChangeArrowheads="1"/>
              </p:cNvSpPr>
              <p:nvPr/>
            </p:nvSpPr>
            <p:spPr bwMode="auto">
              <a:xfrm>
                <a:off x="2994" y="699"/>
                <a:ext cx="2089" cy="2834"/>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grpSp>
            <p:nvGrpSpPr>
              <p:cNvPr id="43025" name="Group 60"/>
              <p:cNvGrpSpPr>
                <a:grpSpLocks/>
              </p:cNvGrpSpPr>
              <p:nvPr/>
            </p:nvGrpSpPr>
            <p:grpSpPr bwMode="auto">
              <a:xfrm>
                <a:off x="5222" y="1540"/>
                <a:ext cx="226" cy="506"/>
                <a:chOff x="5161" y="1718"/>
                <a:chExt cx="226" cy="503"/>
              </a:xfrm>
            </p:grpSpPr>
            <p:sp>
              <p:nvSpPr>
                <p:cNvPr id="43065" name="Oval 61"/>
                <p:cNvSpPr>
                  <a:spLocks noChangeArrowheads="1"/>
                </p:cNvSpPr>
                <p:nvPr/>
              </p:nvSpPr>
              <p:spPr bwMode="auto">
                <a:xfrm flipH="1">
                  <a:off x="5223" y="1718"/>
                  <a:ext cx="128" cy="119"/>
                </a:xfrm>
                <a:prstGeom prst="ellips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43066" name="Line 62"/>
                <p:cNvSpPr>
                  <a:spLocks noChangeShapeType="1"/>
                </p:cNvSpPr>
                <p:nvPr/>
              </p:nvSpPr>
              <p:spPr bwMode="auto">
                <a:xfrm flipH="1">
                  <a:off x="5295" y="1837"/>
                  <a:ext cx="0" cy="237"/>
                </a:xfrm>
                <a:prstGeom prst="lin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43067" name="Line 63"/>
                <p:cNvSpPr>
                  <a:spLocks noChangeShapeType="1"/>
                </p:cNvSpPr>
                <p:nvPr/>
              </p:nvSpPr>
              <p:spPr bwMode="auto">
                <a:xfrm>
                  <a:off x="5295" y="2074"/>
                  <a:ext cx="92" cy="147"/>
                </a:xfrm>
                <a:prstGeom prst="lin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43068" name="Line 64"/>
                <p:cNvSpPr>
                  <a:spLocks noChangeShapeType="1"/>
                </p:cNvSpPr>
                <p:nvPr/>
              </p:nvSpPr>
              <p:spPr bwMode="auto">
                <a:xfrm flipH="1">
                  <a:off x="5205" y="2074"/>
                  <a:ext cx="90" cy="147"/>
                </a:xfrm>
                <a:prstGeom prst="lin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43069" name="Line 65"/>
                <p:cNvSpPr>
                  <a:spLocks noChangeShapeType="1"/>
                </p:cNvSpPr>
                <p:nvPr/>
              </p:nvSpPr>
              <p:spPr bwMode="auto">
                <a:xfrm flipH="1">
                  <a:off x="5161" y="1904"/>
                  <a:ext cx="218" cy="0"/>
                </a:xfrm>
                <a:prstGeom prst="lin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grpSp>
          <p:sp>
            <p:nvSpPr>
              <p:cNvPr id="43026" name="Oval 66"/>
              <p:cNvSpPr>
                <a:spLocks noChangeArrowheads="1"/>
              </p:cNvSpPr>
              <p:nvPr/>
            </p:nvSpPr>
            <p:spPr bwMode="auto">
              <a:xfrm>
                <a:off x="3725" y="1948"/>
                <a:ext cx="655" cy="276"/>
              </a:xfrm>
              <a:prstGeom prst="ellipse">
                <a:avLst/>
              </a:prstGeom>
              <a:solidFill>
                <a:schemeClr val="tx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600" b="1">
                    <a:solidFill>
                      <a:schemeClr val="bg2"/>
                    </a:solidFill>
                    <a:latin typeface="Times New Roman" panose="02020603050405020304" pitchFamily="18" charset="0"/>
                  </a:rPr>
                  <a:t>关闭系统</a:t>
                </a:r>
              </a:p>
            </p:txBody>
          </p:sp>
          <p:sp>
            <p:nvSpPr>
              <p:cNvPr id="43027" name="Oval 67"/>
              <p:cNvSpPr>
                <a:spLocks noChangeArrowheads="1"/>
              </p:cNvSpPr>
              <p:nvPr/>
            </p:nvSpPr>
            <p:spPr bwMode="auto">
              <a:xfrm>
                <a:off x="4472" y="831"/>
                <a:ext cx="594" cy="276"/>
              </a:xfrm>
              <a:prstGeom prst="ellipse">
                <a:avLst/>
              </a:prstGeom>
              <a:solidFill>
                <a:schemeClr val="tx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600" b="1">
                    <a:solidFill>
                      <a:schemeClr val="bg2"/>
                    </a:solidFill>
                    <a:latin typeface="Times New Roman" panose="02020603050405020304" pitchFamily="18" charset="0"/>
                  </a:rPr>
                  <a:t>查找技能</a:t>
                </a:r>
              </a:p>
            </p:txBody>
          </p:sp>
          <p:sp>
            <p:nvSpPr>
              <p:cNvPr id="43028" name="AutoShape 68"/>
              <p:cNvSpPr>
                <a:spLocks noChangeArrowheads="1"/>
              </p:cNvSpPr>
              <p:nvPr/>
            </p:nvSpPr>
            <p:spPr bwMode="auto">
              <a:xfrm rot="5326053">
                <a:off x="4377" y="916"/>
                <a:ext cx="99" cy="81"/>
              </a:xfrm>
              <a:prstGeom prst="triangle">
                <a:avLst>
                  <a:gd name="adj" fmla="val 50000"/>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43029" name="Line 69"/>
              <p:cNvSpPr>
                <a:spLocks noChangeShapeType="1"/>
              </p:cNvSpPr>
              <p:nvPr/>
            </p:nvSpPr>
            <p:spPr bwMode="auto">
              <a:xfrm>
                <a:off x="4158" y="954"/>
                <a:ext cx="231" cy="1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030" name="Text Box 70"/>
              <p:cNvSpPr txBox="1">
                <a:spLocks noChangeArrowheads="1"/>
              </p:cNvSpPr>
              <p:nvPr/>
            </p:nvSpPr>
            <p:spPr bwMode="auto">
              <a:xfrm>
                <a:off x="4032" y="740"/>
                <a:ext cx="506"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kumimoji="1" lang="en-US" altLang="zh-CN" sz="1600">
                    <a:latin typeface="Times New Roman" panose="02020603050405020304" pitchFamily="18" charset="0"/>
                  </a:rPr>
                  <a:t>《</a:t>
                </a:r>
                <a:r>
                  <a:rPr kumimoji="1" lang="en-US" altLang="zh-CN" sz="1600" b="1">
                    <a:latin typeface="Times New Roman" panose="02020603050405020304" pitchFamily="18" charset="0"/>
                  </a:rPr>
                  <a:t>Use</a:t>
                </a:r>
                <a:r>
                  <a:rPr kumimoji="1" lang="en-US" altLang="zh-CN" sz="1600">
                    <a:latin typeface="Times New Roman" panose="02020603050405020304" pitchFamily="18" charset="0"/>
                  </a:rPr>
                  <a:t>》</a:t>
                </a:r>
              </a:p>
            </p:txBody>
          </p:sp>
          <p:sp>
            <p:nvSpPr>
              <p:cNvPr id="43031" name="Line 71"/>
              <p:cNvSpPr>
                <a:spLocks noChangeShapeType="1"/>
              </p:cNvSpPr>
              <p:nvPr/>
            </p:nvSpPr>
            <p:spPr bwMode="auto">
              <a:xfrm flipV="1">
                <a:off x="4176" y="965"/>
                <a:ext cx="0" cy="111"/>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032" name="Text Box 72"/>
              <p:cNvSpPr txBox="1">
                <a:spLocks noChangeArrowheads="1"/>
              </p:cNvSpPr>
              <p:nvPr/>
            </p:nvSpPr>
            <p:spPr bwMode="auto">
              <a:xfrm>
                <a:off x="3494" y="734"/>
                <a:ext cx="506"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kumimoji="1" lang="en-US" altLang="zh-CN" sz="1600">
                    <a:latin typeface="Times New Roman" panose="02020603050405020304" pitchFamily="18" charset="0"/>
                  </a:rPr>
                  <a:t>《</a:t>
                </a:r>
                <a:r>
                  <a:rPr kumimoji="1" lang="en-US" altLang="zh-CN" sz="1600" b="1">
                    <a:latin typeface="Times New Roman" panose="02020603050405020304" pitchFamily="18" charset="0"/>
                  </a:rPr>
                  <a:t>Use</a:t>
                </a:r>
                <a:r>
                  <a:rPr kumimoji="1" lang="en-US" altLang="zh-CN" sz="1600">
                    <a:latin typeface="Times New Roman" panose="02020603050405020304" pitchFamily="18" charset="0"/>
                  </a:rPr>
                  <a:t>》</a:t>
                </a:r>
              </a:p>
            </p:txBody>
          </p:sp>
          <p:sp>
            <p:nvSpPr>
              <p:cNvPr id="43033" name="Text Box 73"/>
              <p:cNvSpPr txBox="1">
                <a:spLocks noChangeArrowheads="1"/>
              </p:cNvSpPr>
              <p:nvPr/>
            </p:nvSpPr>
            <p:spPr bwMode="auto">
              <a:xfrm>
                <a:off x="3570" y="3033"/>
                <a:ext cx="506"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kumimoji="1" lang="en-US" altLang="zh-CN" sz="1600">
                    <a:latin typeface="Times New Roman" panose="02020603050405020304" pitchFamily="18" charset="0"/>
                  </a:rPr>
                  <a:t>《</a:t>
                </a:r>
                <a:r>
                  <a:rPr kumimoji="1" lang="en-US" altLang="zh-CN" sz="1600" b="1">
                    <a:latin typeface="Times New Roman" panose="02020603050405020304" pitchFamily="18" charset="0"/>
                  </a:rPr>
                  <a:t>Use</a:t>
                </a:r>
                <a:r>
                  <a:rPr kumimoji="1" lang="en-US" altLang="zh-CN" sz="1600">
                    <a:latin typeface="Times New Roman" panose="02020603050405020304" pitchFamily="18" charset="0"/>
                  </a:rPr>
                  <a:t>》</a:t>
                </a:r>
              </a:p>
            </p:txBody>
          </p:sp>
          <p:sp>
            <p:nvSpPr>
              <p:cNvPr id="43034" name="Oval 74"/>
              <p:cNvSpPr>
                <a:spLocks noChangeArrowheads="1"/>
              </p:cNvSpPr>
              <p:nvPr/>
            </p:nvSpPr>
            <p:spPr bwMode="auto">
              <a:xfrm>
                <a:off x="3080" y="3079"/>
                <a:ext cx="677" cy="396"/>
              </a:xfrm>
              <a:prstGeom prst="ellipse">
                <a:avLst/>
              </a:prstGeom>
              <a:solidFill>
                <a:schemeClr val="tx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600" b="1">
                    <a:solidFill>
                      <a:schemeClr val="bg2"/>
                    </a:solidFill>
                    <a:latin typeface="Times New Roman" panose="02020603050405020304" pitchFamily="18" charset="0"/>
                  </a:rPr>
                  <a:t>备份资</a:t>
                </a:r>
              </a:p>
              <a:p>
                <a:pPr algn="ctr" eaLnBrk="1" hangingPunct="1">
                  <a:spcBef>
                    <a:spcPct val="0"/>
                  </a:spcBef>
                  <a:buClrTx/>
                  <a:buFontTx/>
                  <a:buNone/>
                </a:pPr>
                <a:r>
                  <a:rPr kumimoji="1" lang="zh-CN" altLang="en-US" sz="1600" b="1">
                    <a:solidFill>
                      <a:schemeClr val="bg2"/>
                    </a:solidFill>
                    <a:latin typeface="Times New Roman" panose="02020603050405020304" pitchFamily="18" charset="0"/>
                  </a:rPr>
                  <a:t>源数据</a:t>
                </a:r>
              </a:p>
            </p:txBody>
          </p:sp>
          <p:sp>
            <p:nvSpPr>
              <p:cNvPr id="43035" name="Oval 75"/>
              <p:cNvSpPr>
                <a:spLocks noChangeArrowheads="1"/>
              </p:cNvSpPr>
              <p:nvPr/>
            </p:nvSpPr>
            <p:spPr bwMode="auto">
              <a:xfrm>
                <a:off x="4421" y="3087"/>
                <a:ext cx="641" cy="396"/>
              </a:xfrm>
              <a:prstGeom prst="ellipse">
                <a:avLst/>
              </a:prstGeom>
              <a:solidFill>
                <a:schemeClr val="tx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600" b="1">
                    <a:solidFill>
                      <a:schemeClr val="bg2"/>
                    </a:solidFill>
                    <a:latin typeface="Times New Roman" panose="02020603050405020304" pitchFamily="18" charset="0"/>
                  </a:rPr>
                  <a:t>备份项</a:t>
                </a:r>
              </a:p>
              <a:p>
                <a:pPr algn="ctr" eaLnBrk="1" hangingPunct="1">
                  <a:spcBef>
                    <a:spcPct val="0"/>
                  </a:spcBef>
                  <a:buClrTx/>
                  <a:buFontTx/>
                  <a:buNone/>
                </a:pPr>
                <a:r>
                  <a:rPr kumimoji="1" lang="zh-CN" altLang="en-US" sz="1600" b="1">
                    <a:solidFill>
                      <a:schemeClr val="bg2"/>
                    </a:solidFill>
                    <a:latin typeface="Times New Roman" panose="02020603050405020304" pitchFamily="18" charset="0"/>
                  </a:rPr>
                  <a:t>目数据</a:t>
                </a:r>
              </a:p>
            </p:txBody>
          </p:sp>
          <p:sp>
            <p:nvSpPr>
              <p:cNvPr id="43036" name="Text Box 76"/>
              <p:cNvSpPr txBox="1">
                <a:spLocks noChangeArrowheads="1"/>
              </p:cNvSpPr>
              <p:nvPr/>
            </p:nvSpPr>
            <p:spPr bwMode="auto">
              <a:xfrm>
                <a:off x="3270" y="2226"/>
                <a:ext cx="700"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kumimoji="1" lang="en-US" altLang="zh-CN" sz="1600">
                    <a:latin typeface="Times New Roman" panose="02020603050405020304" pitchFamily="18" charset="0"/>
                  </a:rPr>
                  <a:t>《 </a:t>
                </a:r>
                <a:r>
                  <a:rPr kumimoji="1" lang="en-US" altLang="zh-CN" sz="1600" b="1">
                    <a:latin typeface="Times New Roman" panose="02020603050405020304" pitchFamily="18" charset="0"/>
                  </a:rPr>
                  <a:t>Extend </a:t>
                </a:r>
                <a:r>
                  <a:rPr kumimoji="1" lang="en-US" altLang="zh-CN" sz="1600">
                    <a:latin typeface="Times New Roman" panose="02020603050405020304" pitchFamily="18" charset="0"/>
                  </a:rPr>
                  <a:t>》</a:t>
                </a:r>
              </a:p>
            </p:txBody>
          </p:sp>
          <p:sp>
            <p:nvSpPr>
              <p:cNvPr id="43037" name="Text Box 77"/>
              <p:cNvSpPr txBox="1">
                <a:spLocks noChangeArrowheads="1"/>
              </p:cNvSpPr>
              <p:nvPr/>
            </p:nvSpPr>
            <p:spPr bwMode="auto">
              <a:xfrm>
                <a:off x="3223" y="1359"/>
                <a:ext cx="756"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kumimoji="1" lang="en-US" altLang="zh-CN" sz="1600">
                    <a:latin typeface="Times New Roman" panose="02020603050405020304" pitchFamily="18" charset="0"/>
                  </a:rPr>
                  <a:t>《 </a:t>
                </a:r>
                <a:r>
                  <a:rPr kumimoji="1" lang="en-US" altLang="zh-CN" sz="1600" b="1">
                    <a:latin typeface="Times New Roman" panose="02020603050405020304" pitchFamily="18" charset="0"/>
                  </a:rPr>
                  <a:t>Extend </a:t>
                </a:r>
                <a:r>
                  <a:rPr kumimoji="1" lang="en-US" altLang="zh-CN" sz="1600">
                    <a:latin typeface="Times New Roman" panose="02020603050405020304" pitchFamily="18" charset="0"/>
                  </a:rPr>
                  <a:t>》</a:t>
                </a:r>
              </a:p>
            </p:txBody>
          </p:sp>
          <p:sp>
            <p:nvSpPr>
              <p:cNvPr id="43038" name="AutoShape 78"/>
              <p:cNvSpPr>
                <a:spLocks noChangeArrowheads="1"/>
              </p:cNvSpPr>
              <p:nvPr/>
            </p:nvSpPr>
            <p:spPr bwMode="auto">
              <a:xfrm rot="16273947" flipH="1">
                <a:off x="3646" y="931"/>
                <a:ext cx="98" cy="81"/>
              </a:xfrm>
              <a:prstGeom prst="triangle">
                <a:avLst>
                  <a:gd name="adj" fmla="val 50000"/>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43039" name="Line 79"/>
              <p:cNvSpPr>
                <a:spLocks noChangeShapeType="1"/>
              </p:cNvSpPr>
              <p:nvPr/>
            </p:nvSpPr>
            <p:spPr bwMode="auto">
              <a:xfrm>
                <a:off x="3741" y="968"/>
                <a:ext cx="203"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040" name="Line 80"/>
              <p:cNvSpPr>
                <a:spLocks noChangeShapeType="1"/>
              </p:cNvSpPr>
              <p:nvPr/>
            </p:nvSpPr>
            <p:spPr bwMode="auto">
              <a:xfrm flipV="1">
                <a:off x="3953" y="962"/>
                <a:ext cx="0" cy="111"/>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041" name="AutoShape 81"/>
              <p:cNvSpPr>
                <a:spLocks noChangeArrowheads="1"/>
              </p:cNvSpPr>
              <p:nvPr/>
            </p:nvSpPr>
            <p:spPr bwMode="auto">
              <a:xfrm rot="5326053">
                <a:off x="4316" y="3230"/>
                <a:ext cx="98" cy="90"/>
              </a:xfrm>
              <a:prstGeom prst="triangle">
                <a:avLst>
                  <a:gd name="adj" fmla="val 50000"/>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43042" name="Line 82"/>
              <p:cNvSpPr>
                <a:spLocks noChangeShapeType="1"/>
              </p:cNvSpPr>
              <p:nvPr/>
            </p:nvSpPr>
            <p:spPr bwMode="auto">
              <a:xfrm>
                <a:off x="4157" y="3281"/>
                <a:ext cx="157" cy="4"/>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043" name="Text Box 83"/>
              <p:cNvSpPr txBox="1">
                <a:spLocks noChangeArrowheads="1"/>
              </p:cNvSpPr>
              <p:nvPr/>
            </p:nvSpPr>
            <p:spPr bwMode="auto">
              <a:xfrm>
                <a:off x="4038" y="3037"/>
                <a:ext cx="506"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kumimoji="1" lang="en-US" altLang="zh-CN" sz="1600">
                    <a:latin typeface="Times New Roman" panose="02020603050405020304" pitchFamily="18" charset="0"/>
                  </a:rPr>
                  <a:t>《</a:t>
                </a:r>
                <a:r>
                  <a:rPr kumimoji="1" lang="en-US" altLang="zh-CN" sz="1600" b="1">
                    <a:latin typeface="Times New Roman" panose="02020603050405020304" pitchFamily="18" charset="0"/>
                  </a:rPr>
                  <a:t>Use</a:t>
                </a:r>
                <a:r>
                  <a:rPr kumimoji="1" lang="en-US" altLang="zh-CN" sz="1600">
                    <a:latin typeface="Times New Roman" panose="02020603050405020304" pitchFamily="18" charset="0"/>
                  </a:rPr>
                  <a:t>》</a:t>
                </a:r>
              </a:p>
            </p:txBody>
          </p:sp>
          <p:sp>
            <p:nvSpPr>
              <p:cNvPr id="43044" name="Line 84"/>
              <p:cNvSpPr>
                <a:spLocks noChangeShapeType="1"/>
              </p:cNvSpPr>
              <p:nvPr/>
            </p:nvSpPr>
            <p:spPr bwMode="auto">
              <a:xfrm flipV="1">
                <a:off x="4146" y="2567"/>
                <a:ext cx="0" cy="727"/>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045" name="AutoShape 85"/>
              <p:cNvSpPr>
                <a:spLocks noChangeArrowheads="1"/>
              </p:cNvSpPr>
              <p:nvPr/>
            </p:nvSpPr>
            <p:spPr bwMode="auto">
              <a:xfrm rot="16273947" flipH="1">
                <a:off x="3776" y="3230"/>
                <a:ext cx="96" cy="94"/>
              </a:xfrm>
              <a:prstGeom prst="triangle">
                <a:avLst>
                  <a:gd name="adj" fmla="val 50000"/>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43046" name="Line 86"/>
              <p:cNvSpPr>
                <a:spLocks noChangeShapeType="1"/>
              </p:cNvSpPr>
              <p:nvPr/>
            </p:nvSpPr>
            <p:spPr bwMode="auto">
              <a:xfrm flipH="1" flipV="1">
                <a:off x="4032" y="2739"/>
                <a:ext cx="2" cy="56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047" name="Line 87"/>
              <p:cNvSpPr>
                <a:spLocks noChangeShapeType="1"/>
              </p:cNvSpPr>
              <p:nvPr/>
            </p:nvSpPr>
            <p:spPr bwMode="auto">
              <a:xfrm flipV="1">
                <a:off x="3885" y="3286"/>
                <a:ext cx="150" cy="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048" name="Line 88"/>
              <p:cNvSpPr>
                <a:spLocks noChangeShapeType="1"/>
              </p:cNvSpPr>
              <p:nvPr/>
            </p:nvSpPr>
            <p:spPr bwMode="auto">
              <a:xfrm flipV="1">
                <a:off x="4055" y="2214"/>
                <a:ext cx="4" cy="272"/>
              </a:xfrm>
              <a:prstGeom prst="line">
                <a:avLst/>
              </a:prstGeom>
              <a:noFill/>
              <a:ln w="28575">
                <a:solidFill>
                  <a:schemeClr val="tx1"/>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049" name="Oval 89"/>
              <p:cNvSpPr>
                <a:spLocks noChangeArrowheads="1"/>
              </p:cNvSpPr>
              <p:nvPr/>
            </p:nvSpPr>
            <p:spPr bwMode="auto">
              <a:xfrm>
                <a:off x="3725" y="2480"/>
                <a:ext cx="654" cy="276"/>
              </a:xfrm>
              <a:prstGeom prst="ellipse">
                <a:avLst/>
              </a:prstGeom>
              <a:solidFill>
                <a:schemeClr val="tx2"/>
              </a:solidFill>
              <a:ln w="127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600" b="1">
                    <a:solidFill>
                      <a:schemeClr val="bg2"/>
                    </a:solidFill>
                    <a:latin typeface="Times New Roman" panose="02020603050405020304" pitchFamily="18" charset="0"/>
                  </a:rPr>
                  <a:t>备份数据</a:t>
                </a:r>
              </a:p>
            </p:txBody>
          </p:sp>
          <p:sp>
            <p:nvSpPr>
              <p:cNvPr id="43050" name="Line 90"/>
              <p:cNvSpPr>
                <a:spLocks noChangeShapeType="1"/>
              </p:cNvSpPr>
              <p:nvPr/>
            </p:nvSpPr>
            <p:spPr bwMode="auto">
              <a:xfrm>
                <a:off x="4041" y="1335"/>
                <a:ext cx="0" cy="276"/>
              </a:xfrm>
              <a:prstGeom prst="line">
                <a:avLst/>
              </a:prstGeom>
              <a:noFill/>
              <a:ln w="28575">
                <a:solidFill>
                  <a:schemeClr val="tx1"/>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051" name="Line 91"/>
              <p:cNvSpPr>
                <a:spLocks noChangeShapeType="1"/>
              </p:cNvSpPr>
              <p:nvPr/>
            </p:nvSpPr>
            <p:spPr bwMode="auto">
              <a:xfrm flipH="1">
                <a:off x="4367" y="2670"/>
                <a:ext cx="951"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052" name="Line 92"/>
              <p:cNvSpPr>
                <a:spLocks noChangeShapeType="1"/>
              </p:cNvSpPr>
              <p:nvPr/>
            </p:nvSpPr>
            <p:spPr bwMode="auto">
              <a:xfrm flipH="1" flipV="1">
                <a:off x="4367" y="1244"/>
                <a:ext cx="878" cy="1435"/>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053" name="Line 93"/>
              <p:cNvSpPr>
                <a:spLocks noChangeShapeType="1"/>
              </p:cNvSpPr>
              <p:nvPr/>
            </p:nvSpPr>
            <p:spPr bwMode="auto">
              <a:xfrm flipH="1" flipV="1">
                <a:off x="4340" y="1188"/>
                <a:ext cx="896" cy="534"/>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054" name="Line 94"/>
              <p:cNvSpPr>
                <a:spLocks noChangeShapeType="1"/>
              </p:cNvSpPr>
              <p:nvPr/>
            </p:nvSpPr>
            <p:spPr bwMode="auto">
              <a:xfrm flipH="1">
                <a:off x="4358" y="1731"/>
                <a:ext cx="896"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055" name="Line 95"/>
              <p:cNvSpPr>
                <a:spLocks noChangeShapeType="1"/>
              </p:cNvSpPr>
              <p:nvPr/>
            </p:nvSpPr>
            <p:spPr bwMode="auto">
              <a:xfrm flipH="1">
                <a:off x="4358" y="1722"/>
                <a:ext cx="896" cy="331"/>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3056" name="Line 96"/>
              <p:cNvSpPr>
                <a:spLocks noChangeShapeType="1"/>
              </p:cNvSpPr>
              <p:nvPr/>
            </p:nvSpPr>
            <p:spPr bwMode="auto">
              <a:xfrm flipV="1">
                <a:off x="4376" y="1731"/>
                <a:ext cx="842" cy="848"/>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43057" name="Group 97"/>
              <p:cNvGrpSpPr>
                <a:grpSpLocks/>
              </p:cNvGrpSpPr>
              <p:nvPr/>
            </p:nvGrpSpPr>
            <p:grpSpPr bwMode="auto">
              <a:xfrm>
                <a:off x="5118" y="2483"/>
                <a:ext cx="522" cy="781"/>
                <a:chOff x="5120" y="2503"/>
                <a:chExt cx="522" cy="776"/>
              </a:xfrm>
            </p:grpSpPr>
            <p:sp>
              <p:nvSpPr>
                <p:cNvPr id="43058" name="Rectangle 98"/>
                <p:cNvSpPr>
                  <a:spLocks noChangeArrowheads="1"/>
                </p:cNvSpPr>
                <p:nvPr/>
              </p:nvSpPr>
              <p:spPr bwMode="auto">
                <a:xfrm>
                  <a:off x="5120" y="2967"/>
                  <a:ext cx="522" cy="312"/>
                </a:xfrm>
                <a:prstGeom prst="rect">
                  <a:avLst/>
                </a:prstGeom>
                <a:noFill/>
                <a:ln>
                  <a:noFill/>
                </a:ln>
                <a:effectLst/>
                <a:extLst>
                  <a:ext uri="{909E8E84-426E-40DD-AFC4-6F175D3DCCD1}">
                    <a14:hiddenFill xmlns:a14="http://schemas.microsoft.com/office/drawing/2010/main">
                      <a:solidFill>
                        <a:schemeClr val="tx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600" b="1">
                      <a:latin typeface="Times New Roman" panose="02020603050405020304" pitchFamily="18" charset="0"/>
                    </a:rPr>
                    <a:t>备份系统</a:t>
                  </a:r>
                </a:p>
              </p:txBody>
            </p:sp>
            <p:grpSp>
              <p:nvGrpSpPr>
                <p:cNvPr id="43059" name="Group 99"/>
                <p:cNvGrpSpPr>
                  <a:grpSpLocks/>
                </p:cNvGrpSpPr>
                <p:nvPr/>
              </p:nvGrpSpPr>
              <p:grpSpPr bwMode="auto">
                <a:xfrm>
                  <a:off x="5274" y="2503"/>
                  <a:ext cx="226" cy="503"/>
                  <a:chOff x="5161" y="1718"/>
                  <a:chExt cx="226" cy="503"/>
                </a:xfrm>
              </p:grpSpPr>
              <p:sp>
                <p:nvSpPr>
                  <p:cNvPr id="43060" name="Oval 100"/>
                  <p:cNvSpPr>
                    <a:spLocks noChangeArrowheads="1"/>
                  </p:cNvSpPr>
                  <p:nvPr/>
                </p:nvSpPr>
                <p:spPr bwMode="auto">
                  <a:xfrm flipH="1">
                    <a:off x="5223" y="1718"/>
                    <a:ext cx="128" cy="119"/>
                  </a:xfrm>
                  <a:prstGeom prst="ellips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43061" name="Line 101"/>
                  <p:cNvSpPr>
                    <a:spLocks noChangeShapeType="1"/>
                  </p:cNvSpPr>
                  <p:nvPr/>
                </p:nvSpPr>
                <p:spPr bwMode="auto">
                  <a:xfrm flipH="1">
                    <a:off x="5295" y="1837"/>
                    <a:ext cx="0" cy="237"/>
                  </a:xfrm>
                  <a:prstGeom prst="lin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43062" name="Line 102"/>
                  <p:cNvSpPr>
                    <a:spLocks noChangeShapeType="1"/>
                  </p:cNvSpPr>
                  <p:nvPr/>
                </p:nvSpPr>
                <p:spPr bwMode="auto">
                  <a:xfrm>
                    <a:off x="5295" y="2074"/>
                    <a:ext cx="92" cy="147"/>
                  </a:xfrm>
                  <a:prstGeom prst="lin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43063" name="Line 103"/>
                  <p:cNvSpPr>
                    <a:spLocks noChangeShapeType="1"/>
                  </p:cNvSpPr>
                  <p:nvPr/>
                </p:nvSpPr>
                <p:spPr bwMode="auto">
                  <a:xfrm flipH="1">
                    <a:off x="5205" y="2074"/>
                    <a:ext cx="90" cy="147"/>
                  </a:xfrm>
                  <a:prstGeom prst="lin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43064" name="Line 104"/>
                  <p:cNvSpPr>
                    <a:spLocks noChangeShapeType="1"/>
                  </p:cNvSpPr>
                  <p:nvPr/>
                </p:nvSpPr>
                <p:spPr bwMode="auto">
                  <a:xfrm flipH="1">
                    <a:off x="5161" y="1904"/>
                    <a:ext cx="218" cy="0"/>
                  </a:xfrm>
                  <a:prstGeom prst="line">
                    <a:avLst/>
                  </a:prstGeom>
                  <a:noFill/>
                  <a:ln w="28575">
                    <a:solidFill>
                      <a:srgbClr val="FFFF00"/>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grpSp>
          </p:grpSp>
        </p:grpSp>
      </p:grpSp>
      <p:sp>
        <p:nvSpPr>
          <p:cNvPr id="43015" name="Oval 105">
            <a:hlinkClick r:id="" action="ppaction://hlinkshowjump?jump=previousslide"/>
          </p:cNvPr>
          <p:cNvSpPr>
            <a:spLocks noChangeArrowheads="1"/>
          </p:cNvSpPr>
          <p:nvPr/>
        </p:nvSpPr>
        <p:spPr bwMode="auto">
          <a:xfrm>
            <a:off x="6356350" y="6365875"/>
            <a:ext cx="762000" cy="381000"/>
          </a:xfrm>
          <a:prstGeom prst="ellipse">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round/>
                <a:headEnd/>
                <a:tailEnd/>
              </a14:hiddenLine>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43016" name="Oval 106">
            <a:hlinkClick r:id="" action="ppaction://hlinkshowjump?jump=nextslide"/>
          </p:cNvPr>
          <p:cNvSpPr>
            <a:spLocks noChangeArrowheads="1"/>
          </p:cNvSpPr>
          <p:nvPr/>
        </p:nvSpPr>
        <p:spPr bwMode="auto">
          <a:xfrm>
            <a:off x="7245350" y="6365875"/>
            <a:ext cx="762000" cy="381000"/>
          </a:xfrm>
          <a:prstGeom prst="ellipse">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round/>
                <a:headEnd/>
                <a:tailEnd/>
              </a14:hiddenLine>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43017" name="Oval 107">
            <a:hlinkClick r:id="" action="ppaction://hlinkshowjump?jump=firstslide"/>
          </p:cNvPr>
          <p:cNvSpPr>
            <a:spLocks noChangeArrowheads="1"/>
          </p:cNvSpPr>
          <p:nvPr/>
        </p:nvSpPr>
        <p:spPr bwMode="auto">
          <a:xfrm>
            <a:off x="8137525" y="6356350"/>
            <a:ext cx="762000" cy="381000"/>
          </a:xfrm>
          <a:prstGeom prst="ellipse">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round/>
                <a:headEnd/>
                <a:tailEnd/>
              </a14:hiddenLine>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Tree>
  </p:cSld>
  <p:clrMapOvr>
    <a:masterClrMapping/>
  </p:clrMapOvr>
  <p:transition advClick="0">
    <p:wheel spokes="8"/>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5120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日期占位符 1"/>
          <p:cNvSpPr>
            <a:spLocks noGrp="1"/>
          </p:cNvSpPr>
          <p:nvPr>
            <p:ph type="dt" sz="quarter" idx="10"/>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41A5A7F2-8D84-4000-B67C-974E25A8868B}" type="datetime8">
              <a:rPr lang="zh-CN" altLang="en-US" sz="1400" smtClean="0"/>
              <a:pPr>
                <a:spcBef>
                  <a:spcPct val="0"/>
                </a:spcBef>
                <a:buClrTx/>
                <a:buFontTx/>
                <a:buNone/>
              </a:pPr>
              <a:t>2020年5月12日3时0分</a:t>
            </a:fld>
            <a:endParaRPr lang="en-US" altLang="zh-CN" sz="1400" smtClean="0"/>
          </a:p>
        </p:txBody>
      </p:sp>
      <p:sp>
        <p:nvSpPr>
          <p:cNvPr id="44035" name="灯片编号占位符 3"/>
          <p:cNvSpPr>
            <a:spLocks noGrp="1"/>
          </p:cNvSpPr>
          <p:nvPr>
            <p:ph type="sldNum" sz="quarter" idx="12"/>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D05B5A08-8DCD-40FD-B899-64E911DD78C6}" type="slidenum">
              <a:rPr lang="en-US" altLang="zh-CN" sz="1400" smtClean="0"/>
              <a:pPr>
                <a:spcBef>
                  <a:spcPct val="0"/>
                </a:spcBef>
                <a:buClrTx/>
                <a:buFontTx/>
                <a:buNone/>
              </a:pPr>
              <a:t>29</a:t>
            </a:fld>
            <a:endParaRPr lang="en-US" altLang="zh-CN" sz="1400" smtClean="0"/>
          </a:p>
        </p:txBody>
      </p:sp>
      <p:sp>
        <p:nvSpPr>
          <p:cNvPr id="514050" name="Text Box 2"/>
          <p:cNvSpPr txBox="1">
            <a:spLocks noChangeArrowheads="1"/>
          </p:cNvSpPr>
          <p:nvPr/>
        </p:nvSpPr>
        <p:spPr bwMode="auto">
          <a:xfrm>
            <a:off x="476250" y="2138363"/>
            <a:ext cx="6648450" cy="279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577850">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buClrTx/>
              <a:buFontTx/>
              <a:buNone/>
            </a:pPr>
            <a:r>
              <a:rPr kumimoji="1" lang="zh-CN" altLang="en-US" sz="2400" b="1">
                <a:latin typeface="楷体_GB2312" pitchFamily="49" charset="-122"/>
                <a:ea typeface="楷体_GB2312" pitchFamily="49" charset="-122"/>
              </a:rPr>
              <a:t>顺序图存在两个轴</a:t>
            </a:r>
            <a:r>
              <a:rPr kumimoji="1" lang="en-US" altLang="zh-CN" sz="2400" b="1">
                <a:latin typeface="楷体_GB2312" pitchFamily="49" charset="-122"/>
                <a:ea typeface="楷体_GB2312" pitchFamily="49" charset="-122"/>
              </a:rPr>
              <a:t>:</a:t>
            </a:r>
            <a:r>
              <a:rPr kumimoji="1" lang="zh-CN" altLang="en-US" sz="2400" b="1">
                <a:latin typeface="楷体_GB2312" pitchFamily="49" charset="-122"/>
                <a:ea typeface="楷体_GB2312" pitchFamily="49" charset="-122"/>
              </a:rPr>
              <a:t>水平轴表示一组对象</a:t>
            </a:r>
            <a:r>
              <a:rPr kumimoji="1" lang="en-US" altLang="zh-CN" sz="2400" b="1">
                <a:latin typeface="楷体_GB2312" pitchFamily="49" charset="-122"/>
                <a:ea typeface="楷体_GB2312" pitchFamily="49" charset="-122"/>
              </a:rPr>
              <a:t>,</a:t>
            </a:r>
            <a:r>
              <a:rPr kumimoji="1" lang="zh-CN" altLang="en-US" sz="2400" b="1">
                <a:latin typeface="楷体_GB2312" pitchFamily="49" charset="-122"/>
                <a:ea typeface="楷体_GB2312" pitchFamily="49" charset="-122"/>
              </a:rPr>
              <a:t>垂直轴表示时间。</a:t>
            </a:r>
          </a:p>
          <a:p>
            <a:pPr algn="just" eaLnBrk="1" hangingPunct="1">
              <a:buClrTx/>
              <a:buFontTx/>
              <a:buNone/>
            </a:pPr>
            <a:r>
              <a:rPr kumimoji="1" lang="zh-CN" altLang="en-US" sz="2400" b="1">
                <a:latin typeface="楷体_GB2312" pitchFamily="49" charset="-122"/>
                <a:ea typeface="楷体_GB2312" pitchFamily="49" charset="-122"/>
              </a:rPr>
              <a:t>顺序图中的对象用一个带有垂直虚线的矩形框表示</a:t>
            </a:r>
            <a:r>
              <a:rPr kumimoji="1" lang="en-US" altLang="zh-CN" sz="2400" b="1">
                <a:latin typeface="楷体_GB2312" pitchFamily="49" charset="-122"/>
                <a:ea typeface="楷体_GB2312" pitchFamily="49" charset="-122"/>
              </a:rPr>
              <a:t>, </a:t>
            </a:r>
            <a:r>
              <a:rPr kumimoji="1" lang="zh-CN" altLang="en-US" sz="2400" b="1">
                <a:latin typeface="楷体_GB2312" pitchFamily="49" charset="-122"/>
                <a:ea typeface="楷体_GB2312" pitchFamily="49" charset="-122"/>
              </a:rPr>
              <a:t>并标有对象名和类名。垂直虚线是对象的生命线</a:t>
            </a:r>
            <a:r>
              <a:rPr kumimoji="1" lang="en-US" altLang="zh-CN" sz="2400" b="1">
                <a:latin typeface="楷体_GB2312" pitchFamily="49" charset="-122"/>
                <a:ea typeface="楷体_GB2312" pitchFamily="49" charset="-122"/>
              </a:rPr>
              <a:t>,</a:t>
            </a:r>
            <a:r>
              <a:rPr kumimoji="1" lang="zh-CN" altLang="en-US" sz="2400" b="1">
                <a:latin typeface="楷体_GB2312" pitchFamily="49" charset="-122"/>
                <a:ea typeface="楷体_GB2312" pitchFamily="49" charset="-122"/>
              </a:rPr>
              <a:t>用于表示在某段时间内对象是存在的。</a:t>
            </a:r>
          </a:p>
          <a:p>
            <a:pPr algn="just" eaLnBrk="1" hangingPunct="1">
              <a:buClrTx/>
              <a:buFontTx/>
              <a:buNone/>
            </a:pPr>
            <a:r>
              <a:rPr kumimoji="1" lang="zh-CN" altLang="en-US" sz="2400" b="1">
                <a:latin typeface="楷体_GB2312" pitchFamily="49" charset="-122"/>
                <a:ea typeface="楷体_GB2312" pitchFamily="49" charset="-122"/>
              </a:rPr>
              <a:t>对象间的通信通过在对象的生命线之 间消息来表示，消息的箭头类型指明消息的类型。</a:t>
            </a:r>
          </a:p>
        </p:txBody>
      </p:sp>
      <p:sp>
        <p:nvSpPr>
          <p:cNvPr id="514051" name="Rectangle 3"/>
          <p:cNvSpPr>
            <a:spLocks noGrp="1" noRot="1" noChangeArrowheads="1"/>
          </p:cNvSpPr>
          <p:nvPr>
            <p:ph type="title" idx="4294967295"/>
          </p:nvPr>
        </p:nvSpPr>
        <p:spPr>
          <a:xfrm>
            <a:off x="571500" y="266700"/>
            <a:ext cx="7772400" cy="742950"/>
          </a:xfrm>
        </p:spPr>
        <p:txBody>
          <a:bodyPr/>
          <a:lstStyle/>
          <a:p>
            <a:pPr eaLnBrk="1" hangingPunct="1">
              <a:defRPr/>
            </a:pPr>
            <a:r>
              <a:rPr lang="en-US" altLang="zh-CN" sz="2800" smtClean="0">
                <a:effectLst>
                  <a:outerShdw blurRad="38100" dist="38100" dir="2700000" algn="tl">
                    <a:srgbClr val="C0C0C0"/>
                  </a:outerShdw>
                </a:effectLst>
                <a:latin typeface="华文新魏" pitchFamily="2" charset="-122"/>
                <a:ea typeface="华文新魏" pitchFamily="2" charset="-122"/>
              </a:rPr>
              <a:t>2.5.5 </a:t>
            </a:r>
            <a:r>
              <a:rPr lang="zh-CN" altLang="en-US" sz="2800" smtClean="0">
                <a:effectLst>
                  <a:outerShdw blurRad="38100" dist="38100" dir="2700000" algn="tl">
                    <a:srgbClr val="C0C0C0"/>
                  </a:outerShdw>
                </a:effectLst>
                <a:latin typeface="华文新魏" pitchFamily="2" charset="-122"/>
                <a:ea typeface="华文新魏" pitchFamily="2" charset="-122"/>
              </a:rPr>
              <a:t>顺序图</a:t>
            </a:r>
            <a:r>
              <a:rPr lang="en-US" altLang="zh-CN" sz="2800" smtClean="0">
                <a:effectLst>
                  <a:outerShdw blurRad="38100" dist="38100" dir="2700000" algn="tl">
                    <a:srgbClr val="C0C0C0"/>
                  </a:outerShdw>
                </a:effectLst>
                <a:latin typeface="华文新魏" pitchFamily="2" charset="-122"/>
                <a:ea typeface="华文新魏" pitchFamily="2" charset="-122"/>
              </a:rPr>
              <a:t>(</a:t>
            </a:r>
            <a:r>
              <a:rPr lang="zh-CN" altLang="en-US" sz="2800" smtClean="0">
                <a:effectLst>
                  <a:outerShdw blurRad="38100" dist="38100" dir="2700000" algn="tl">
                    <a:srgbClr val="C0C0C0"/>
                  </a:outerShdw>
                </a:effectLst>
                <a:latin typeface="华文新魏" pitchFamily="2" charset="-122"/>
                <a:ea typeface="华文新魏" pitchFamily="2" charset="-122"/>
              </a:rPr>
              <a:t>序列图</a:t>
            </a:r>
            <a:r>
              <a:rPr lang="en-US" altLang="zh-CN" sz="2800" smtClean="0">
                <a:effectLst>
                  <a:outerShdw blurRad="38100" dist="38100" dir="2700000" algn="tl">
                    <a:srgbClr val="C0C0C0"/>
                  </a:outerShdw>
                </a:effectLst>
                <a:latin typeface="华文新魏" pitchFamily="2" charset="-122"/>
                <a:ea typeface="华文新魏" pitchFamily="2" charset="-122"/>
              </a:rPr>
              <a:t>)</a:t>
            </a:r>
            <a:endParaRPr lang="en-US" altLang="zh-CN" sz="2800" smtClean="0"/>
          </a:p>
        </p:txBody>
      </p:sp>
      <p:sp>
        <p:nvSpPr>
          <p:cNvPr id="514052" name="Text Box 4"/>
          <p:cNvSpPr txBox="1">
            <a:spLocks noChangeArrowheads="1"/>
          </p:cNvSpPr>
          <p:nvPr/>
        </p:nvSpPr>
        <p:spPr bwMode="auto">
          <a:xfrm>
            <a:off x="461963" y="1341438"/>
            <a:ext cx="817245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571500">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buClrTx/>
              <a:buFontTx/>
              <a:buNone/>
            </a:pPr>
            <a:r>
              <a:rPr kumimoji="1" lang="zh-CN" altLang="en-US" sz="2400" b="1">
                <a:latin typeface="楷体_GB2312" pitchFamily="49" charset="-122"/>
                <a:ea typeface="楷体_GB2312" pitchFamily="49" charset="-122"/>
              </a:rPr>
              <a:t>顺序图</a:t>
            </a:r>
            <a:r>
              <a:rPr kumimoji="1" lang="en-US" altLang="zh-CN" sz="2400" b="1">
                <a:latin typeface="楷体_GB2312" pitchFamily="49" charset="-122"/>
                <a:ea typeface="楷体_GB2312" pitchFamily="49" charset="-122"/>
              </a:rPr>
              <a:t>(Sequence Diagram)</a:t>
            </a:r>
            <a:r>
              <a:rPr kumimoji="1" lang="zh-CN" altLang="en-US" sz="2400" b="1">
                <a:latin typeface="楷体_GB2312" pitchFamily="49" charset="-122"/>
                <a:ea typeface="楷体_GB2312" pitchFamily="49" charset="-122"/>
              </a:rPr>
              <a:t>用来描述对象之间动态的交互行为</a:t>
            </a:r>
            <a:r>
              <a:rPr kumimoji="1" lang="en-US" altLang="zh-CN" sz="2400" b="1">
                <a:latin typeface="楷体_GB2312" pitchFamily="49" charset="-122"/>
                <a:ea typeface="楷体_GB2312" pitchFamily="49" charset="-122"/>
              </a:rPr>
              <a:t>,</a:t>
            </a:r>
            <a:r>
              <a:rPr kumimoji="1" lang="zh-CN" altLang="en-US" sz="2400" b="1">
                <a:latin typeface="楷体_GB2312" pitchFamily="49" charset="-122"/>
                <a:ea typeface="楷体_GB2312" pitchFamily="49" charset="-122"/>
              </a:rPr>
              <a:t>着重体现对象间</a:t>
            </a:r>
            <a:r>
              <a:rPr kumimoji="1" lang="zh-CN" altLang="en-US" sz="2400" b="1">
                <a:solidFill>
                  <a:schemeClr val="tx2"/>
                </a:solidFill>
                <a:latin typeface="楷体_GB2312" pitchFamily="49" charset="-122"/>
                <a:ea typeface="楷体_GB2312" pitchFamily="49" charset="-122"/>
              </a:rPr>
              <a:t>消息传递的时间顺序</a:t>
            </a:r>
            <a:r>
              <a:rPr kumimoji="1" lang="zh-CN" altLang="en-US" sz="2400" b="1">
                <a:latin typeface="楷体_GB2312" pitchFamily="49" charset="-122"/>
                <a:ea typeface="楷体_GB2312" pitchFamily="49" charset="-122"/>
              </a:rPr>
              <a:t>。</a:t>
            </a:r>
            <a:endParaRPr kumimoji="1" lang="zh-CN" altLang="en-US" sz="2400">
              <a:latin typeface="Times New Roman" panose="02020603050405020304" pitchFamily="18" charset="0"/>
            </a:endParaRPr>
          </a:p>
        </p:txBody>
      </p:sp>
      <p:grpSp>
        <p:nvGrpSpPr>
          <p:cNvPr id="514053" name="Group 5"/>
          <p:cNvGrpSpPr>
            <a:grpSpLocks/>
          </p:cNvGrpSpPr>
          <p:nvPr/>
        </p:nvGrpSpPr>
        <p:grpSpPr bwMode="auto">
          <a:xfrm>
            <a:off x="7523163" y="2484438"/>
            <a:ext cx="838200" cy="1809750"/>
            <a:chOff x="4896" y="1128"/>
            <a:chExt cx="528" cy="1140"/>
          </a:xfrm>
        </p:grpSpPr>
        <p:sp>
          <p:nvSpPr>
            <p:cNvPr id="44048" name="Rectangle 6"/>
            <p:cNvSpPr>
              <a:spLocks noChangeArrowheads="1"/>
            </p:cNvSpPr>
            <p:nvPr/>
          </p:nvSpPr>
          <p:spPr bwMode="auto">
            <a:xfrm>
              <a:off x="5112" y="1344"/>
              <a:ext cx="120" cy="864"/>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44049" name="Rectangle 7"/>
            <p:cNvSpPr>
              <a:spLocks noChangeArrowheads="1"/>
            </p:cNvSpPr>
            <p:nvPr/>
          </p:nvSpPr>
          <p:spPr bwMode="auto">
            <a:xfrm>
              <a:off x="4896" y="1128"/>
              <a:ext cx="528" cy="240"/>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2000" b="1" u="sng">
                  <a:solidFill>
                    <a:schemeClr val="bg2"/>
                  </a:solidFill>
                  <a:latin typeface="Times New Roman" panose="02020603050405020304" pitchFamily="18" charset="0"/>
                </a:rPr>
                <a:t>对象图</a:t>
              </a:r>
            </a:p>
          </p:txBody>
        </p:sp>
        <p:sp>
          <p:nvSpPr>
            <p:cNvPr id="44050" name="Line 8"/>
            <p:cNvSpPr>
              <a:spLocks noChangeShapeType="1"/>
            </p:cNvSpPr>
            <p:nvPr/>
          </p:nvSpPr>
          <p:spPr bwMode="auto">
            <a:xfrm>
              <a:off x="5184" y="1368"/>
              <a:ext cx="0" cy="864"/>
            </a:xfrm>
            <a:prstGeom prst="line">
              <a:avLst/>
            </a:prstGeom>
            <a:noFill/>
            <a:ln w="9525">
              <a:solidFill>
                <a:schemeClr val="bg2"/>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051" name="Line 9"/>
            <p:cNvSpPr>
              <a:spLocks noChangeShapeType="1"/>
            </p:cNvSpPr>
            <p:nvPr/>
          </p:nvSpPr>
          <p:spPr bwMode="auto">
            <a:xfrm flipH="1">
              <a:off x="5100" y="2112"/>
              <a:ext cx="180" cy="156"/>
            </a:xfrm>
            <a:prstGeom prst="line">
              <a:avLst/>
            </a:prstGeom>
            <a:noFill/>
            <a:ln w="3810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4052" name="Line 10"/>
            <p:cNvSpPr>
              <a:spLocks noChangeShapeType="1"/>
            </p:cNvSpPr>
            <p:nvPr/>
          </p:nvSpPr>
          <p:spPr bwMode="auto">
            <a:xfrm>
              <a:off x="5064" y="2112"/>
              <a:ext cx="216" cy="156"/>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14060" name="Text Box 12"/>
          <p:cNvSpPr txBox="1">
            <a:spLocks noChangeArrowheads="1"/>
          </p:cNvSpPr>
          <p:nvPr/>
        </p:nvSpPr>
        <p:spPr bwMode="auto">
          <a:xfrm>
            <a:off x="461963" y="930275"/>
            <a:ext cx="44418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defRPr/>
            </a:pPr>
            <a:r>
              <a:rPr kumimoji="1" lang="en-US" altLang="zh-CN" sz="2400" b="1">
                <a:solidFill>
                  <a:schemeClr val="tx2"/>
                </a:solidFill>
                <a:effectLst>
                  <a:outerShdw blurRad="38100" dist="38100" dir="2700000" algn="tl">
                    <a:srgbClr val="C0C0C0"/>
                  </a:outerShdw>
                </a:effectLst>
                <a:latin typeface="Times New Roman" pitchFamily="18" charset="0"/>
                <a:ea typeface="楷体_GB2312" pitchFamily="49" charset="-122"/>
              </a:rPr>
              <a:t>     </a:t>
            </a:r>
            <a:r>
              <a:rPr kumimoji="1" lang="zh-CN" altLang="en-US" sz="2400" b="1">
                <a:solidFill>
                  <a:schemeClr val="tx2"/>
                </a:solidFill>
                <a:effectLst>
                  <a:outerShdw blurRad="38100" dist="38100" dir="2700000" algn="tl">
                    <a:srgbClr val="C0C0C0"/>
                  </a:outerShdw>
                </a:effectLst>
                <a:latin typeface="Times New Roman" pitchFamily="18" charset="0"/>
                <a:ea typeface="楷体_GB2312" pitchFamily="49" charset="-122"/>
              </a:rPr>
              <a:t>一、</a:t>
            </a:r>
            <a:r>
              <a:rPr kumimoji="1" lang="zh-CN" altLang="en-US" sz="2400" b="1">
                <a:solidFill>
                  <a:schemeClr val="tx2"/>
                </a:solidFill>
                <a:effectLst>
                  <a:outerShdw blurRad="38100" dist="38100" dir="2700000" algn="tl">
                    <a:srgbClr val="C0C0C0"/>
                  </a:outerShdw>
                </a:effectLst>
                <a:latin typeface="楷体_GB2312" pitchFamily="49" charset="-122"/>
                <a:ea typeface="楷体_GB2312" pitchFamily="49" charset="-122"/>
              </a:rPr>
              <a:t>概述</a:t>
            </a:r>
          </a:p>
        </p:txBody>
      </p:sp>
      <p:sp>
        <p:nvSpPr>
          <p:cNvPr id="514069" name="Oval 21"/>
          <p:cNvSpPr>
            <a:spLocks noChangeArrowheads="1"/>
          </p:cNvSpPr>
          <p:nvPr/>
        </p:nvSpPr>
        <p:spPr bwMode="auto">
          <a:xfrm>
            <a:off x="857250" y="1519238"/>
            <a:ext cx="152400" cy="152400"/>
          </a:xfrm>
          <a:prstGeom prst="ellipse">
            <a:avLst/>
          </a:prstGeom>
          <a:gradFill rotWithShape="0">
            <a:gsLst>
              <a:gs pos="0">
                <a:srgbClr val="663300"/>
              </a:gs>
              <a:gs pos="100000">
                <a:srgbClr val="FFFF00"/>
              </a:gs>
            </a:gsLst>
            <a:path path="shape">
              <a:fillToRect l="50000" t="50000" r="50000" b="50000"/>
            </a:path>
          </a:gradFill>
          <a:ln w="9525">
            <a:solidFill>
              <a:srgbClr val="FFCC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514070" name="Oval 22"/>
          <p:cNvSpPr>
            <a:spLocks noChangeArrowheads="1"/>
          </p:cNvSpPr>
          <p:nvPr/>
        </p:nvSpPr>
        <p:spPr bwMode="auto">
          <a:xfrm>
            <a:off x="857250" y="2328863"/>
            <a:ext cx="152400" cy="152400"/>
          </a:xfrm>
          <a:prstGeom prst="ellipse">
            <a:avLst/>
          </a:prstGeom>
          <a:gradFill rotWithShape="0">
            <a:gsLst>
              <a:gs pos="0">
                <a:srgbClr val="663300"/>
              </a:gs>
              <a:gs pos="100000">
                <a:srgbClr val="FFFF00"/>
              </a:gs>
            </a:gsLst>
            <a:path path="shape">
              <a:fillToRect l="50000" t="50000" r="50000" b="50000"/>
            </a:path>
          </a:gradFill>
          <a:ln w="9525">
            <a:solidFill>
              <a:srgbClr val="FFCC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514071" name="Oval 23"/>
          <p:cNvSpPr>
            <a:spLocks noChangeArrowheads="1"/>
          </p:cNvSpPr>
          <p:nvPr/>
        </p:nvSpPr>
        <p:spPr bwMode="auto">
          <a:xfrm>
            <a:off x="857250" y="3109913"/>
            <a:ext cx="152400" cy="152400"/>
          </a:xfrm>
          <a:prstGeom prst="ellipse">
            <a:avLst/>
          </a:prstGeom>
          <a:gradFill rotWithShape="0">
            <a:gsLst>
              <a:gs pos="0">
                <a:srgbClr val="663300"/>
              </a:gs>
              <a:gs pos="100000">
                <a:srgbClr val="FFFF00"/>
              </a:gs>
            </a:gsLst>
            <a:path path="shape">
              <a:fillToRect l="50000" t="50000" r="50000" b="50000"/>
            </a:path>
          </a:gradFill>
          <a:ln w="9525">
            <a:solidFill>
              <a:srgbClr val="FFCC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514072" name="Oval 24"/>
          <p:cNvSpPr>
            <a:spLocks noChangeArrowheads="1"/>
          </p:cNvSpPr>
          <p:nvPr/>
        </p:nvSpPr>
        <p:spPr bwMode="auto">
          <a:xfrm>
            <a:off x="857250" y="4291013"/>
            <a:ext cx="152400" cy="152400"/>
          </a:xfrm>
          <a:prstGeom prst="ellipse">
            <a:avLst/>
          </a:prstGeom>
          <a:gradFill rotWithShape="0">
            <a:gsLst>
              <a:gs pos="0">
                <a:srgbClr val="663300"/>
              </a:gs>
              <a:gs pos="100000">
                <a:srgbClr val="FFFF00"/>
              </a:gs>
            </a:gsLst>
            <a:path path="shape">
              <a:fillToRect l="50000" t="50000" r="50000" b="50000"/>
            </a:path>
          </a:gradFill>
          <a:ln w="9525">
            <a:solidFill>
              <a:srgbClr val="FFCC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44045" name="Oval 25">
            <a:hlinkClick r:id="" action="ppaction://hlinkshowjump?jump=previousslide"/>
          </p:cNvPr>
          <p:cNvSpPr>
            <a:spLocks noChangeArrowheads="1"/>
          </p:cNvSpPr>
          <p:nvPr/>
        </p:nvSpPr>
        <p:spPr bwMode="auto">
          <a:xfrm>
            <a:off x="6356350" y="6365875"/>
            <a:ext cx="762000" cy="381000"/>
          </a:xfrm>
          <a:prstGeom prst="ellipse">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round/>
                <a:headEnd/>
                <a:tailEnd/>
              </a14:hiddenLine>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44046" name="Oval 26">
            <a:hlinkClick r:id="" action="ppaction://hlinkshowjump?jump=nextslide"/>
          </p:cNvPr>
          <p:cNvSpPr>
            <a:spLocks noChangeArrowheads="1"/>
          </p:cNvSpPr>
          <p:nvPr/>
        </p:nvSpPr>
        <p:spPr bwMode="auto">
          <a:xfrm>
            <a:off x="7245350" y="6365875"/>
            <a:ext cx="762000" cy="381000"/>
          </a:xfrm>
          <a:prstGeom prst="ellipse">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round/>
                <a:headEnd/>
                <a:tailEnd/>
              </a14:hiddenLine>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44047" name="Oval 27">
            <a:hlinkClick r:id="" action="ppaction://hlinkshowjump?jump=firstslide"/>
          </p:cNvPr>
          <p:cNvSpPr>
            <a:spLocks noChangeArrowheads="1"/>
          </p:cNvSpPr>
          <p:nvPr/>
        </p:nvSpPr>
        <p:spPr bwMode="auto">
          <a:xfrm>
            <a:off x="8137525" y="6370638"/>
            <a:ext cx="762000" cy="381000"/>
          </a:xfrm>
          <a:prstGeom prst="ellipse">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round/>
                <a:headEnd/>
                <a:tailEnd/>
              </a14:hiddenLine>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Tree>
  </p:cSld>
  <p:clrMapOvr>
    <a:masterClrMapping/>
  </p:clrMapOvr>
  <p:transition advClick="0">
    <p:wheel spokes="8"/>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514069"/>
                                        </p:tgtEl>
                                        <p:attrNameLst>
                                          <p:attrName>style.visibility</p:attrName>
                                        </p:attrNameLst>
                                      </p:cBhvr>
                                      <p:to>
                                        <p:strVal val="visible"/>
                                      </p:to>
                                    </p:set>
                                  </p:childTnLst>
                                </p:cTn>
                              </p:par>
                            </p:childTnLst>
                          </p:cTn>
                        </p:par>
                        <p:par>
                          <p:cTn id="7" fill="hold" nodeType="afterGroup">
                            <p:stCondLst>
                              <p:cond delay="500"/>
                            </p:stCondLst>
                            <p:childTnLst>
                              <p:par>
                                <p:cTn id="8" presetID="22" presetClass="entr" presetSubtype="8" fill="hold" grpId="0" nodeType="afterEffect">
                                  <p:stCondLst>
                                    <p:cond delay="0"/>
                                  </p:stCondLst>
                                  <p:childTnLst>
                                    <p:set>
                                      <p:cBhvr>
                                        <p:cTn id="9" dur="1" fill="hold">
                                          <p:stCondLst>
                                            <p:cond delay="0"/>
                                          </p:stCondLst>
                                        </p:cTn>
                                        <p:tgtEl>
                                          <p:spTgt spid="514052"/>
                                        </p:tgtEl>
                                        <p:attrNameLst>
                                          <p:attrName>style.visibility</p:attrName>
                                        </p:attrNameLst>
                                      </p:cBhvr>
                                      <p:to>
                                        <p:strVal val="visible"/>
                                      </p:to>
                                    </p:set>
                                    <p:animEffect transition="in" filter="wipe(left)">
                                      <p:cBhvr>
                                        <p:cTn id="10" dur="500"/>
                                        <p:tgtEl>
                                          <p:spTgt spid="514052"/>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514070"/>
                                        </p:tgtEl>
                                        <p:attrNameLst>
                                          <p:attrName>style.visibility</p:attrName>
                                        </p:attrNameLst>
                                      </p:cBhvr>
                                      <p:to>
                                        <p:strVal val="visible"/>
                                      </p:to>
                                    </p:set>
                                  </p:childTnLst>
                                </p:cTn>
                              </p:par>
                            </p:childTnLst>
                          </p:cTn>
                        </p:par>
                        <p:par>
                          <p:cTn id="15" fill="hold" nodeType="afterGroup">
                            <p:stCondLst>
                              <p:cond delay="500"/>
                            </p:stCondLst>
                            <p:childTnLst>
                              <p:par>
                                <p:cTn id="16" presetID="22" presetClass="entr" presetSubtype="8" fill="hold" grpId="0" nodeType="afterEffect">
                                  <p:stCondLst>
                                    <p:cond delay="0"/>
                                  </p:stCondLst>
                                  <p:childTnLst>
                                    <p:set>
                                      <p:cBhvr>
                                        <p:cTn id="17" dur="1" fill="hold">
                                          <p:stCondLst>
                                            <p:cond delay="0"/>
                                          </p:stCondLst>
                                        </p:cTn>
                                        <p:tgtEl>
                                          <p:spTgt spid="514050"/>
                                        </p:tgtEl>
                                        <p:attrNameLst>
                                          <p:attrName>style.visibility</p:attrName>
                                        </p:attrNameLst>
                                      </p:cBhvr>
                                      <p:to>
                                        <p:strVal val="visible"/>
                                      </p:to>
                                    </p:set>
                                    <p:animEffect transition="in" filter="wipe(left)">
                                      <p:cBhvr>
                                        <p:cTn id="18" dur="500"/>
                                        <p:tgtEl>
                                          <p:spTgt spid="514050"/>
                                        </p:tgtEl>
                                      </p:cBhvr>
                                    </p:animEffect>
                                  </p:childTnLst>
                                </p:cTn>
                              </p:par>
                            </p:childTnLst>
                          </p:cTn>
                        </p:par>
                        <p:par>
                          <p:cTn id="19" fill="hold" nodeType="afterGroup">
                            <p:stCondLst>
                              <p:cond delay="1000"/>
                            </p:stCondLst>
                            <p:childTnLst>
                              <p:par>
                                <p:cTn id="20" presetID="1" presetClass="entr" presetSubtype="0" fill="hold" grpId="0" nodeType="afterEffect">
                                  <p:stCondLst>
                                    <p:cond delay="0"/>
                                  </p:stCondLst>
                                  <p:childTnLst>
                                    <p:set>
                                      <p:cBhvr>
                                        <p:cTn id="21" dur="1" fill="hold">
                                          <p:stCondLst>
                                            <p:cond delay="499"/>
                                          </p:stCondLst>
                                        </p:cTn>
                                        <p:tgtEl>
                                          <p:spTgt spid="514071"/>
                                        </p:tgtEl>
                                        <p:attrNameLst>
                                          <p:attrName>style.visibility</p:attrName>
                                        </p:attrNameLst>
                                      </p:cBhvr>
                                      <p:to>
                                        <p:strVal val="visible"/>
                                      </p:to>
                                    </p:set>
                                  </p:childTnLst>
                                </p:cTn>
                              </p:par>
                            </p:childTnLst>
                          </p:cTn>
                        </p:par>
                        <p:par>
                          <p:cTn id="22" fill="hold" nodeType="afterGroup">
                            <p:stCondLst>
                              <p:cond delay="1500"/>
                            </p:stCondLst>
                            <p:childTnLst>
                              <p:par>
                                <p:cTn id="23" presetID="1" presetClass="entr" presetSubtype="0" fill="hold" grpId="0" nodeType="afterEffect">
                                  <p:stCondLst>
                                    <p:cond delay="0"/>
                                  </p:stCondLst>
                                  <p:childTnLst>
                                    <p:set>
                                      <p:cBhvr>
                                        <p:cTn id="24" dur="1" fill="hold">
                                          <p:stCondLst>
                                            <p:cond delay="499"/>
                                          </p:stCondLst>
                                        </p:cTn>
                                        <p:tgtEl>
                                          <p:spTgt spid="514072"/>
                                        </p:tgtEl>
                                        <p:attrNameLst>
                                          <p:attrName>style.visibility</p:attrName>
                                        </p:attrNameLst>
                                      </p:cBhvr>
                                      <p:to>
                                        <p:strVal val="visible"/>
                                      </p:to>
                                    </p:set>
                                  </p:childTnLst>
                                </p:cTn>
                              </p:par>
                            </p:childTnLst>
                          </p:cTn>
                        </p:par>
                        <p:par>
                          <p:cTn id="25" fill="hold" nodeType="afterGroup">
                            <p:stCondLst>
                              <p:cond delay="2000"/>
                            </p:stCondLst>
                            <p:childTnLst>
                              <p:par>
                                <p:cTn id="26" presetID="22" presetClass="entr" presetSubtype="1" fill="hold" nodeType="afterEffect">
                                  <p:stCondLst>
                                    <p:cond delay="0"/>
                                  </p:stCondLst>
                                  <p:childTnLst>
                                    <p:set>
                                      <p:cBhvr>
                                        <p:cTn id="27" dur="1" fill="hold">
                                          <p:stCondLst>
                                            <p:cond delay="0"/>
                                          </p:stCondLst>
                                        </p:cTn>
                                        <p:tgtEl>
                                          <p:spTgt spid="514053"/>
                                        </p:tgtEl>
                                        <p:attrNameLst>
                                          <p:attrName>style.visibility</p:attrName>
                                        </p:attrNameLst>
                                      </p:cBhvr>
                                      <p:to>
                                        <p:strVal val="visible"/>
                                      </p:to>
                                    </p:set>
                                    <p:animEffect transition="in" filter="wipe(up)">
                                      <p:cBhvr>
                                        <p:cTn id="28" dur="500"/>
                                        <p:tgtEl>
                                          <p:spTgt spid="5140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4050" grpId="0" autoUpdateAnimBg="0"/>
      <p:bldP spid="514052" grpId="0" autoUpdateAnimBg="0"/>
      <p:bldP spid="514069" grpId="0" animBg="1"/>
      <p:bldP spid="514070" grpId="0" animBg="1"/>
      <p:bldP spid="514071" grpId="0" animBg="1"/>
      <p:bldP spid="514072"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日期占位符 1"/>
          <p:cNvSpPr>
            <a:spLocks noGrp="1"/>
          </p:cNvSpPr>
          <p:nvPr>
            <p:ph type="dt" sz="quarter" idx="10"/>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EC277671-A628-4A39-AE52-5B2D27D251D4}" type="datetime8">
              <a:rPr lang="zh-CN" altLang="en-US" sz="1400" smtClean="0"/>
              <a:pPr>
                <a:spcBef>
                  <a:spcPct val="0"/>
                </a:spcBef>
                <a:buClrTx/>
                <a:buFontTx/>
                <a:buNone/>
              </a:pPr>
              <a:t>2020年5月12日3时0分</a:t>
            </a:fld>
            <a:endParaRPr lang="en-US" altLang="zh-CN" sz="1400" smtClean="0"/>
          </a:p>
        </p:txBody>
      </p:sp>
      <p:sp>
        <p:nvSpPr>
          <p:cNvPr id="45059" name="灯片编号占位符 3"/>
          <p:cNvSpPr>
            <a:spLocks noGrp="1"/>
          </p:cNvSpPr>
          <p:nvPr>
            <p:ph type="sldNum" sz="quarter" idx="12"/>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0881533B-153A-4434-9A2A-489300886D5C}" type="slidenum">
              <a:rPr lang="en-US" altLang="zh-CN" sz="1400" smtClean="0"/>
              <a:pPr>
                <a:spcBef>
                  <a:spcPct val="0"/>
                </a:spcBef>
                <a:buClrTx/>
                <a:buFontTx/>
                <a:buNone/>
              </a:pPr>
              <a:t>30</a:t>
            </a:fld>
            <a:endParaRPr lang="en-US" altLang="zh-CN" sz="1400" smtClean="0"/>
          </a:p>
        </p:txBody>
      </p:sp>
      <p:sp>
        <p:nvSpPr>
          <p:cNvPr id="515074" name="Text Box 2"/>
          <p:cNvSpPr txBox="1">
            <a:spLocks noChangeArrowheads="1"/>
          </p:cNvSpPr>
          <p:nvPr/>
        </p:nvSpPr>
        <p:spPr bwMode="auto">
          <a:xfrm>
            <a:off x="323850" y="1196975"/>
            <a:ext cx="8594725"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571500">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just" eaLnBrk="1" hangingPunct="1">
              <a:spcBef>
                <a:spcPct val="50000"/>
              </a:spcBef>
              <a:buClrTx/>
              <a:buFontTx/>
              <a:buNone/>
            </a:pPr>
            <a:r>
              <a:rPr kumimoji="1" lang="zh-CN" altLang="en-US" sz="2400" b="1">
                <a:latin typeface="楷体_GB2312" pitchFamily="49" charset="-122"/>
                <a:ea typeface="楷体_GB2312" pitchFamily="49" charset="-122"/>
              </a:rPr>
              <a:t>当收到消息时</a:t>
            </a:r>
            <a:r>
              <a:rPr kumimoji="1" lang="en-US" altLang="zh-CN" sz="2400" b="1">
                <a:latin typeface="楷体_GB2312" pitchFamily="49" charset="-122"/>
                <a:ea typeface="楷体_GB2312" pitchFamily="49" charset="-122"/>
              </a:rPr>
              <a:t>,</a:t>
            </a:r>
            <a:r>
              <a:rPr kumimoji="1" lang="zh-CN" altLang="en-US" sz="2400" b="1">
                <a:latin typeface="楷体_GB2312" pitchFamily="49" charset="-122"/>
                <a:ea typeface="楷体_GB2312" pitchFamily="49" charset="-122"/>
              </a:rPr>
              <a:t>接收对象立即开始执行活动</a:t>
            </a:r>
            <a:r>
              <a:rPr kumimoji="1" lang="en-US" altLang="zh-CN" sz="2400" b="1">
                <a:latin typeface="楷体_GB2312" pitchFamily="49" charset="-122"/>
                <a:ea typeface="楷体_GB2312" pitchFamily="49" charset="-122"/>
              </a:rPr>
              <a:t>,</a:t>
            </a:r>
            <a:r>
              <a:rPr kumimoji="1" lang="zh-CN" altLang="en-US" sz="2400" b="1">
                <a:latin typeface="楷体_GB2312" pitchFamily="49" charset="-122"/>
                <a:ea typeface="楷体_GB2312" pitchFamily="49" charset="-122"/>
              </a:rPr>
              <a:t>即对象被激活了，通过在对象生命线上显示一个细长矩形框来表示激活。　　</a:t>
            </a:r>
          </a:p>
        </p:txBody>
      </p:sp>
      <p:sp>
        <p:nvSpPr>
          <p:cNvPr id="515076" name="Text Box 4"/>
          <p:cNvSpPr txBox="1">
            <a:spLocks noChangeArrowheads="1"/>
          </p:cNvSpPr>
          <p:nvPr/>
        </p:nvSpPr>
        <p:spPr bwMode="auto">
          <a:xfrm>
            <a:off x="233363" y="344488"/>
            <a:ext cx="44418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defRPr/>
            </a:pPr>
            <a:r>
              <a:rPr kumimoji="1" lang="en-US" altLang="zh-CN" sz="2400" b="1">
                <a:effectLst>
                  <a:outerShdw blurRad="38100" dist="38100" dir="2700000" algn="tl">
                    <a:srgbClr val="C0C0C0"/>
                  </a:outerShdw>
                </a:effectLst>
                <a:latin typeface="Times New Roman" pitchFamily="18" charset="0"/>
                <a:ea typeface="楷体_GB2312" pitchFamily="49" charset="-122"/>
              </a:rPr>
              <a:t>     </a:t>
            </a:r>
            <a:r>
              <a:rPr kumimoji="1" lang="zh-CN" altLang="en-US" sz="2400" b="1">
                <a:effectLst>
                  <a:outerShdw blurRad="38100" dist="38100" dir="2700000" algn="tl">
                    <a:srgbClr val="C0C0C0"/>
                  </a:outerShdw>
                </a:effectLst>
                <a:latin typeface="Times New Roman" pitchFamily="18" charset="0"/>
                <a:ea typeface="楷体_GB2312" pitchFamily="49" charset="-122"/>
              </a:rPr>
              <a:t>二、</a:t>
            </a:r>
            <a:r>
              <a:rPr kumimoji="1" lang="zh-CN" altLang="en-US" sz="2400" b="1">
                <a:effectLst>
                  <a:outerShdw blurRad="38100" dist="38100" dir="2700000" algn="tl">
                    <a:srgbClr val="C0C0C0"/>
                  </a:outerShdw>
                </a:effectLst>
                <a:latin typeface="楷体_GB2312" pitchFamily="49" charset="-122"/>
                <a:ea typeface="楷体_GB2312" pitchFamily="49" charset="-122"/>
              </a:rPr>
              <a:t>消息</a:t>
            </a:r>
          </a:p>
        </p:txBody>
      </p:sp>
      <p:sp>
        <p:nvSpPr>
          <p:cNvPr id="45062" name="Oval 15">
            <a:hlinkClick r:id="" action="ppaction://hlinkshowjump?jump=previousslide"/>
          </p:cNvPr>
          <p:cNvSpPr>
            <a:spLocks noChangeArrowheads="1"/>
          </p:cNvSpPr>
          <p:nvPr/>
        </p:nvSpPr>
        <p:spPr bwMode="auto">
          <a:xfrm>
            <a:off x="6356350" y="6365875"/>
            <a:ext cx="762000" cy="381000"/>
          </a:xfrm>
          <a:prstGeom prst="ellipse">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round/>
                <a:headEnd/>
                <a:tailEnd/>
              </a14:hiddenLine>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45063" name="Oval 16">
            <a:hlinkClick r:id="" action="ppaction://hlinkshowjump?jump=nextslide"/>
          </p:cNvPr>
          <p:cNvSpPr>
            <a:spLocks noChangeArrowheads="1"/>
          </p:cNvSpPr>
          <p:nvPr/>
        </p:nvSpPr>
        <p:spPr bwMode="auto">
          <a:xfrm>
            <a:off x="7245350" y="6365875"/>
            <a:ext cx="762000" cy="381000"/>
          </a:xfrm>
          <a:prstGeom prst="ellipse">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round/>
                <a:headEnd/>
                <a:tailEnd/>
              </a14:hiddenLine>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45064" name="Oval 17">
            <a:hlinkClick r:id="" action="ppaction://hlinkshowjump?jump=firstslide"/>
          </p:cNvPr>
          <p:cNvSpPr>
            <a:spLocks noChangeArrowheads="1"/>
          </p:cNvSpPr>
          <p:nvPr/>
        </p:nvSpPr>
        <p:spPr bwMode="auto">
          <a:xfrm>
            <a:off x="8137525" y="6370638"/>
            <a:ext cx="762000" cy="381000"/>
          </a:xfrm>
          <a:prstGeom prst="ellipse">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round/>
                <a:headEnd/>
                <a:tailEnd/>
              </a14:hiddenLine>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Tree>
  </p:cSld>
  <p:clrMapOvr>
    <a:masterClrMapping/>
  </p:clrMapOvr>
  <p:transition advClick="0">
    <p:wheel spokes="8"/>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3000"/>
                                  </p:stCondLst>
                                  <p:childTnLst>
                                    <p:set>
                                      <p:cBhvr>
                                        <p:cTn id="6" dur="1" fill="hold">
                                          <p:stCondLst>
                                            <p:cond delay="0"/>
                                          </p:stCondLst>
                                        </p:cTn>
                                        <p:tgtEl>
                                          <p:spTgt spid="515074"/>
                                        </p:tgtEl>
                                        <p:attrNameLst>
                                          <p:attrName>style.visibility</p:attrName>
                                        </p:attrNameLst>
                                      </p:cBhvr>
                                      <p:to>
                                        <p:strVal val="visible"/>
                                      </p:to>
                                    </p:set>
                                    <p:animEffect transition="in" filter="wipe(left)">
                                      <p:cBhvr>
                                        <p:cTn id="7" dur="500"/>
                                        <p:tgtEl>
                                          <p:spTgt spid="5150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5074" grpId="0"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日期占位符 1"/>
          <p:cNvSpPr>
            <a:spLocks noGrp="1"/>
          </p:cNvSpPr>
          <p:nvPr>
            <p:ph type="dt" sz="quarter" idx="10"/>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318A40F0-752F-42BA-B999-43F4E28C9BFD}" type="datetime8">
              <a:rPr lang="zh-CN" altLang="en-US" sz="1400" smtClean="0"/>
              <a:pPr>
                <a:spcBef>
                  <a:spcPct val="0"/>
                </a:spcBef>
                <a:buClrTx/>
                <a:buFontTx/>
                <a:buNone/>
              </a:pPr>
              <a:t>2020年5月12日3时0分</a:t>
            </a:fld>
            <a:endParaRPr lang="en-US" altLang="zh-CN" sz="1400" smtClean="0"/>
          </a:p>
        </p:txBody>
      </p:sp>
      <p:sp>
        <p:nvSpPr>
          <p:cNvPr id="46083" name="灯片编号占位符 3"/>
          <p:cNvSpPr>
            <a:spLocks noGrp="1"/>
          </p:cNvSpPr>
          <p:nvPr>
            <p:ph type="sldNum" sz="quarter" idx="12"/>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AFFB6127-6EE4-4B40-9064-D441305694D5}" type="slidenum">
              <a:rPr lang="en-US" altLang="zh-CN" sz="1400" smtClean="0"/>
              <a:pPr>
                <a:spcBef>
                  <a:spcPct val="0"/>
                </a:spcBef>
                <a:buClrTx/>
                <a:buFontTx/>
                <a:buNone/>
              </a:pPr>
              <a:t>31</a:t>
            </a:fld>
            <a:endParaRPr lang="en-US" altLang="zh-CN" sz="1400" smtClean="0"/>
          </a:p>
        </p:txBody>
      </p:sp>
      <p:grpSp>
        <p:nvGrpSpPr>
          <p:cNvPr id="46084" name="Group 2"/>
          <p:cNvGrpSpPr>
            <a:grpSpLocks/>
          </p:cNvGrpSpPr>
          <p:nvPr/>
        </p:nvGrpSpPr>
        <p:grpSpPr bwMode="auto">
          <a:xfrm>
            <a:off x="703263" y="387350"/>
            <a:ext cx="7862887" cy="2790825"/>
            <a:chOff x="110" y="649"/>
            <a:chExt cx="4953" cy="1758"/>
          </a:xfrm>
        </p:grpSpPr>
        <p:grpSp>
          <p:nvGrpSpPr>
            <p:cNvPr id="46112" name="Group 3"/>
            <p:cNvGrpSpPr>
              <a:grpSpLocks/>
            </p:cNvGrpSpPr>
            <p:nvPr/>
          </p:nvGrpSpPr>
          <p:grpSpPr bwMode="auto">
            <a:xfrm>
              <a:off x="803" y="710"/>
              <a:ext cx="1061" cy="1694"/>
              <a:chOff x="677" y="710"/>
              <a:chExt cx="1061" cy="1694"/>
            </a:xfrm>
          </p:grpSpPr>
          <p:sp>
            <p:nvSpPr>
              <p:cNvPr id="46133" name="Line 4"/>
              <p:cNvSpPr>
                <a:spLocks noChangeShapeType="1"/>
              </p:cNvSpPr>
              <p:nvPr/>
            </p:nvSpPr>
            <p:spPr bwMode="auto">
              <a:xfrm>
                <a:off x="1225" y="941"/>
                <a:ext cx="9" cy="1463"/>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134" name="Rectangle 5"/>
              <p:cNvSpPr>
                <a:spLocks noChangeArrowheads="1"/>
              </p:cNvSpPr>
              <p:nvPr/>
            </p:nvSpPr>
            <p:spPr bwMode="auto">
              <a:xfrm>
                <a:off x="677" y="710"/>
                <a:ext cx="1061" cy="256"/>
              </a:xfrm>
              <a:prstGeom prst="rect">
                <a:avLst/>
              </a:prstGeom>
              <a:solidFill>
                <a:srgbClr val="FFFF99"/>
              </a:solidFill>
              <a:ln w="19050">
                <a:solidFill>
                  <a:srgbClr val="9A72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en-US" altLang="zh-CN" sz="1800" b="1" u="sng">
                    <a:solidFill>
                      <a:schemeClr val="bg2"/>
                    </a:solidFill>
                    <a:latin typeface="Times New Roman" panose="02020603050405020304" pitchFamily="18" charset="0"/>
                    <a:ea typeface="楷体_GB2312" pitchFamily="49" charset="-122"/>
                  </a:rPr>
                  <a:t>:Computer</a:t>
                </a:r>
              </a:p>
            </p:txBody>
          </p:sp>
          <p:sp>
            <p:nvSpPr>
              <p:cNvPr id="46135" name="Rectangle 6"/>
              <p:cNvSpPr>
                <a:spLocks noChangeArrowheads="1"/>
              </p:cNvSpPr>
              <p:nvPr/>
            </p:nvSpPr>
            <p:spPr bwMode="auto">
              <a:xfrm>
                <a:off x="1180" y="1224"/>
                <a:ext cx="90" cy="933"/>
              </a:xfrm>
              <a:prstGeom prst="rect">
                <a:avLst/>
              </a:prstGeom>
              <a:solidFill>
                <a:srgbClr val="CC66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grpSp>
        <p:sp>
          <p:nvSpPr>
            <p:cNvPr id="46113" name="Line 7"/>
            <p:cNvSpPr>
              <a:spLocks noChangeShapeType="1"/>
            </p:cNvSpPr>
            <p:nvPr/>
          </p:nvSpPr>
          <p:spPr bwMode="auto">
            <a:xfrm>
              <a:off x="2500" y="938"/>
              <a:ext cx="9" cy="1463"/>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114" name="Rectangle 8"/>
            <p:cNvSpPr>
              <a:spLocks noChangeArrowheads="1"/>
            </p:cNvSpPr>
            <p:nvPr/>
          </p:nvSpPr>
          <p:spPr bwMode="auto">
            <a:xfrm>
              <a:off x="1952" y="707"/>
              <a:ext cx="1061" cy="256"/>
            </a:xfrm>
            <a:prstGeom prst="rect">
              <a:avLst/>
            </a:prstGeom>
            <a:solidFill>
              <a:srgbClr val="FFFF99"/>
            </a:solidFill>
            <a:ln w="19050">
              <a:solidFill>
                <a:srgbClr val="9A72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en-US" altLang="zh-CN" sz="1800" b="1" u="sng">
                  <a:solidFill>
                    <a:schemeClr val="bg2"/>
                  </a:solidFill>
                  <a:latin typeface="Times New Roman" panose="02020603050405020304" pitchFamily="18" charset="0"/>
                  <a:ea typeface="楷体_GB2312" pitchFamily="49" charset="-122"/>
                </a:rPr>
                <a:t>:Printer  Server</a:t>
              </a:r>
            </a:p>
          </p:txBody>
        </p:sp>
        <p:sp>
          <p:nvSpPr>
            <p:cNvPr id="46115" name="Rectangle 9"/>
            <p:cNvSpPr>
              <a:spLocks noChangeArrowheads="1"/>
            </p:cNvSpPr>
            <p:nvPr/>
          </p:nvSpPr>
          <p:spPr bwMode="auto">
            <a:xfrm>
              <a:off x="2455" y="1267"/>
              <a:ext cx="90" cy="887"/>
            </a:xfrm>
            <a:prstGeom prst="rect">
              <a:avLst/>
            </a:prstGeom>
            <a:solidFill>
              <a:srgbClr val="CC66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46116" name="Line 10"/>
            <p:cNvSpPr>
              <a:spLocks noChangeShapeType="1"/>
            </p:cNvSpPr>
            <p:nvPr/>
          </p:nvSpPr>
          <p:spPr bwMode="auto">
            <a:xfrm>
              <a:off x="3604" y="944"/>
              <a:ext cx="9" cy="1463"/>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117" name="Rectangle 11"/>
            <p:cNvSpPr>
              <a:spLocks noChangeArrowheads="1"/>
            </p:cNvSpPr>
            <p:nvPr/>
          </p:nvSpPr>
          <p:spPr bwMode="auto">
            <a:xfrm>
              <a:off x="3200" y="704"/>
              <a:ext cx="778" cy="256"/>
            </a:xfrm>
            <a:prstGeom prst="rect">
              <a:avLst/>
            </a:prstGeom>
            <a:solidFill>
              <a:srgbClr val="FFFF99"/>
            </a:solidFill>
            <a:ln w="19050">
              <a:solidFill>
                <a:srgbClr val="9A72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en-US" altLang="zh-CN" sz="1800" b="1" u="sng">
                  <a:solidFill>
                    <a:schemeClr val="bg2"/>
                  </a:solidFill>
                  <a:latin typeface="Times New Roman" panose="02020603050405020304" pitchFamily="18" charset="0"/>
                  <a:ea typeface="楷体_GB2312" pitchFamily="49" charset="-122"/>
                </a:rPr>
                <a:t>:Printer</a:t>
              </a:r>
            </a:p>
          </p:txBody>
        </p:sp>
        <p:sp>
          <p:nvSpPr>
            <p:cNvPr id="46118" name="Rectangle 12"/>
            <p:cNvSpPr>
              <a:spLocks noChangeArrowheads="1"/>
            </p:cNvSpPr>
            <p:nvPr/>
          </p:nvSpPr>
          <p:spPr bwMode="auto">
            <a:xfrm>
              <a:off x="3568" y="1354"/>
              <a:ext cx="71" cy="752"/>
            </a:xfrm>
            <a:prstGeom prst="rect">
              <a:avLst/>
            </a:prstGeom>
            <a:solidFill>
              <a:srgbClr val="CC66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46119" name="Line 13"/>
            <p:cNvSpPr>
              <a:spLocks noChangeShapeType="1"/>
            </p:cNvSpPr>
            <p:nvPr/>
          </p:nvSpPr>
          <p:spPr bwMode="auto">
            <a:xfrm>
              <a:off x="4618" y="991"/>
              <a:ext cx="8" cy="1404"/>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120" name="Rectangle 14"/>
            <p:cNvSpPr>
              <a:spLocks noChangeArrowheads="1"/>
            </p:cNvSpPr>
            <p:nvPr/>
          </p:nvSpPr>
          <p:spPr bwMode="auto">
            <a:xfrm>
              <a:off x="4240" y="719"/>
              <a:ext cx="823" cy="256"/>
            </a:xfrm>
            <a:prstGeom prst="rect">
              <a:avLst/>
            </a:prstGeom>
            <a:solidFill>
              <a:srgbClr val="FFFF99"/>
            </a:solidFill>
            <a:ln w="19050">
              <a:solidFill>
                <a:srgbClr val="9A72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en-US" altLang="zh-CN" sz="1800" b="1" u="sng">
                  <a:solidFill>
                    <a:schemeClr val="bg2"/>
                  </a:solidFill>
                  <a:latin typeface="Times New Roman" panose="02020603050405020304" pitchFamily="18" charset="0"/>
                  <a:ea typeface="楷体_GB2312" pitchFamily="49" charset="-122"/>
                </a:rPr>
                <a:t>:Queue</a:t>
              </a:r>
            </a:p>
          </p:txBody>
        </p:sp>
        <p:sp>
          <p:nvSpPr>
            <p:cNvPr id="46121" name="Rectangle 15"/>
            <p:cNvSpPr>
              <a:spLocks noChangeArrowheads="1"/>
            </p:cNvSpPr>
            <p:nvPr/>
          </p:nvSpPr>
          <p:spPr bwMode="auto">
            <a:xfrm>
              <a:off x="4582" y="1771"/>
              <a:ext cx="70" cy="195"/>
            </a:xfrm>
            <a:prstGeom prst="rect">
              <a:avLst/>
            </a:prstGeom>
            <a:solidFill>
              <a:srgbClr val="CC66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46122" name="Line 16"/>
            <p:cNvSpPr>
              <a:spLocks noChangeShapeType="1"/>
            </p:cNvSpPr>
            <p:nvPr/>
          </p:nvSpPr>
          <p:spPr bwMode="auto">
            <a:xfrm>
              <a:off x="192" y="886"/>
              <a:ext cx="622"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123" name="Text Box 17"/>
            <p:cNvSpPr txBox="1">
              <a:spLocks noChangeArrowheads="1"/>
            </p:cNvSpPr>
            <p:nvPr/>
          </p:nvSpPr>
          <p:spPr bwMode="auto">
            <a:xfrm>
              <a:off x="110" y="649"/>
              <a:ext cx="959"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kumimoji="1" lang="en-US" altLang="zh-CN" sz="1800" b="1">
                  <a:latin typeface="Times New Roman" panose="02020603050405020304" pitchFamily="18" charset="0"/>
                  <a:ea typeface="楷体_GB2312" pitchFamily="49" charset="-122"/>
                </a:rPr>
                <a:t>Print(file)</a:t>
              </a:r>
            </a:p>
          </p:txBody>
        </p:sp>
        <p:sp>
          <p:nvSpPr>
            <p:cNvPr id="46124" name="Line 18"/>
            <p:cNvSpPr>
              <a:spLocks noChangeShapeType="1"/>
            </p:cNvSpPr>
            <p:nvPr/>
          </p:nvSpPr>
          <p:spPr bwMode="auto">
            <a:xfrm>
              <a:off x="1408" y="1271"/>
              <a:ext cx="1061"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125" name="Line 19"/>
            <p:cNvSpPr>
              <a:spLocks noChangeShapeType="1"/>
            </p:cNvSpPr>
            <p:nvPr/>
          </p:nvSpPr>
          <p:spPr bwMode="auto">
            <a:xfrm flipH="1">
              <a:off x="1399" y="2139"/>
              <a:ext cx="1070" cy="0"/>
            </a:xfrm>
            <a:prstGeom prst="line">
              <a:avLst/>
            </a:prstGeom>
            <a:noFill/>
            <a:ln w="2857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126" name="Line 20"/>
            <p:cNvSpPr>
              <a:spLocks noChangeShapeType="1"/>
            </p:cNvSpPr>
            <p:nvPr/>
          </p:nvSpPr>
          <p:spPr bwMode="auto">
            <a:xfrm>
              <a:off x="2542" y="1362"/>
              <a:ext cx="1024"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127" name="Text Box 21"/>
            <p:cNvSpPr txBox="1">
              <a:spLocks noChangeArrowheads="1"/>
            </p:cNvSpPr>
            <p:nvPr/>
          </p:nvSpPr>
          <p:spPr bwMode="auto">
            <a:xfrm>
              <a:off x="2533" y="978"/>
              <a:ext cx="1091"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FontTx/>
                <a:buNone/>
              </a:pPr>
              <a:r>
                <a:rPr kumimoji="1" lang="en-US" altLang="zh-CN" sz="1800" b="1">
                  <a:latin typeface="Times New Roman" panose="02020603050405020304" pitchFamily="18" charset="0"/>
                  <a:ea typeface="楷体_GB2312" pitchFamily="49" charset="-122"/>
                </a:rPr>
                <a:t>[Printer free]</a:t>
              </a:r>
            </a:p>
            <a:p>
              <a:pPr algn="ctr" eaLnBrk="1" hangingPunct="1">
                <a:spcBef>
                  <a:spcPct val="0"/>
                </a:spcBef>
                <a:buClrTx/>
                <a:buFontTx/>
                <a:buNone/>
              </a:pPr>
              <a:r>
                <a:rPr kumimoji="1" lang="en-US" altLang="zh-CN" sz="1800" b="1">
                  <a:latin typeface="Times New Roman" panose="02020603050405020304" pitchFamily="18" charset="0"/>
                  <a:ea typeface="楷体_GB2312" pitchFamily="49" charset="-122"/>
                </a:rPr>
                <a:t>Print(file)</a:t>
              </a:r>
            </a:p>
          </p:txBody>
        </p:sp>
        <p:sp>
          <p:nvSpPr>
            <p:cNvPr id="46128" name="Line 22"/>
            <p:cNvSpPr>
              <a:spLocks noChangeShapeType="1"/>
            </p:cNvSpPr>
            <p:nvPr/>
          </p:nvSpPr>
          <p:spPr bwMode="auto">
            <a:xfrm>
              <a:off x="2533" y="1371"/>
              <a:ext cx="137" cy="421"/>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129" name="Line 23"/>
            <p:cNvSpPr>
              <a:spLocks noChangeShapeType="1"/>
            </p:cNvSpPr>
            <p:nvPr/>
          </p:nvSpPr>
          <p:spPr bwMode="auto">
            <a:xfrm>
              <a:off x="2652" y="1781"/>
              <a:ext cx="1937"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130" name="Text Box 24"/>
            <p:cNvSpPr txBox="1">
              <a:spLocks noChangeArrowheads="1"/>
            </p:cNvSpPr>
            <p:nvPr/>
          </p:nvSpPr>
          <p:spPr bwMode="auto">
            <a:xfrm>
              <a:off x="2593" y="1377"/>
              <a:ext cx="1091"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FontTx/>
                <a:buNone/>
              </a:pPr>
              <a:r>
                <a:rPr kumimoji="1" lang="en-US" altLang="zh-CN" sz="1800" b="1">
                  <a:latin typeface="Times New Roman" panose="02020603050405020304" pitchFamily="18" charset="0"/>
                  <a:ea typeface="楷体_GB2312" pitchFamily="49" charset="-122"/>
                </a:rPr>
                <a:t>[Printer busy]</a:t>
              </a:r>
            </a:p>
            <a:p>
              <a:pPr algn="ctr" eaLnBrk="1" hangingPunct="1">
                <a:spcBef>
                  <a:spcPct val="0"/>
                </a:spcBef>
                <a:buClrTx/>
                <a:buFontTx/>
                <a:buNone/>
              </a:pPr>
              <a:r>
                <a:rPr kumimoji="1" lang="en-US" altLang="zh-CN" sz="1800" b="1">
                  <a:latin typeface="Times New Roman" panose="02020603050405020304" pitchFamily="18" charset="0"/>
                  <a:ea typeface="楷体_GB2312" pitchFamily="49" charset="-122"/>
                </a:rPr>
                <a:t>Store(file)</a:t>
              </a:r>
            </a:p>
          </p:txBody>
        </p:sp>
        <p:sp>
          <p:nvSpPr>
            <p:cNvPr id="46131" name="Line 25"/>
            <p:cNvSpPr>
              <a:spLocks noChangeShapeType="1"/>
            </p:cNvSpPr>
            <p:nvPr/>
          </p:nvSpPr>
          <p:spPr bwMode="auto">
            <a:xfrm flipH="1">
              <a:off x="2542" y="1968"/>
              <a:ext cx="2039" cy="0"/>
            </a:xfrm>
            <a:prstGeom prst="line">
              <a:avLst/>
            </a:prstGeom>
            <a:noFill/>
            <a:ln w="2857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132" name="Line 26"/>
            <p:cNvSpPr>
              <a:spLocks noChangeShapeType="1"/>
            </p:cNvSpPr>
            <p:nvPr/>
          </p:nvSpPr>
          <p:spPr bwMode="auto">
            <a:xfrm flipH="1">
              <a:off x="2542" y="2103"/>
              <a:ext cx="1024" cy="0"/>
            </a:xfrm>
            <a:prstGeom prst="line">
              <a:avLst/>
            </a:prstGeom>
            <a:noFill/>
            <a:ln w="2857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17147" name="Text Box 27"/>
          <p:cNvSpPr txBox="1">
            <a:spLocks noChangeArrowheads="1"/>
          </p:cNvSpPr>
          <p:nvPr/>
        </p:nvSpPr>
        <p:spPr bwMode="auto">
          <a:xfrm>
            <a:off x="3057525" y="3086100"/>
            <a:ext cx="37338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spcBef>
                <a:spcPct val="50000"/>
              </a:spcBef>
              <a:defRPr/>
            </a:pPr>
            <a:r>
              <a:rPr kumimoji="1" lang="zh-CN" altLang="en-US" sz="1600">
                <a:effectLst>
                  <a:outerShdw blurRad="38100" dist="38100" dir="2700000" algn="tl">
                    <a:srgbClr val="C0C0C0"/>
                  </a:outerShdw>
                </a:effectLst>
                <a:latin typeface="宋体" pitchFamily="2" charset="-122"/>
              </a:rPr>
              <a:t>　</a:t>
            </a:r>
            <a:r>
              <a:rPr kumimoji="1" lang="zh-CN" altLang="en-US" sz="1600">
                <a:latin typeface="Times New Roman" pitchFamily="18" charset="0"/>
              </a:rPr>
              <a:t>带分支的顺序图</a:t>
            </a:r>
          </a:p>
        </p:txBody>
      </p:sp>
      <p:grpSp>
        <p:nvGrpSpPr>
          <p:cNvPr id="517148" name="Group 28"/>
          <p:cNvGrpSpPr>
            <a:grpSpLocks/>
          </p:cNvGrpSpPr>
          <p:nvPr/>
        </p:nvGrpSpPr>
        <p:grpSpPr bwMode="auto">
          <a:xfrm>
            <a:off x="1239838" y="3568700"/>
            <a:ext cx="6562725" cy="2898775"/>
            <a:chOff x="410" y="2329"/>
            <a:chExt cx="4134" cy="1826"/>
          </a:xfrm>
        </p:grpSpPr>
        <p:sp>
          <p:nvSpPr>
            <p:cNvPr id="46090" name="Line 29"/>
            <p:cNvSpPr>
              <a:spLocks noChangeShapeType="1"/>
            </p:cNvSpPr>
            <p:nvPr/>
          </p:nvSpPr>
          <p:spPr bwMode="auto">
            <a:xfrm flipH="1">
              <a:off x="1738" y="3522"/>
              <a:ext cx="2121" cy="0"/>
            </a:xfrm>
            <a:prstGeom prst="line">
              <a:avLst/>
            </a:prstGeom>
            <a:noFill/>
            <a:ln w="28575">
              <a:solidFill>
                <a:schemeClr val="tx1"/>
              </a:solidFill>
              <a:round/>
              <a:headEnd type="arrow"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091" name="Line 30"/>
            <p:cNvSpPr>
              <a:spLocks noChangeShapeType="1"/>
            </p:cNvSpPr>
            <p:nvPr/>
          </p:nvSpPr>
          <p:spPr bwMode="auto">
            <a:xfrm>
              <a:off x="1717" y="2675"/>
              <a:ext cx="0" cy="1317"/>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092" name="Rectangle 31"/>
            <p:cNvSpPr>
              <a:spLocks noChangeArrowheads="1"/>
            </p:cNvSpPr>
            <p:nvPr/>
          </p:nvSpPr>
          <p:spPr bwMode="auto">
            <a:xfrm>
              <a:off x="1298" y="2402"/>
              <a:ext cx="860" cy="247"/>
            </a:xfrm>
            <a:prstGeom prst="rect">
              <a:avLst/>
            </a:prstGeom>
            <a:solidFill>
              <a:srgbClr val="FFFF99"/>
            </a:solidFill>
            <a:ln w="19050">
              <a:solidFill>
                <a:srgbClr val="9A72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en-US" altLang="zh-CN" sz="1800" b="1" u="sng">
                  <a:solidFill>
                    <a:schemeClr val="bg2"/>
                  </a:solidFill>
                  <a:latin typeface="Times New Roman" panose="02020603050405020304" pitchFamily="18" charset="0"/>
                  <a:ea typeface="楷体_GB2312" pitchFamily="49" charset="-122"/>
                </a:rPr>
                <a:t>:C1:c</a:t>
              </a:r>
            </a:p>
          </p:txBody>
        </p:sp>
        <p:sp>
          <p:nvSpPr>
            <p:cNvPr id="46093" name="Rectangle 32"/>
            <p:cNvSpPr>
              <a:spLocks noChangeArrowheads="1"/>
            </p:cNvSpPr>
            <p:nvPr/>
          </p:nvSpPr>
          <p:spPr bwMode="auto">
            <a:xfrm>
              <a:off x="1672" y="2922"/>
              <a:ext cx="90" cy="933"/>
            </a:xfrm>
            <a:prstGeom prst="rect">
              <a:avLst/>
            </a:prstGeom>
            <a:solidFill>
              <a:srgbClr val="CC66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46094" name="Line 33"/>
            <p:cNvSpPr>
              <a:spLocks noChangeShapeType="1"/>
            </p:cNvSpPr>
            <p:nvPr/>
          </p:nvSpPr>
          <p:spPr bwMode="auto">
            <a:xfrm>
              <a:off x="2884" y="2645"/>
              <a:ext cx="0" cy="1307"/>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095" name="Rectangle 34"/>
            <p:cNvSpPr>
              <a:spLocks noChangeArrowheads="1"/>
            </p:cNvSpPr>
            <p:nvPr/>
          </p:nvSpPr>
          <p:spPr bwMode="auto">
            <a:xfrm>
              <a:off x="2518" y="2402"/>
              <a:ext cx="713" cy="256"/>
            </a:xfrm>
            <a:prstGeom prst="rect">
              <a:avLst/>
            </a:prstGeom>
            <a:solidFill>
              <a:srgbClr val="FFFF99"/>
            </a:solidFill>
            <a:ln w="19050">
              <a:solidFill>
                <a:srgbClr val="9A72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en-US" altLang="zh-CN" sz="1800" b="1" u="sng">
                  <a:solidFill>
                    <a:schemeClr val="bg2"/>
                  </a:solidFill>
                  <a:latin typeface="Times New Roman" panose="02020603050405020304" pitchFamily="18" charset="0"/>
                  <a:ea typeface="楷体_GB2312" pitchFamily="49" charset="-122"/>
                </a:rPr>
                <a:t>:D1:D</a:t>
              </a:r>
            </a:p>
          </p:txBody>
        </p:sp>
        <p:sp>
          <p:nvSpPr>
            <p:cNvPr id="46096" name="Rectangle 35"/>
            <p:cNvSpPr>
              <a:spLocks noChangeArrowheads="1"/>
            </p:cNvSpPr>
            <p:nvPr/>
          </p:nvSpPr>
          <p:spPr bwMode="auto">
            <a:xfrm>
              <a:off x="2821" y="2965"/>
              <a:ext cx="99" cy="476"/>
            </a:xfrm>
            <a:prstGeom prst="rect">
              <a:avLst/>
            </a:prstGeom>
            <a:solidFill>
              <a:srgbClr val="CC66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46097" name="Line 36"/>
            <p:cNvSpPr>
              <a:spLocks noChangeShapeType="1"/>
            </p:cNvSpPr>
            <p:nvPr/>
          </p:nvSpPr>
          <p:spPr bwMode="auto">
            <a:xfrm flipH="1">
              <a:off x="3907" y="2633"/>
              <a:ext cx="9" cy="1381"/>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098" name="Rectangle 37"/>
            <p:cNvSpPr>
              <a:spLocks noChangeArrowheads="1"/>
            </p:cNvSpPr>
            <p:nvPr/>
          </p:nvSpPr>
          <p:spPr bwMode="auto">
            <a:xfrm>
              <a:off x="3503" y="2402"/>
              <a:ext cx="778" cy="256"/>
            </a:xfrm>
            <a:prstGeom prst="rect">
              <a:avLst/>
            </a:prstGeom>
            <a:solidFill>
              <a:srgbClr val="FFFF99"/>
            </a:solidFill>
            <a:ln w="19050">
              <a:solidFill>
                <a:srgbClr val="9A72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en-US" altLang="zh-CN" sz="1800" b="1" u="sng">
                  <a:solidFill>
                    <a:schemeClr val="bg2"/>
                  </a:solidFill>
                  <a:latin typeface="Times New Roman" panose="02020603050405020304" pitchFamily="18" charset="0"/>
                  <a:ea typeface="楷体_GB2312" pitchFamily="49" charset="-122"/>
                </a:rPr>
                <a:t>:D2:D</a:t>
              </a:r>
            </a:p>
          </p:txBody>
        </p:sp>
        <p:sp>
          <p:nvSpPr>
            <p:cNvPr id="46099" name="Rectangle 38"/>
            <p:cNvSpPr>
              <a:spLocks noChangeArrowheads="1"/>
            </p:cNvSpPr>
            <p:nvPr/>
          </p:nvSpPr>
          <p:spPr bwMode="auto">
            <a:xfrm>
              <a:off x="3871" y="3513"/>
              <a:ext cx="89" cy="363"/>
            </a:xfrm>
            <a:prstGeom prst="rect">
              <a:avLst/>
            </a:prstGeom>
            <a:solidFill>
              <a:srgbClr val="CC66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46100" name="Line 39"/>
            <p:cNvSpPr>
              <a:spLocks noChangeShapeType="1"/>
            </p:cNvSpPr>
            <p:nvPr/>
          </p:nvSpPr>
          <p:spPr bwMode="auto">
            <a:xfrm>
              <a:off x="666" y="2584"/>
              <a:ext cx="622"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101" name="Text Box 40"/>
            <p:cNvSpPr txBox="1">
              <a:spLocks noChangeArrowheads="1"/>
            </p:cNvSpPr>
            <p:nvPr/>
          </p:nvSpPr>
          <p:spPr bwMode="auto">
            <a:xfrm>
              <a:off x="812" y="2329"/>
              <a:ext cx="61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kumimoji="1" lang="en-US" altLang="zh-CN" sz="1800" b="1">
                  <a:latin typeface="Times New Roman" panose="02020603050405020304" pitchFamily="18" charset="0"/>
                  <a:ea typeface="楷体_GB2312" pitchFamily="49" charset="-122"/>
                </a:rPr>
                <a:t>Op( )</a:t>
              </a:r>
            </a:p>
          </p:txBody>
        </p:sp>
        <p:sp>
          <p:nvSpPr>
            <p:cNvPr id="46102" name="Line 41"/>
            <p:cNvSpPr>
              <a:spLocks noChangeShapeType="1"/>
            </p:cNvSpPr>
            <p:nvPr/>
          </p:nvSpPr>
          <p:spPr bwMode="auto">
            <a:xfrm>
              <a:off x="1774" y="3005"/>
              <a:ext cx="1061" cy="0"/>
            </a:xfrm>
            <a:prstGeom prst="line">
              <a:avLst/>
            </a:prstGeom>
            <a:noFill/>
            <a:ln w="2857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103" name="Text Box 42"/>
            <p:cNvSpPr txBox="1">
              <a:spLocks noChangeArrowheads="1"/>
            </p:cNvSpPr>
            <p:nvPr/>
          </p:nvSpPr>
          <p:spPr bwMode="auto">
            <a:xfrm>
              <a:off x="1737" y="2774"/>
              <a:ext cx="109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FontTx/>
                <a:buNone/>
              </a:pPr>
              <a:r>
                <a:rPr kumimoji="1" lang="en-US" altLang="zh-CN" sz="1800" b="1">
                  <a:latin typeface="Times New Roman" panose="02020603050405020304" pitchFamily="18" charset="0"/>
                  <a:ea typeface="楷体_GB2312" pitchFamily="49" charset="-122"/>
                </a:rPr>
                <a:t>Op2( )</a:t>
              </a:r>
            </a:p>
          </p:txBody>
        </p:sp>
        <p:sp>
          <p:nvSpPr>
            <p:cNvPr id="46104" name="Text Box 43"/>
            <p:cNvSpPr txBox="1">
              <a:spLocks noChangeArrowheads="1"/>
            </p:cNvSpPr>
            <p:nvPr/>
          </p:nvSpPr>
          <p:spPr bwMode="auto">
            <a:xfrm>
              <a:off x="1748" y="3273"/>
              <a:ext cx="109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FontTx/>
                <a:buNone/>
              </a:pPr>
              <a:r>
                <a:rPr kumimoji="1" lang="en-US" altLang="zh-CN" sz="1800" b="1">
                  <a:latin typeface="Times New Roman" panose="02020603050405020304" pitchFamily="18" charset="0"/>
                  <a:ea typeface="楷体_GB2312" pitchFamily="49" charset="-122"/>
                </a:rPr>
                <a:t>Op3( )</a:t>
              </a:r>
            </a:p>
          </p:txBody>
        </p:sp>
        <p:sp>
          <p:nvSpPr>
            <p:cNvPr id="46105" name="Rectangle 44"/>
            <p:cNvSpPr>
              <a:spLocks noChangeArrowheads="1"/>
            </p:cNvSpPr>
            <p:nvPr/>
          </p:nvSpPr>
          <p:spPr bwMode="auto">
            <a:xfrm>
              <a:off x="3922" y="3703"/>
              <a:ext cx="137" cy="137"/>
            </a:xfrm>
            <a:prstGeom prst="rect">
              <a:avLst/>
            </a:prstGeom>
            <a:solidFill>
              <a:schemeClr val="tx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46106" name="Line 45"/>
            <p:cNvSpPr>
              <a:spLocks noChangeShapeType="1"/>
            </p:cNvSpPr>
            <p:nvPr/>
          </p:nvSpPr>
          <p:spPr bwMode="auto">
            <a:xfrm>
              <a:off x="3950" y="3584"/>
              <a:ext cx="25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107" name="Line 46"/>
            <p:cNvSpPr>
              <a:spLocks noChangeShapeType="1"/>
            </p:cNvSpPr>
            <p:nvPr/>
          </p:nvSpPr>
          <p:spPr bwMode="auto">
            <a:xfrm>
              <a:off x="4215" y="3584"/>
              <a:ext cx="0" cy="183"/>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108" name="Line 47"/>
            <p:cNvSpPr>
              <a:spLocks noChangeShapeType="1"/>
            </p:cNvSpPr>
            <p:nvPr/>
          </p:nvSpPr>
          <p:spPr bwMode="auto">
            <a:xfrm flipH="1">
              <a:off x="4059" y="3767"/>
              <a:ext cx="165" cy="9"/>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6109" name="Text Box 48"/>
            <p:cNvSpPr txBox="1">
              <a:spLocks noChangeArrowheads="1"/>
            </p:cNvSpPr>
            <p:nvPr/>
          </p:nvSpPr>
          <p:spPr bwMode="auto">
            <a:xfrm>
              <a:off x="3782" y="3325"/>
              <a:ext cx="76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FontTx/>
                <a:buNone/>
              </a:pPr>
              <a:r>
                <a:rPr kumimoji="1" lang="en-US" altLang="zh-CN" sz="1800" b="1">
                  <a:latin typeface="Times New Roman" panose="02020603050405020304" pitchFamily="18" charset="0"/>
                  <a:ea typeface="楷体_GB2312" pitchFamily="49" charset="-122"/>
                </a:rPr>
                <a:t>Op4( )</a:t>
              </a:r>
            </a:p>
          </p:txBody>
        </p:sp>
        <p:sp>
          <p:nvSpPr>
            <p:cNvPr id="46110" name="Text Box 49"/>
            <p:cNvSpPr txBox="1">
              <a:spLocks noChangeArrowheads="1"/>
            </p:cNvSpPr>
            <p:nvPr/>
          </p:nvSpPr>
          <p:spPr bwMode="auto">
            <a:xfrm>
              <a:off x="2029" y="3943"/>
              <a:ext cx="1977"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kumimoji="1" lang="zh-CN" altLang="en-US" sz="1600">
                  <a:latin typeface="Times New Roman" panose="02020603050405020304" pitchFamily="18" charset="0"/>
                </a:rPr>
                <a:t>有循环标记的顺序图</a:t>
              </a:r>
            </a:p>
          </p:txBody>
        </p:sp>
        <p:sp>
          <p:nvSpPr>
            <p:cNvPr id="46111" name="Text Box 50"/>
            <p:cNvSpPr txBox="1">
              <a:spLocks noChangeArrowheads="1"/>
            </p:cNvSpPr>
            <p:nvPr/>
          </p:nvSpPr>
          <p:spPr bwMode="auto">
            <a:xfrm>
              <a:off x="410" y="2889"/>
              <a:ext cx="1343"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kumimoji="1" lang="en-US" altLang="zh-CN" sz="1800" b="1">
                  <a:latin typeface="Times New Roman" panose="02020603050405020304" pitchFamily="18" charset="0"/>
                  <a:ea typeface="楷体_GB2312" pitchFamily="49" charset="-122"/>
                </a:rPr>
                <a:t>Send message op2</a:t>
              </a:r>
            </a:p>
            <a:p>
              <a:pPr eaLnBrk="1" hangingPunct="1">
                <a:spcBef>
                  <a:spcPct val="0"/>
                </a:spcBef>
                <a:buClrTx/>
                <a:buFontTx/>
                <a:buNone/>
              </a:pPr>
              <a:r>
                <a:rPr kumimoji="1" lang="en-US" altLang="zh-CN" sz="1800" b="1">
                  <a:latin typeface="Times New Roman" panose="02020603050405020304" pitchFamily="18" charset="0"/>
                  <a:ea typeface="楷体_GB2312" pitchFamily="49" charset="-122"/>
                </a:rPr>
                <a:t>                   until…</a:t>
              </a:r>
            </a:p>
          </p:txBody>
        </p:sp>
      </p:grpSp>
      <p:sp>
        <p:nvSpPr>
          <p:cNvPr id="46087" name="Oval 52">
            <a:hlinkClick r:id="" action="ppaction://hlinkshowjump?jump=previousslide"/>
          </p:cNvPr>
          <p:cNvSpPr>
            <a:spLocks noChangeArrowheads="1"/>
          </p:cNvSpPr>
          <p:nvPr/>
        </p:nvSpPr>
        <p:spPr bwMode="auto">
          <a:xfrm>
            <a:off x="6356350" y="6365875"/>
            <a:ext cx="762000" cy="381000"/>
          </a:xfrm>
          <a:prstGeom prst="ellipse">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round/>
                <a:headEnd/>
                <a:tailEnd/>
              </a14:hiddenLine>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46088" name="Oval 53">
            <a:hlinkClick r:id="" action="ppaction://hlinkshowjump?jump=nextslide"/>
          </p:cNvPr>
          <p:cNvSpPr>
            <a:spLocks noChangeArrowheads="1"/>
          </p:cNvSpPr>
          <p:nvPr/>
        </p:nvSpPr>
        <p:spPr bwMode="auto">
          <a:xfrm>
            <a:off x="7245350" y="6365875"/>
            <a:ext cx="762000" cy="381000"/>
          </a:xfrm>
          <a:prstGeom prst="ellipse">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round/>
                <a:headEnd/>
                <a:tailEnd/>
              </a14:hiddenLine>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46089" name="Oval 54">
            <a:hlinkClick r:id="" action="ppaction://hlinkshowjump?jump=firstslide"/>
          </p:cNvPr>
          <p:cNvSpPr>
            <a:spLocks noChangeArrowheads="1"/>
          </p:cNvSpPr>
          <p:nvPr/>
        </p:nvSpPr>
        <p:spPr bwMode="auto">
          <a:xfrm>
            <a:off x="8137525" y="6370638"/>
            <a:ext cx="762000" cy="381000"/>
          </a:xfrm>
          <a:prstGeom prst="ellipse">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round/>
                <a:headEnd/>
                <a:tailEnd/>
              </a14:hiddenLine>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Tree>
  </p:cSld>
  <p:clrMapOvr>
    <a:masterClrMapping/>
  </p:clrMapOvr>
  <p:transition advClick="0">
    <p:wheel spokes="8"/>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5171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日期占位符 1"/>
          <p:cNvSpPr>
            <a:spLocks noGrp="1"/>
          </p:cNvSpPr>
          <p:nvPr>
            <p:ph type="dt" sz="quarter" idx="10"/>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9867343D-5687-49C9-90DB-1526FA0B684E}" type="datetime8">
              <a:rPr lang="zh-CN" altLang="en-US" sz="1400" smtClean="0"/>
              <a:pPr>
                <a:spcBef>
                  <a:spcPct val="0"/>
                </a:spcBef>
                <a:buClrTx/>
                <a:buFontTx/>
                <a:buNone/>
              </a:pPr>
              <a:t>2020年5月12日3时0分</a:t>
            </a:fld>
            <a:endParaRPr lang="en-US" altLang="zh-CN" sz="1400" smtClean="0"/>
          </a:p>
        </p:txBody>
      </p:sp>
      <p:sp>
        <p:nvSpPr>
          <p:cNvPr id="47107" name="灯片编号占位符 3"/>
          <p:cNvSpPr>
            <a:spLocks noGrp="1"/>
          </p:cNvSpPr>
          <p:nvPr>
            <p:ph type="sldNum" sz="quarter" idx="12"/>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2CB5A695-8A57-4E78-80F9-7F37B18D60A2}" type="slidenum">
              <a:rPr lang="en-US" altLang="zh-CN" sz="1400" smtClean="0"/>
              <a:pPr>
                <a:spcBef>
                  <a:spcPct val="0"/>
                </a:spcBef>
                <a:buClrTx/>
                <a:buFontTx/>
                <a:buNone/>
              </a:pPr>
              <a:t>32</a:t>
            </a:fld>
            <a:endParaRPr lang="en-US" altLang="zh-CN" sz="1400" smtClean="0"/>
          </a:p>
        </p:txBody>
      </p:sp>
      <p:sp>
        <p:nvSpPr>
          <p:cNvPr id="47108" name="Rectangle 2"/>
          <p:cNvSpPr>
            <a:spLocks noChangeArrowheads="1"/>
          </p:cNvSpPr>
          <p:nvPr/>
        </p:nvSpPr>
        <p:spPr bwMode="auto">
          <a:xfrm>
            <a:off x="2857500" y="1589088"/>
            <a:ext cx="209550" cy="3840162"/>
          </a:xfrm>
          <a:prstGeom prst="rect">
            <a:avLst/>
          </a:prstGeom>
          <a:solidFill>
            <a:srgbClr val="FFCC00"/>
          </a:solidFill>
          <a:ln w="952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47109" name="Rectangle 3"/>
          <p:cNvSpPr>
            <a:spLocks noChangeArrowheads="1"/>
          </p:cNvSpPr>
          <p:nvPr/>
        </p:nvSpPr>
        <p:spPr bwMode="auto">
          <a:xfrm>
            <a:off x="2419350" y="1085850"/>
            <a:ext cx="1123950" cy="342900"/>
          </a:xfrm>
          <a:prstGeom prst="rect">
            <a:avLst/>
          </a:prstGeom>
          <a:solidFill>
            <a:schemeClr val="tx2"/>
          </a:solidFill>
          <a:ln w="952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2000" b="1" u="sng">
                <a:solidFill>
                  <a:schemeClr val="bg2"/>
                </a:solidFill>
                <a:latin typeface="Times New Roman" panose="02020603050405020304" pitchFamily="18" charset="0"/>
              </a:rPr>
              <a:t>呼叫者</a:t>
            </a:r>
          </a:p>
        </p:txBody>
      </p:sp>
      <p:sp>
        <p:nvSpPr>
          <p:cNvPr id="47110" name="Rectangle 4"/>
          <p:cNvSpPr>
            <a:spLocks noChangeArrowheads="1"/>
          </p:cNvSpPr>
          <p:nvPr/>
        </p:nvSpPr>
        <p:spPr bwMode="auto">
          <a:xfrm>
            <a:off x="4762500" y="1085850"/>
            <a:ext cx="1123950" cy="342900"/>
          </a:xfrm>
          <a:prstGeom prst="rect">
            <a:avLst/>
          </a:prstGeom>
          <a:solidFill>
            <a:schemeClr val="tx2"/>
          </a:solidFill>
          <a:ln w="952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2000" b="1" u="sng">
                <a:solidFill>
                  <a:schemeClr val="bg2"/>
                </a:solidFill>
                <a:latin typeface="Times New Roman" panose="02020603050405020304" pitchFamily="18" charset="0"/>
              </a:rPr>
              <a:t>交换</a:t>
            </a:r>
          </a:p>
        </p:txBody>
      </p:sp>
      <p:sp>
        <p:nvSpPr>
          <p:cNvPr id="47111" name="Rectangle 5"/>
          <p:cNvSpPr>
            <a:spLocks noChangeArrowheads="1"/>
          </p:cNvSpPr>
          <p:nvPr/>
        </p:nvSpPr>
        <p:spPr bwMode="auto">
          <a:xfrm>
            <a:off x="7181850" y="1104900"/>
            <a:ext cx="1123950" cy="342900"/>
          </a:xfrm>
          <a:prstGeom prst="rect">
            <a:avLst/>
          </a:prstGeom>
          <a:solidFill>
            <a:schemeClr val="tx2"/>
          </a:solidFill>
          <a:ln w="952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2000" b="1" u="sng">
                <a:solidFill>
                  <a:schemeClr val="bg2"/>
                </a:solidFill>
                <a:latin typeface="Times New Roman" panose="02020603050405020304" pitchFamily="18" charset="0"/>
              </a:rPr>
              <a:t>接受者</a:t>
            </a:r>
          </a:p>
        </p:txBody>
      </p:sp>
      <p:sp>
        <p:nvSpPr>
          <p:cNvPr id="47112" name="Rectangle 6"/>
          <p:cNvSpPr>
            <a:spLocks noChangeArrowheads="1"/>
          </p:cNvSpPr>
          <p:nvPr/>
        </p:nvSpPr>
        <p:spPr bwMode="auto">
          <a:xfrm>
            <a:off x="5200650" y="1974850"/>
            <a:ext cx="195263" cy="3492500"/>
          </a:xfrm>
          <a:prstGeom prst="rect">
            <a:avLst/>
          </a:prstGeom>
          <a:solidFill>
            <a:srgbClr val="FFCC00"/>
          </a:solidFill>
          <a:ln w="952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47113" name="Rectangle 7"/>
          <p:cNvSpPr>
            <a:spLocks noChangeArrowheads="1"/>
          </p:cNvSpPr>
          <p:nvPr/>
        </p:nvSpPr>
        <p:spPr bwMode="auto">
          <a:xfrm>
            <a:off x="7639050" y="4186238"/>
            <a:ext cx="211138" cy="1139825"/>
          </a:xfrm>
          <a:prstGeom prst="rect">
            <a:avLst/>
          </a:prstGeom>
          <a:solidFill>
            <a:srgbClr val="FFCC00"/>
          </a:solidFill>
          <a:ln w="952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47114" name="Line 8"/>
          <p:cNvSpPr>
            <a:spLocks noChangeShapeType="1"/>
          </p:cNvSpPr>
          <p:nvPr/>
        </p:nvSpPr>
        <p:spPr bwMode="auto">
          <a:xfrm>
            <a:off x="3067050" y="2000250"/>
            <a:ext cx="2114550" cy="0"/>
          </a:xfrm>
          <a:prstGeom prst="line">
            <a:avLst/>
          </a:prstGeom>
          <a:noFill/>
          <a:ln w="2857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15" name="Line 9"/>
          <p:cNvSpPr>
            <a:spLocks noChangeShapeType="1"/>
          </p:cNvSpPr>
          <p:nvPr/>
        </p:nvSpPr>
        <p:spPr bwMode="auto">
          <a:xfrm flipH="1">
            <a:off x="3048000" y="2495550"/>
            <a:ext cx="2133600" cy="0"/>
          </a:xfrm>
          <a:prstGeom prst="line">
            <a:avLst/>
          </a:prstGeom>
          <a:noFill/>
          <a:ln w="2857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16" name="Line 10"/>
          <p:cNvSpPr>
            <a:spLocks noChangeShapeType="1"/>
          </p:cNvSpPr>
          <p:nvPr/>
        </p:nvSpPr>
        <p:spPr bwMode="auto">
          <a:xfrm>
            <a:off x="3067050" y="3009900"/>
            <a:ext cx="2133600" cy="0"/>
          </a:xfrm>
          <a:prstGeom prst="line">
            <a:avLst/>
          </a:prstGeom>
          <a:noFill/>
          <a:ln w="2857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17" name="Line 11"/>
          <p:cNvSpPr>
            <a:spLocks noChangeShapeType="1"/>
          </p:cNvSpPr>
          <p:nvPr/>
        </p:nvSpPr>
        <p:spPr bwMode="auto">
          <a:xfrm>
            <a:off x="3028950" y="3562350"/>
            <a:ext cx="2190750" cy="285750"/>
          </a:xfrm>
          <a:prstGeom prst="line">
            <a:avLst/>
          </a:prstGeom>
          <a:noFill/>
          <a:ln w="2857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18" name="Line 12"/>
          <p:cNvSpPr>
            <a:spLocks noChangeShapeType="1"/>
          </p:cNvSpPr>
          <p:nvPr/>
        </p:nvSpPr>
        <p:spPr bwMode="auto">
          <a:xfrm flipH="1">
            <a:off x="3086100" y="4210050"/>
            <a:ext cx="2095500" cy="0"/>
          </a:xfrm>
          <a:prstGeom prst="line">
            <a:avLst/>
          </a:prstGeom>
          <a:noFill/>
          <a:ln w="2857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19" name="Line 13"/>
          <p:cNvSpPr>
            <a:spLocks noChangeShapeType="1"/>
          </p:cNvSpPr>
          <p:nvPr/>
        </p:nvSpPr>
        <p:spPr bwMode="auto">
          <a:xfrm flipH="1">
            <a:off x="3086100" y="5181600"/>
            <a:ext cx="2114550" cy="0"/>
          </a:xfrm>
          <a:prstGeom prst="line">
            <a:avLst/>
          </a:prstGeom>
          <a:noFill/>
          <a:ln w="2857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20" name="Text Box 14"/>
          <p:cNvSpPr txBox="1">
            <a:spLocks noChangeArrowheads="1"/>
          </p:cNvSpPr>
          <p:nvPr/>
        </p:nvSpPr>
        <p:spPr bwMode="auto">
          <a:xfrm>
            <a:off x="3333750" y="1638300"/>
            <a:ext cx="1600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FontTx/>
              <a:buNone/>
            </a:pPr>
            <a:r>
              <a:rPr kumimoji="1" lang="zh-CN" altLang="en-US" sz="1800" b="1">
                <a:latin typeface="Times New Roman" panose="02020603050405020304" pitchFamily="18" charset="0"/>
              </a:rPr>
              <a:t>拿起话筒</a:t>
            </a:r>
          </a:p>
        </p:txBody>
      </p:sp>
      <p:sp>
        <p:nvSpPr>
          <p:cNvPr id="47121" name="Text Box 15"/>
          <p:cNvSpPr txBox="1">
            <a:spLocks noChangeArrowheads="1"/>
          </p:cNvSpPr>
          <p:nvPr/>
        </p:nvSpPr>
        <p:spPr bwMode="auto">
          <a:xfrm>
            <a:off x="3317875" y="2147888"/>
            <a:ext cx="16002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FontTx/>
              <a:buNone/>
            </a:pPr>
            <a:r>
              <a:rPr kumimoji="1" lang="zh-CN" altLang="en-US" sz="1800" b="1">
                <a:latin typeface="Times New Roman" panose="02020603050405020304" pitchFamily="18" charset="0"/>
              </a:rPr>
              <a:t>响拨号声</a:t>
            </a:r>
          </a:p>
        </p:txBody>
      </p:sp>
      <p:sp>
        <p:nvSpPr>
          <p:cNvPr id="47122" name="Text Box 16"/>
          <p:cNvSpPr txBox="1">
            <a:spLocks noChangeArrowheads="1"/>
          </p:cNvSpPr>
          <p:nvPr/>
        </p:nvSpPr>
        <p:spPr bwMode="auto">
          <a:xfrm>
            <a:off x="3333750" y="2571750"/>
            <a:ext cx="1600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FontTx/>
              <a:buNone/>
            </a:pPr>
            <a:r>
              <a:rPr kumimoji="1" lang="zh-CN" altLang="en-US" sz="1800" b="1">
                <a:latin typeface="Times New Roman" panose="02020603050405020304" pitchFamily="18" charset="0"/>
              </a:rPr>
              <a:t>拨号码</a:t>
            </a:r>
          </a:p>
        </p:txBody>
      </p:sp>
      <p:sp>
        <p:nvSpPr>
          <p:cNvPr id="47123" name="Text Box 17"/>
          <p:cNvSpPr txBox="1">
            <a:spLocks noChangeArrowheads="1"/>
          </p:cNvSpPr>
          <p:nvPr/>
        </p:nvSpPr>
        <p:spPr bwMode="auto">
          <a:xfrm>
            <a:off x="3486150" y="3238500"/>
            <a:ext cx="1600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FontTx/>
              <a:buNone/>
            </a:pPr>
            <a:r>
              <a:rPr kumimoji="1" lang="zh-CN" altLang="en-US" sz="1800" b="1">
                <a:latin typeface="Times New Roman" panose="02020603050405020304" pitchFamily="18" charset="0"/>
              </a:rPr>
              <a:t>路由选择</a:t>
            </a:r>
          </a:p>
        </p:txBody>
      </p:sp>
      <p:sp>
        <p:nvSpPr>
          <p:cNvPr id="47124" name="Text Box 18"/>
          <p:cNvSpPr txBox="1">
            <a:spLocks noChangeArrowheads="1"/>
          </p:cNvSpPr>
          <p:nvPr/>
        </p:nvSpPr>
        <p:spPr bwMode="auto">
          <a:xfrm>
            <a:off x="3390900" y="3829050"/>
            <a:ext cx="1600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FontTx/>
              <a:buNone/>
            </a:pPr>
            <a:r>
              <a:rPr kumimoji="1" lang="zh-CN" altLang="en-US" sz="1800" b="1">
                <a:latin typeface="Times New Roman" panose="02020603050405020304" pitchFamily="18" charset="0"/>
              </a:rPr>
              <a:t>鸣响音</a:t>
            </a:r>
          </a:p>
        </p:txBody>
      </p:sp>
      <p:sp>
        <p:nvSpPr>
          <p:cNvPr id="47125" name="Text Box 19"/>
          <p:cNvSpPr txBox="1">
            <a:spLocks noChangeArrowheads="1"/>
          </p:cNvSpPr>
          <p:nvPr/>
        </p:nvSpPr>
        <p:spPr bwMode="auto">
          <a:xfrm>
            <a:off x="3371850" y="4781550"/>
            <a:ext cx="1600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FontTx/>
              <a:buNone/>
            </a:pPr>
            <a:r>
              <a:rPr kumimoji="1" lang="zh-CN" altLang="en-US" sz="1800" b="1">
                <a:latin typeface="Times New Roman" panose="02020603050405020304" pitchFamily="18" charset="0"/>
              </a:rPr>
              <a:t>停音</a:t>
            </a:r>
          </a:p>
        </p:txBody>
      </p:sp>
      <p:sp>
        <p:nvSpPr>
          <p:cNvPr id="47126" name="Line 20"/>
          <p:cNvSpPr>
            <a:spLocks noChangeShapeType="1"/>
          </p:cNvSpPr>
          <p:nvPr/>
        </p:nvSpPr>
        <p:spPr bwMode="auto">
          <a:xfrm>
            <a:off x="5429250" y="4229100"/>
            <a:ext cx="2228850" cy="0"/>
          </a:xfrm>
          <a:prstGeom prst="line">
            <a:avLst/>
          </a:prstGeom>
          <a:noFill/>
          <a:ln w="2857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27" name="Line 21"/>
          <p:cNvSpPr>
            <a:spLocks noChangeShapeType="1"/>
          </p:cNvSpPr>
          <p:nvPr/>
        </p:nvSpPr>
        <p:spPr bwMode="auto">
          <a:xfrm flipH="1">
            <a:off x="5410200" y="4705350"/>
            <a:ext cx="2209800" cy="0"/>
          </a:xfrm>
          <a:prstGeom prst="line">
            <a:avLst/>
          </a:prstGeom>
          <a:noFill/>
          <a:ln w="2857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28" name="Line 22"/>
          <p:cNvSpPr>
            <a:spLocks noChangeShapeType="1"/>
          </p:cNvSpPr>
          <p:nvPr/>
        </p:nvSpPr>
        <p:spPr bwMode="auto">
          <a:xfrm>
            <a:off x="5429250" y="5200650"/>
            <a:ext cx="2209800" cy="0"/>
          </a:xfrm>
          <a:prstGeom prst="line">
            <a:avLst/>
          </a:prstGeom>
          <a:noFill/>
          <a:ln w="2857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29" name="Text Box 23"/>
          <p:cNvSpPr txBox="1">
            <a:spLocks noChangeArrowheads="1"/>
          </p:cNvSpPr>
          <p:nvPr/>
        </p:nvSpPr>
        <p:spPr bwMode="auto">
          <a:xfrm>
            <a:off x="5753100" y="3867150"/>
            <a:ext cx="1600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FontTx/>
              <a:buNone/>
            </a:pPr>
            <a:r>
              <a:rPr kumimoji="1" lang="zh-CN" altLang="en-US" sz="1800" b="1">
                <a:latin typeface="Times New Roman" panose="02020603050405020304" pitchFamily="18" charset="0"/>
              </a:rPr>
              <a:t>响铃声</a:t>
            </a:r>
          </a:p>
        </p:txBody>
      </p:sp>
      <p:sp>
        <p:nvSpPr>
          <p:cNvPr id="47130" name="Text Box 24"/>
          <p:cNvSpPr txBox="1">
            <a:spLocks noChangeArrowheads="1"/>
          </p:cNvSpPr>
          <p:nvPr/>
        </p:nvSpPr>
        <p:spPr bwMode="auto">
          <a:xfrm>
            <a:off x="5753100" y="4362450"/>
            <a:ext cx="1600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FontTx/>
              <a:buNone/>
            </a:pPr>
            <a:r>
              <a:rPr kumimoji="1" lang="zh-CN" altLang="en-US" sz="1800" b="1">
                <a:latin typeface="Times New Roman" panose="02020603050405020304" pitchFamily="18" charset="0"/>
              </a:rPr>
              <a:t>接电话</a:t>
            </a:r>
          </a:p>
        </p:txBody>
      </p:sp>
      <p:sp>
        <p:nvSpPr>
          <p:cNvPr id="47131" name="Text Box 25"/>
          <p:cNvSpPr txBox="1">
            <a:spLocks noChangeArrowheads="1"/>
          </p:cNvSpPr>
          <p:nvPr/>
        </p:nvSpPr>
        <p:spPr bwMode="auto">
          <a:xfrm>
            <a:off x="5753100" y="4857750"/>
            <a:ext cx="1600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FontTx/>
              <a:buNone/>
            </a:pPr>
            <a:r>
              <a:rPr kumimoji="1" lang="zh-CN" altLang="en-US" sz="1800" b="1">
                <a:latin typeface="Times New Roman" panose="02020603050405020304" pitchFamily="18" charset="0"/>
              </a:rPr>
              <a:t>停铃声</a:t>
            </a:r>
          </a:p>
        </p:txBody>
      </p:sp>
      <p:sp>
        <p:nvSpPr>
          <p:cNvPr id="47132" name="Text Box 26"/>
          <p:cNvSpPr txBox="1">
            <a:spLocks noChangeArrowheads="1"/>
          </p:cNvSpPr>
          <p:nvPr/>
        </p:nvSpPr>
        <p:spPr bwMode="auto">
          <a:xfrm>
            <a:off x="2381250" y="1790700"/>
            <a:ext cx="628650" cy="2576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15000"/>
              </a:lnSpc>
              <a:spcBef>
                <a:spcPct val="60000"/>
              </a:spcBef>
              <a:buClrTx/>
              <a:buFontTx/>
              <a:buNone/>
            </a:pPr>
            <a:r>
              <a:rPr kumimoji="1" lang="en-US" altLang="zh-CN" sz="2000" b="1">
                <a:latin typeface="Times New Roman" panose="02020603050405020304" pitchFamily="18" charset="0"/>
              </a:rPr>
              <a:t>A</a:t>
            </a:r>
          </a:p>
          <a:p>
            <a:pPr eaLnBrk="1" hangingPunct="1">
              <a:lnSpc>
                <a:spcPct val="115000"/>
              </a:lnSpc>
              <a:spcBef>
                <a:spcPct val="60000"/>
              </a:spcBef>
              <a:buClrTx/>
              <a:buFontTx/>
              <a:buNone/>
            </a:pPr>
            <a:r>
              <a:rPr kumimoji="1" lang="en-US" altLang="zh-CN" sz="2000" b="1">
                <a:latin typeface="Times New Roman" panose="02020603050405020304" pitchFamily="18" charset="0"/>
              </a:rPr>
              <a:t>B</a:t>
            </a:r>
          </a:p>
          <a:p>
            <a:pPr eaLnBrk="1" hangingPunct="1">
              <a:lnSpc>
                <a:spcPct val="115000"/>
              </a:lnSpc>
              <a:spcBef>
                <a:spcPct val="60000"/>
              </a:spcBef>
              <a:buClrTx/>
              <a:buFontTx/>
              <a:buNone/>
            </a:pPr>
            <a:r>
              <a:rPr kumimoji="1" lang="en-US" altLang="zh-CN" sz="2000" b="1">
                <a:latin typeface="Times New Roman" panose="02020603050405020304" pitchFamily="18" charset="0"/>
              </a:rPr>
              <a:t>C</a:t>
            </a:r>
          </a:p>
          <a:p>
            <a:pPr eaLnBrk="1" hangingPunct="1">
              <a:lnSpc>
                <a:spcPct val="115000"/>
              </a:lnSpc>
              <a:spcBef>
                <a:spcPct val="60000"/>
              </a:spcBef>
              <a:buClrTx/>
              <a:buFontTx/>
              <a:buNone/>
            </a:pPr>
            <a:r>
              <a:rPr kumimoji="1" lang="en-US" altLang="zh-CN" sz="2000" b="1">
                <a:latin typeface="Times New Roman" panose="02020603050405020304" pitchFamily="18" charset="0"/>
              </a:rPr>
              <a:t>D</a:t>
            </a:r>
          </a:p>
          <a:p>
            <a:pPr eaLnBrk="1" hangingPunct="1">
              <a:lnSpc>
                <a:spcPct val="115000"/>
              </a:lnSpc>
              <a:spcBef>
                <a:spcPct val="60000"/>
              </a:spcBef>
              <a:buClrTx/>
              <a:buFontTx/>
              <a:buNone/>
            </a:pPr>
            <a:r>
              <a:rPr kumimoji="1" lang="en-US" altLang="zh-CN" sz="2000" b="1">
                <a:latin typeface="Times New Roman" panose="02020603050405020304" pitchFamily="18" charset="0"/>
              </a:rPr>
              <a:t>E</a:t>
            </a:r>
          </a:p>
        </p:txBody>
      </p:sp>
      <p:sp>
        <p:nvSpPr>
          <p:cNvPr id="47133" name="Text Box 27"/>
          <p:cNvSpPr txBox="1">
            <a:spLocks noChangeArrowheads="1"/>
          </p:cNvSpPr>
          <p:nvPr/>
        </p:nvSpPr>
        <p:spPr bwMode="auto">
          <a:xfrm>
            <a:off x="823913" y="1798638"/>
            <a:ext cx="1638300" cy="3597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kumimoji="1" lang="en-US" altLang="zh-CN" sz="2000" b="1">
              <a:latin typeface="Times New Roman" panose="02020603050405020304" pitchFamily="18" charset="0"/>
            </a:endParaRPr>
          </a:p>
          <a:p>
            <a:pPr eaLnBrk="1" hangingPunct="1">
              <a:spcBef>
                <a:spcPct val="0"/>
              </a:spcBef>
              <a:buClrTx/>
              <a:buFontTx/>
              <a:buNone/>
            </a:pPr>
            <a:r>
              <a:rPr kumimoji="1" lang="en-US" altLang="zh-CN" sz="2000" b="1">
                <a:latin typeface="Times New Roman" panose="02020603050405020304" pitchFamily="18" charset="0"/>
              </a:rPr>
              <a:t>{B-A&lt;1S}</a:t>
            </a:r>
          </a:p>
          <a:p>
            <a:pPr eaLnBrk="1" hangingPunct="1">
              <a:spcBef>
                <a:spcPct val="50000"/>
              </a:spcBef>
              <a:buClrTx/>
              <a:buFontTx/>
              <a:buNone/>
            </a:pPr>
            <a:r>
              <a:rPr kumimoji="1" lang="en-US" altLang="zh-CN" sz="2000" b="1">
                <a:latin typeface="Times New Roman" panose="02020603050405020304" pitchFamily="18" charset="0"/>
              </a:rPr>
              <a:t>{C-B&lt;10S}</a:t>
            </a:r>
          </a:p>
          <a:p>
            <a:pPr eaLnBrk="1" hangingPunct="1">
              <a:spcBef>
                <a:spcPct val="50000"/>
              </a:spcBef>
              <a:buClrTx/>
              <a:buFontTx/>
              <a:buNone/>
            </a:pPr>
            <a:endParaRPr kumimoji="1" lang="en-US" altLang="zh-CN" sz="2000" b="1">
              <a:latin typeface="Times New Roman" panose="02020603050405020304" pitchFamily="18" charset="0"/>
            </a:endParaRPr>
          </a:p>
          <a:p>
            <a:pPr eaLnBrk="1" hangingPunct="1">
              <a:spcBef>
                <a:spcPct val="0"/>
              </a:spcBef>
              <a:buClrTx/>
              <a:buFontTx/>
              <a:buNone/>
            </a:pPr>
            <a:r>
              <a:rPr kumimoji="1" lang="zh-CN" altLang="en-US" sz="2000" b="1">
                <a:latin typeface="Times New Roman" panose="02020603050405020304" pitchFamily="18" charset="0"/>
              </a:rPr>
              <a:t>通过网络选择通话路径</a:t>
            </a:r>
          </a:p>
          <a:p>
            <a:pPr eaLnBrk="1" hangingPunct="1">
              <a:spcBef>
                <a:spcPct val="50000"/>
              </a:spcBef>
              <a:buClrTx/>
              <a:buFontTx/>
              <a:buNone/>
            </a:pPr>
            <a:r>
              <a:rPr kumimoji="1" lang="en-US" altLang="zh-CN" sz="2000" b="1">
                <a:latin typeface="Times New Roman" panose="02020603050405020304" pitchFamily="18" charset="0"/>
              </a:rPr>
              <a:t>{E-D&lt;5S}</a:t>
            </a:r>
          </a:p>
          <a:p>
            <a:pPr eaLnBrk="1" hangingPunct="1">
              <a:spcBef>
                <a:spcPct val="50000"/>
              </a:spcBef>
              <a:buClrTx/>
              <a:buFontTx/>
              <a:buNone/>
            </a:pPr>
            <a:r>
              <a:rPr kumimoji="1" lang="zh-CN" altLang="en-US" sz="2000" b="1">
                <a:latin typeface="Times New Roman" panose="02020603050405020304" pitchFamily="18" charset="0"/>
              </a:rPr>
              <a:t>双方通话</a:t>
            </a:r>
          </a:p>
          <a:p>
            <a:pPr eaLnBrk="1" hangingPunct="1">
              <a:spcBef>
                <a:spcPct val="50000"/>
              </a:spcBef>
              <a:buClrTx/>
              <a:buFontTx/>
              <a:buNone/>
            </a:pPr>
            <a:endParaRPr kumimoji="1" lang="en-US" altLang="zh-CN" sz="2000" b="1">
              <a:latin typeface="Times New Roman" panose="02020603050405020304" pitchFamily="18" charset="0"/>
            </a:endParaRPr>
          </a:p>
        </p:txBody>
      </p:sp>
      <p:sp>
        <p:nvSpPr>
          <p:cNvPr id="47134" name="Text Box 28"/>
          <p:cNvSpPr txBox="1">
            <a:spLocks noChangeArrowheads="1"/>
          </p:cNvSpPr>
          <p:nvPr/>
        </p:nvSpPr>
        <p:spPr bwMode="auto">
          <a:xfrm>
            <a:off x="3300413" y="5715000"/>
            <a:ext cx="37338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kumimoji="1" lang="zh-CN" altLang="en-US" sz="1600">
                <a:latin typeface="Times New Roman" panose="02020603050405020304" pitchFamily="18" charset="0"/>
              </a:rPr>
              <a:t>打电话的顺序图</a:t>
            </a:r>
          </a:p>
        </p:txBody>
      </p:sp>
      <p:sp>
        <p:nvSpPr>
          <p:cNvPr id="47135" name="Line 30"/>
          <p:cNvSpPr>
            <a:spLocks noChangeShapeType="1"/>
          </p:cNvSpPr>
          <p:nvPr/>
        </p:nvSpPr>
        <p:spPr bwMode="auto">
          <a:xfrm>
            <a:off x="2960688" y="1422400"/>
            <a:ext cx="0" cy="4194175"/>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36" name="Line 31"/>
          <p:cNvSpPr>
            <a:spLocks noChangeShapeType="1"/>
          </p:cNvSpPr>
          <p:nvPr/>
        </p:nvSpPr>
        <p:spPr bwMode="auto">
          <a:xfrm>
            <a:off x="5313363" y="1446213"/>
            <a:ext cx="0" cy="4194175"/>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37" name="Line 32"/>
          <p:cNvSpPr>
            <a:spLocks noChangeShapeType="1"/>
          </p:cNvSpPr>
          <p:nvPr/>
        </p:nvSpPr>
        <p:spPr bwMode="auto">
          <a:xfrm>
            <a:off x="7751763" y="1470025"/>
            <a:ext cx="0" cy="4194175"/>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7138" name="Oval 33">
            <a:hlinkClick r:id="" action="ppaction://hlinkshowjump?jump=previousslide"/>
          </p:cNvPr>
          <p:cNvSpPr>
            <a:spLocks noChangeArrowheads="1"/>
          </p:cNvSpPr>
          <p:nvPr/>
        </p:nvSpPr>
        <p:spPr bwMode="auto">
          <a:xfrm>
            <a:off x="6356350" y="6365875"/>
            <a:ext cx="762000" cy="381000"/>
          </a:xfrm>
          <a:prstGeom prst="ellipse">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round/>
                <a:headEnd/>
                <a:tailEnd/>
              </a14:hiddenLine>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47139" name="Oval 34">
            <a:hlinkClick r:id="" action="ppaction://hlinkshowjump?jump=nextslide"/>
          </p:cNvPr>
          <p:cNvSpPr>
            <a:spLocks noChangeArrowheads="1"/>
          </p:cNvSpPr>
          <p:nvPr/>
        </p:nvSpPr>
        <p:spPr bwMode="auto">
          <a:xfrm>
            <a:off x="7245350" y="6365875"/>
            <a:ext cx="762000" cy="381000"/>
          </a:xfrm>
          <a:prstGeom prst="ellipse">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round/>
                <a:headEnd/>
                <a:tailEnd/>
              </a14:hiddenLine>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47140" name="Oval 35">
            <a:hlinkClick r:id="" action="ppaction://hlinkshowjump?jump=firstslide"/>
          </p:cNvPr>
          <p:cNvSpPr>
            <a:spLocks noChangeArrowheads="1"/>
          </p:cNvSpPr>
          <p:nvPr/>
        </p:nvSpPr>
        <p:spPr bwMode="auto">
          <a:xfrm>
            <a:off x="8137525" y="6370638"/>
            <a:ext cx="762000" cy="381000"/>
          </a:xfrm>
          <a:prstGeom prst="ellipse">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round/>
                <a:headEnd/>
                <a:tailEnd/>
              </a14:hiddenLine>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Tree>
  </p:cSld>
  <p:clrMapOvr>
    <a:masterClrMapping/>
  </p:clrMapOvr>
  <p:transition advClick="0">
    <p:wheel spokes="8"/>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日期占位符 2"/>
          <p:cNvSpPr>
            <a:spLocks noGrp="1"/>
          </p:cNvSpPr>
          <p:nvPr>
            <p:ph type="dt" sz="quarter" idx="10"/>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3BE46AD6-60C8-422D-8CC7-D0F4591B618E}" type="datetime8">
              <a:rPr lang="zh-CN" altLang="en-US" sz="1400" smtClean="0"/>
              <a:pPr>
                <a:spcBef>
                  <a:spcPct val="0"/>
                </a:spcBef>
                <a:buClrTx/>
                <a:buFontTx/>
                <a:buNone/>
              </a:pPr>
              <a:t>2020年5月12日3时0分</a:t>
            </a:fld>
            <a:endParaRPr lang="en-US" altLang="zh-CN" sz="1400" smtClean="0"/>
          </a:p>
        </p:txBody>
      </p:sp>
      <p:sp>
        <p:nvSpPr>
          <p:cNvPr id="48131" name="灯片编号占位符 4"/>
          <p:cNvSpPr>
            <a:spLocks noGrp="1"/>
          </p:cNvSpPr>
          <p:nvPr>
            <p:ph type="sldNum" sz="quarter" idx="12"/>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E623EF22-F1A8-4F1F-8A64-78351B9D7389}" type="slidenum">
              <a:rPr lang="en-US" altLang="zh-CN" sz="1400" smtClean="0"/>
              <a:pPr>
                <a:spcBef>
                  <a:spcPct val="0"/>
                </a:spcBef>
                <a:buClrTx/>
                <a:buFontTx/>
                <a:buNone/>
              </a:pPr>
              <a:t>33</a:t>
            </a:fld>
            <a:endParaRPr lang="en-US" altLang="zh-CN" sz="1400" smtClean="0"/>
          </a:p>
        </p:txBody>
      </p:sp>
      <p:sp>
        <p:nvSpPr>
          <p:cNvPr id="48132" name="Rectangle 2"/>
          <p:cNvSpPr>
            <a:spLocks noGrp="1" noRot="1" noChangeArrowheads="1"/>
          </p:cNvSpPr>
          <p:nvPr>
            <p:ph type="title"/>
          </p:nvPr>
        </p:nvSpPr>
        <p:spPr>
          <a:xfrm>
            <a:off x="692150" y="349250"/>
            <a:ext cx="7772400" cy="606425"/>
          </a:xfrm>
        </p:spPr>
        <p:txBody>
          <a:bodyPr/>
          <a:lstStyle/>
          <a:p>
            <a:pPr eaLnBrk="1" hangingPunct="1"/>
            <a:r>
              <a:rPr lang="zh-CN" altLang="en-US" sz="2800" smtClean="0">
                <a:ea typeface="华文新魏" panose="02010800040101010101" pitchFamily="2" charset="-122"/>
              </a:rPr>
              <a:t>创建对象与对象的消亡</a:t>
            </a:r>
          </a:p>
        </p:txBody>
      </p:sp>
      <p:sp>
        <p:nvSpPr>
          <p:cNvPr id="48133" name="Text Box 3"/>
          <p:cNvSpPr txBox="1">
            <a:spLocks noChangeArrowheads="1"/>
          </p:cNvSpPr>
          <p:nvPr/>
        </p:nvSpPr>
        <p:spPr bwMode="auto">
          <a:xfrm>
            <a:off x="622300" y="1116013"/>
            <a:ext cx="80264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kumimoji="1" lang="en-US" altLang="zh-CN" sz="2400" b="1">
                <a:latin typeface="Times New Roman" panose="02020603050405020304" pitchFamily="18" charset="0"/>
                <a:ea typeface="楷体_GB2312" pitchFamily="49" charset="-122"/>
              </a:rPr>
              <a:t>        </a:t>
            </a:r>
            <a:r>
              <a:rPr kumimoji="1" lang="zh-CN" altLang="en-US" sz="2400" b="1">
                <a:latin typeface="Times New Roman" panose="02020603050405020304" pitchFamily="18" charset="0"/>
                <a:ea typeface="楷体_GB2312" pitchFamily="49" charset="-122"/>
              </a:rPr>
              <a:t>在顺序图中，还可以描述一个对象通过发送一条消息来创建另一个对象。</a:t>
            </a:r>
          </a:p>
        </p:txBody>
      </p:sp>
      <p:sp>
        <p:nvSpPr>
          <p:cNvPr id="519172" name="Text Box 4"/>
          <p:cNvSpPr txBox="1">
            <a:spLocks noChangeArrowheads="1"/>
          </p:cNvSpPr>
          <p:nvPr/>
        </p:nvSpPr>
        <p:spPr bwMode="auto">
          <a:xfrm>
            <a:off x="774700" y="5726113"/>
            <a:ext cx="77216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kumimoji="1" lang="en-US" altLang="zh-CN" sz="2400" b="1">
                <a:latin typeface="Times New Roman" panose="02020603050405020304" pitchFamily="18" charset="0"/>
                <a:ea typeface="楷体_GB2312" pitchFamily="49" charset="-122"/>
              </a:rPr>
              <a:t>    </a:t>
            </a:r>
            <a:r>
              <a:rPr kumimoji="1" lang="zh-CN" altLang="en-US" sz="2400" b="1">
                <a:latin typeface="Times New Roman" panose="02020603050405020304" pitchFamily="18" charset="0"/>
                <a:ea typeface="楷体_GB2312" pitchFamily="49" charset="-122"/>
              </a:rPr>
              <a:t>当对象消亡</a:t>
            </a:r>
            <a:r>
              <a:rPr kumimoji="1" lang="en-US" altLang="zh-CN" sz="2400" b="1">
                <a:latin typeface="Times New Roman" panose="02020603050405020304" pitchFamily="18" charset="0"/>
                <a:ea typeface="楷体_GB2312" pitchFamily="49" charset="-122"/>
              </a:rPr>
              <a:t>(destroying)</a:t>
            </a:r>
            <a:r>
              <a:rPr kumimoji="1" lang="zh-CN" altLang="en-US" sz="2400" b="1">
                <a:latin typeface="Times New Roman" panose="02020603050405020304" pitchFamily="18" charset="0"/>
                <a:ea typeface="楷体_GB2312" pitchFamily="49" charset="-122"/>
              </a:rPr>
              <a:t>时，用符号 </a:t>
            </a:r>
            <a:r>
              <a:rPr kumimoji="1" lang="zh-CN" altLang="en-US" sz="2800" b="1">
                <a:latin typeface="Times New Roman" panose="02020603050405020304" pitchFamily="18" charset="0"/>
                <a:ea typeface="楷体_GB2312" pitchFamily="49" charset="-122"/>
                <a:sym typeface="Symbol" panose="05050102010706020507" pitchFamily="18" charset="2"/>
              </a:rPr>
              <a:t> </a:t>
            </a:r>
            <a:r>
              <a:rPr kumimoji="1" lang="zh-CN" altLang="en-US" sz="2400" b="1">
                <a:latin typeface="Times New Roman" panose="02020603050405020304" pitchFamily="18" charset="0"/>
                <a:ea typeface="楷体_GB2312" pitchFamily="49" charset="-122"/>
                <a:sym typeface="Symbol" panose="05050102010706020507" pitchFamily="18" charset="2"/>
              </a:rPr>
              <a:t>表示。</a:t>
            </a:r>
            <a:endParaRPr kumimoji="1" lang="zh-CN" altLang="en-US" sz="2400" b="1">
              <a:latin typeface="Times New Roman" panose="02020603050405020304" pitchFamily="18" charset="0"/>
              <a:ea typeface="楷体_GB2312" pitchFamily="49" charset="-122"/>
            </a:endParaRPr>
          </a:p>
        </p:txBody>
      </p:sp>
      <p:grpSp>
        <p:nvGrpSpPr>
          <p:cNvPr id="519173" name="Group 5"/>
          <p:cNvGrpSpPr>
            <a:grpSpLocks/>
          </p:cNvGrpSpPr>
          <p:nvPr/>
        </p:nvGrpSpPr>
        <p:grpSpPr bwMode="auto">
          <a:xfrm>
            <a:off x="927100" y="2219325"/>
            <a:ext cx="7372350" cy="2849563"/>
            <a:chOff x="584" y="1398"/>
            <a:chExt cx="4626" cy="1759"/>
          </a:xfrm>
        </p:grpSpPr>
        <p:sp>
          <p:nvSpPr>
            <p:cNvPr id="48141" name="Line 6"/>
            <p:cNvSpPr>
              <a:spLocks noChangeShapeType="1"/>
            </p:cNvSpPr>
            <p:nvPr/>
          </p:nvSpPr>
          <p:spPr bwMode="auto">
            <a:xfrm>
              <a:off x="2721" y="1745"/>
              <a:ext cx="0" cy="1354"/>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142" name="Line 7"/>
            <p:cNvSpPr>
              <a:spLocks noChangeShapeType="1"/>
            </p:cNvSpPr>
            <p:nvPr/>
          </p:nvSpPr>
          <p:spPr bwMode="auto">
            <a:xfrm>
              <a:off x="4674" y="2130"/>
              <a:ext cx="0" cy="997"/>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143" name="Rectangle 8"/>
            <p:cNvSpPr>
              <a:spLocks noChangeArrowheads="1"/>
            </p:cNvSpPr>
            <p:nvPr/>
          </p:nvSpPr>
          <p:spPr bwMode="auto">
            <a:xfrm>
              <a:off x="1998" y="1489"/>
              <a:ext cx="1638" cy="274"/>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800" b="1" u="sng">
                  <a:solidFill>
                    <a:schemeClr val="bg2"/>
                  </a:solidFill>
                  <a:latin typeface="Times New Roman" panose="02020603050405020304" pitchFamily="18" charset="0"/>
                  <a:ea typeface="楷体_GB2312" pitchFamily="49" charset="-122"/>
                </a:rPr>
                <a:t>：</a:t>
              </a:r>
              <a:r>
                <a:rPr kumimoji="1" lang="en-US" altLang="zh-CN" sz="1800" b="1" u="sng">
                  <a:solidFill>
                    <a:schemeClr val="bg2"/>
                  </a:solidFill>
                  <a:latin typeface="Times New Roman" panose="02020603050405020304" pitchFamily="18" charset="0"/>
                  <a:ea typeface="楷体_GB2312" pitchFamily="49" charset="-122"/>
                </a:rPr>
                <a:t>Customer Windows</a:t>
              </a:r>
            </a:p>
          </p:txBody>
        </p:sp>
        <p:sp>
          <p:nvSpPr>
            <p:cNvPr id="48144" name="Line 9"/>
            <p:cNvSpPr>
              <a:spLocks noChangeShapeType="1"/>
            </p:cNvSpPr>
            <p:nvPr/>
          </p:nvSpPr>
          <p:spPr bwMode="auto">
            <a:xfrm>
              <a:off x="774" y="1635"/>
              <a:ext cx="1225"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145" name="Text Box 10"/>
            <p:cNvSpPr txBox="1">
              <a:spLocks noChangeArrowheads="1"/>
            </p:cNvSpPr>
            <p:nvPr/>
          </p:nvSpPr>
          <p:spPr bwMode="auto">
            <a:xfrm>
              <a:off x="584" y="1398"/>
              <a:ext cx="1664" cy="2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kumimoji="1" lang="en-US" altLang="zh-CN" sz="1800" b="1">
                  <a:latin typeface="Times New Roman" panose="02020603050405020304" pitchFamily="18" charset="0"/>
                  <a:ea typeface="楷体_GB2312" pitchFamily="49" charset="-122"/>
                </a:rPr>
                <a:t>NewCustomer(Data)</a:t>
              </a:r>
            </a:p>
          </p:txBody>
        </p:sp>
        <p:sp>
          <p:nvSpPr>
            <p:cNvPr id="48146" name="Rectangle 11"/>
            <p:cNvSpPr>
              <a:spLocks noChangeArrowheads="1"/>
            </p:cNvSpPr>
            <p:nvPr/>
          </p:nvSpPr>
          <p:spPr bwMode="auto">
            <a:xfrm>
              <a:off x="2648" y="2001"/>
              <a:ext cx="147" cy="868"/>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48147" name="Rectangle 12"/>
            <p:cNvSpPr>
              <a:spLocks noChangeArrowheads="1"/>
            </p:cNvSpPr>
            <p:nvPr/>
          </p:nvSpPr>
          <p:spPr bwMode="auto">
            <a:xfrm>
              <a:off x="4102" y="1945"/>
              <a:ext cx="1108" cy="274"/>
            </a:xfrm>
            <a:prstGeom prst="rect">
              <a:avLst/>
            </a:prstGeom>
            <a:solidFill>
              <a:srgbClr val="FFFF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800" b="1" u="sng">
                  <a:solidFill>
                    <a:schemeClr val="bg2"/>
                  </a:solidFill>
                  <a:latin typeface="Times New Roman" panose="02020603050405020304" pitchFamily="18" charset="0"/>
                  <a:ea typeface="楷体_GB2312" pitchFamily="49" charset="-122"/>
                </a:rPr>
                <a:t>：</a:t>
              </a:r>
              <a:r>
                <a:rPr kumimoji="1" lang="en-US" altLang="zh-CN" sz="1800" b="1" u="sng">
                  <a:solidFill>
                    <a:schemeClr val="bg2"/>
                  </a:solidFill>
                  <a:latin typeface="Times New Roman" panose="02020603050405020304" pitchFamily="18" charset="0"/>
                  <a:ea typeface="楷体_GB2312" pitchFamily="49" charset="-122"/>
                </a:rPr>
                <a:t>Customer</a:t>
              </a:r>
            </a:p>
          </p:txBody>
        </p:sp>
        <p:sp>
          <p:nvSpPr>
            <p:cNvPr id="48148" name="Line 13"/>
            <p:cNvSpPr>
              <a:spLocks noChangeShapeType="1"/>
            </p:cNvSpPr>
            <p:nvPr/>
          </p:nvSpPr>
          <p:spPr bwMode="auto">
            <a:xfrm>
              <a:off x="2795" y="2092"/>
              <a:ext cx="1307"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149" name="Rectangle 14"/>
            <p:cNvSpPr>
              <a:spLocks noChangeArrowheads="1"/>
            </p:cNvSpPr>
            <p:nvPr/>
          </p:nvSpPr>
          <p:spPr bwMode="auto">
            <a:xfrm>
              <a:off x="4591" y="2220"/>
              <a:ext cx="156" cy="275"/>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48150" name="Rectangle 15"/>
            <p:cNvSpPr>
              <a:spLocks noChangeArrowheads="1"/>
            </p:cNvSpPr>
            <p:nvPr/>
          </p:nvSpPr>
          <p:spPr bwMode="auto">
            <a:xfrm>
              <a:off x="4601" y="2706"/>
              <a:ext cx="146" cy="321"/>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48151" name="Line 16"/>
            <p:cNvSpPr>
              <a:spLocks noChangeShapeType="1"/>
            </p:cNvSpPr>
            <p:nvPr/>
          </p:nvSpPr>
          <p:spPr bwMode="auto">
            <a:xfrm flipV="1">
              <a:off x="2796" y="2748"/>
              <a:ext cx="1809" cy="6"/>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152" name="Text Box 17"/>
            <p:cNvSpPr txBox="1">
              <a:spLocks noChangeArrowheads="1"/>
            </p:cNvSpPr>
            <p:nvPr/>
          </p:nvSpPr>
          <p:spPr bwMode="auto">
            <a:xfrm>
              <a:off x="2937" y="1855"/>
              <a:ext cx="1585" cy="2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kumimoji="1" lang="en-US" altLang="zh-CN" sz="1800" b="1">
                  <a:latin typeface="Times New Roman" panose="02020603050405020304" pitchFamily="18" charset="0"/>
                  <a:ea typeface="楷体_GB2312" pitchFamily="49" charset="-122"/>
                </a:rPr>
                <a:t>Customer(Data)</a:t>
              </a:r>
              <a:endParaRPr kumimoji="1" lang="en-US" altLang="zh-CN" sz="2400">
                <a:latin typeface="Times New Roman" panose="02020603050405020304" pitchFamily="18" charset="0"/>
                <a:ea typeface="楷体_GB2312" pitchFamily="49" charset="-122"/>
              </a:endParaRPr>
            </a:p>
          </p:txBody>
        </p:sp>
        <p:sp>
          <p:nvSpPr>
            <p:cNvPr id="48153" name="Text Box 18"/>
            <p:cNvSpPr txBox="1">
              <a:spLocks noChangeArrowheads="1"/>
            </p:cNvSpPr>
            <p:nvPr/>
          </p:nvSpPr>
          <p:spPr bwMode="auto">
            <a:xfrm>
              <a:off x="3118" y="2512"/>
              <a:ext cx="1572" cy="2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kumimoji="1" lang="en-US" altLang="zh-CN" sz="1800" b="1">
                  <a:latin typeface="Times New Roman" panose="02020603050405020304" pitchFamily="18" charset="0"/>
                  <a:ea typeface="楷体_GB2312" pitchFamily="49" charset="-122"/>
                </a:rPr>
                <a:t>DeleteCustomer()</a:t>
              </a:r>
            </a:p>
          </p:txBody>
        </p:sp>
        <p:grpSp>
          <p:nvGrpSpPr>
            <p:cNvPr id="48154" name="Group 19"/>
            <p:cNvGrpSpPr>
              <a:grpSpLocks/>
            </p:cNvGrpSpPr>
            <p:nvPr/>
          </p:nvGrpSpPr>
          <p:grpSpPr bwMode="auto">
            <a:xfrm>
              <a:off x="4574" y="2974"/>
              <a:ext cx="174" cy="182"/>
              <a:chOff x="4388" y="3133"/>
              <a:chExt cx="156" cy="109"/>
            </a:xfrm>
          </p:grpSpPr>
          <p:sp>
            <p:nvSpPr>
              <p:cNvPr id="48164" name="Line 20"/>
              <p:cNvSpPr>
                <a:spLocks noChangeShapeType="1"/>
              </p:cNvSpPr>
              <p:nvPr/>
            </p:nvSpPr>
            <p:spPr bwMode="auto">
              <a:xfrm flipH="1">
                <a:off x="4388" y="3133"/>
                <a:ext cx="156" cy="109"/>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165" name="Line 21"/>
              <p:cNvSpPr>
                <a:spLocks noChangeShapeType="1"/>
              </p:cNvSpPr>
              <p:nvPr/>
            </p:nvSpPr>
            <p:spPr bwMode="auto">
              <a:xfrm>
                <a:off x="4398" y="3136"/>
                <a:ext cx="146" cy="101"/>
              </a:xfrm>
              <a:prstGeom prst="line">
                <a:avLst/>
              </a:prstGeom>
              <a:noFill/>
              <a:ln w="285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8155" name="Group 22"/>
            <p:cNvGrpSpPr>
              <a:grpSpLocks/>
            </p:cNvGrpSpPr>
            <p:nvPr/>
          </p:nvGrpSpPr>
          <p:grpSpPr bwMode="auto">
            <a:xfrm>
              <a:off x="4562" y="2971"/>
              <a:ext cx="174" cy="182"/>
              <a:chOff x="4388" y="3133"/>
              <a:chExt cx="156" cy="109"/>
            </a:xfrm>
          </p:grpSpPr>
          <p:sp>
            <p:nvSpPr>
              <p:cNvPr id="48162" name="Line 23"/>
              <p:cNvSpPr>
                <a:spLocks noChangeShapeType="1"/>
              </p:cNvSpPr>
              <p:nvPr/>
            </p:nvSpPr>
            <p:spPr bwMode="auto">
              <a:xfrm flipH="1">
                <a:off x="4388" y="3133"/>
                <a:ext cx="156" cy="109"/>
              </a:xfrm>
              <a:prstGeom prst="line">
                <a:avLst/>
              </a:prstGeom>
              <a:noFill/>
              <a:ln w="28575">
                <a:solidFill>
                  <a:srgbClr val="FFFF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163" name="Line 24"/>
              <p:cNvSpPr>
                <a:spLocks noChangeShapeType="1"/>
              </p:cNvSpPr>
              <p:nvPr/>
            </p:nvSpPr>
            <p:spPr bwMode="auto">
              <a:xfrm>
                <a:off x="4398" y="3136"/>
                <a:ext cx="146" cy="101"/>
              </a:xfrm>
              <a:prstGeom prst="line">
                <a:avLst/>
              </a:prstGeom>
              <a:noFill/>
              <a:ln w="28575">
                <a:solidFill>
                  <a:srgbClr val="FFFF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8156" name="Group 25"/>
            <p:cNvGrpSpPr>
              <a:grpSpLocks/>
            </p:cNvGrpSpPr>
            <p:nvPr/>
          </p:nvGrpSpPr>
          <p:grpSpPr bwMode="auto">
            <a:xfrm>
              <a:off x="4567" y="2975"/>
              <a:ext cx="174" cy="182"/>
              <a:chOff x="4388" y="3133"/>
              <a:chExt cx="156" cy="109"/>
            </a:xfrm>
          </p:grpSpPr>
          <p:sp>
            <p:nvSpPr>
              <p:cNvPr id="48160" name="Line 26"/>
              <p:cNvSpPr>
                <a:spLocks noChangeShapeType="1"/>
              </p:cNvSpPr>
              <p:nvPr/>
            </p:nvSpPr>
            <p:spPr bwMode="auto">
              <a:xfrm flipH="1">
                <a:off x="4388" y="3133"/>
                <a:ext cx="156" cy="109"/>
              </a:xfrm>
              <a:prstGeom prst="line">
                <a:avLst/>
              </a:prstGeom>
              <a:noFill/>
              <a:ln w="28575">
                <a:solidFill>
                  <a:srgbClr val="FF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161" name="Line 27"/>
              <p:cNvSpPr>
                <a:spLocks noChangeShapeType="1"/>
              </p:cNvSpPr>
              <p:nvPr/>
            </p:nvSpPr>
            <p:spPr bwMode="auto">
              <a:xfrm>
                <a:off x="4398" y="3136"/>
                <a:ext cx="146" cy="101"/>
              </a:xfrm>
              <a:prstGeom prst="line">
                <a:avLst/>
              </a:prstGeom>
              <a:noFill/>
              <a:ln w="28575">
                <a:solidFill>
                  <a:srgbClr val="FF00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48157" name="Group 28"/>
            <p:cNvGrpSpPr>
              <a:grpSpLocks/>
            </p:cNvGrpSpPr>
            <p:nvPr/>
          </p:nvGrpSpPr>
          <p:grpSpPr bwMode="auto">
            <a:xfrm>
              <a:off x="4559" y="2968"/>
              <a:ext cx="174" cy="182"/>
              <a:chOff x="4388" y="3133"/>
              <a:chExt cx="156" cy="109"/>
            </a:xfrm>
          </p:grpSpPr>
          <p:sp>
            <p:nvSpPr>
              <p:cNvPr id="48158" name="Line 29"/>
              <p:cNvSpPr>
                <a:spLocks noChangeShapeType="1"/>
              </p:cNvSpPr>
              <p:nvPr/>
            </p:nvSpPr>
            <p:spPr bwMode="auto">
              <a:xfrm flipH="1">
                <a:off x="4388" y="3133"/>
                <a:ext cx="156" cy="10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159" name="Line 30"/>
              <p:cNvSpPr>
                <a:spLocks noChangeShapeType="1"/>
              </p:cNvSpPr>
              <p:nvPr/>
            </p:nvSpPr>
            <p:spPr bwMode="auto">
              <a:xfrm>
                <a:off x="4398" y="3136"/>
                <a:ext cx="146" cy="101"/>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519200" name="Rectangle 32"/>
          <p:cNvSpPr>
            <a:spLocks noChangeArrowheads="1"/>
          </p:cNvSpPr>
          <p:nvPr/>
        </p:nvSpPr>
        <p:spPr bwMode="auto">
          <a:xfrm>
            <a:off x="3292475" y="4964113"/>
            <a:ext cx="2686050" cy="571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800">
                <a:latin typeface="宋体" panose="02010600030101010101" pitchFamily="2" charset="-122"/>
              </a:rPr>
              <a:t>创建或删除对象</a:t>
            </a:r>
          </a:p>
        </p:txBody>
      </p:sp>
      <p:sp>
        <p:nvSpPr>
          <p:cNvPr id="519201" name="Line 33"/>
          <p:cNvSpPr>
            <a:spLocks noChangeShapeType="1"/>
          </p:cNvSpPr>
          <p:nvPr/>
        </p:nvSpPr>
        <p:spPr bwMode="auto">
          <a:xfrm>
            <a:off x="4435475" y="3319463"/>
            <a:ext cx="2074863" cy="0"/>
          </a:xfrm>
          <a:prstGeom prst="line">
            <a:avLst/>
          </a:prstGeom>
          <a:noFill/>
          <a:ln w="28575">
            <a:solidFill>
              <a:srgbClr val="F84E1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48138" name="Oval 34">
            <a:hlinkClick r:id="" action="ppaction://hlinkshowjump?jump=previousslide"/>
          </p:cNvPr>
          <p:cNvSpPr>
            <a:spLocks noChangeArrowheads="1"/>
          </p:cNvSpPr>
          <p:nvPr/>
        </p:nvSpPr>
        <p:spPr bwMode="auto">
          <a:xfrm>
            <a:off x="6356350" y="6365875"/>
            <a:ext cx="762000" cy="381000"/>
          </a:xfrm>
          <a:prstGeom prst="ellipse">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round/>
                <a:headEnd/>
                <a:tailEnd/>
              </a14:hiddenLine>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48139" name="Oval 35">
            <a:hlinkClick r:id="" action="ppaction://hlinkshowjump?jump=nextslide"/>
          </p:cNvPr>
          <p:cNvSpPr>
            <a:spLocks noChangeArrowheads="1"/>
          </p:cNvSpPr>
          <p:nvPr/>
        </p:nvSpPr>
        <p:spPr bwMode="auto">
          <a:xfrm>
            <a:off x="7245350" y="6365875"/>
            <a:ext cx="762000" cy="381000"/>
          </a:xfrm>
          <a:prstGeom prst="ellipse">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round/>
                <a:headEnd/>
                <a:tailEnd/>
              </a14:hiddenLine>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48140" name="Oval 36">
            <a:hlinkClick r:id="" action="ppaction://hlinkshowjump?jump=firstslide"/>
          </p:cNvPr>
          <p:cNvSpPr>
            <a:spLocks noChangeArrowheads="1"/>
          </p:cNvSpPr>
          <p:nvPr/>
        </p:nvSpPr>
        <p:spPr bwMode="auto">
          <a:xfrm>
            <a:off x="8137525" y="6370638"/>
            <a:ext cx="762000" cy="381000"/>
          </a:xfrm>
          <a:prstGeom prst="ellipse">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round/>
                <a:headEnd/>
                <a:tailEnd/>
              </a14:hiddenLine>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Tree>
  </p:cSld>
  <p:clrMapOvr>
    <a:masterClrMapping/>
  </p:clrMapOvr>
  <p:transition advClick="0">
    <p:wheel spokes="8"/>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1000"/>
                                  </p:stCondLst>
                                  <p:childTnLst>
                                    <p:set>
                                      <p:cBhvr>
                                        <p:cTn id="6" dur="1" fill="hold">
                                          <p:stCondLst>
                                            <p:cond delay="499"/>
                                          </p:stCondLst>
                                        </p:cTn>
                                        <p:tgtEl>
                                          <p:spTgt spid="51917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519201"/>
                                        </p:tgtEl>
                                        <p:attrNameLst>
                                          <p:attrName>style.visibility</p:attrName>
                                        </p:attrNameLst>
                                      </p:cBhvr>
                                      <p:to>
                                        <p:strVal val="visible"/>
                                      </p:to>
                                    </p:set>
                                    <p:animEffect transition="in" filter="wipe(left)">
                                      <p:cBhvr>
                                        <p:cTn id="11" dur="500"/>
                                        <p:tgtEl>
                                          <p:spTgt spid="519201"/>
                                        </p:tgtEl>
                                      </p:cBhvr>
                                    </p:animEffect>
                                  </p:childTnLst>
                                </p:cTn>
                              </p:par>
                            </p:childTnLst>
                          </p:cTn>
                        </p:par>
                        <p:par>
                          <p:cTn id="12" fill="hold" nodeType="afterGroup">
                            <p:stCondLst>
                              <p:cond delay="500"/>
                            </p:stCondLst>
                            <p:childTnLst>
                              <p:par>
                                <p:cTn id="13" presetID="1" presetClass="entr" presetSubtype="0" fill="hold" grpId="0" nodeType="afterEffect">
                                  <p:stCondLst>
                                    <p:cond delay="0"/>
                                  </p:stCondLst>
                                  <p:childTnLst>
                                    <p:set>
                                      <p:cBhvr>
                                        <p:cTn id="14" dur="1" fill="hold">
                                          <p:stCondLst>
                                            <p:cond delay="499"/>
                                          </p:stCondLst>
                                        </p:cTn>
                                        <p:tgtEl>
                                          <p:spTgt spid="519200"/>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1" fill="hold" grpId="0" nodeType="clickEffect">
                                  <p:stCondLst>
                                    <p:cond delay="0"/>
                                  </p:stCondLst>
                                  <p:childTnLst>
                                    <p:set>
                                      <p:cBhvr>
                                        <p:cTn id="18" dur="1" fill="hold">
                                          <p:stCondLst>
                                            <p:cond delay="0"/>
                                          </p:stCondLst>
                                        </p:cTn>
                                        <p:tgtEl>
                                          <p:spTgt spid="519172"/>
                                        </p:tgtEl>
                                        <p:attrNameLst>
                                          <p:attrName>style.visibility</p:attrName>
                                        </p:attrNameLst>
                                      </p:cBhvr>
                                      <p:to>
                                        <p:strVal val="visible"/>
                                      </p:to>
                                    </p:set>
                                    <p:animEffect transition="in" filter="wipe(up)">
                                      <p:cBhvr>
                                        <p:cTn id="19" dur="500"/>
                                        <p:tgtEl>
                                          <p:spTgt spid="5191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9172" grpId="0" autoUpdateAnimBg="0"/>
      <p:bldP spid="519200" grpId="0" autoUpdateAnimBg="0"/>
      <p:bldP spid="519201"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日期占位符 1"/>
          <p:cNvSpPr>
            <a:spLocks noGrp="1"/>
          </p:cNvSpPr>
          <p:nvPr>
            <p:ph type="dt" sz="quarter" idx="10"/>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83377EA9-8F0B-4BCE-84FC-3FFBD378974C}" type="datetime8">
              <a:rPr lang="zh-CN" altLang="en-US" sz="1400" smtClean="0"/>
              <a:pPr>
                <a:spcBef>
                  <a:spcPct val="0"/>
                </a:spcBef>
                <a:buClrTx/>
                <a:buFontTx/>
                <a:buNone/>
              </a:pPr>
              <a:t>2020年5月12日3时0分</a:t>
            </a:fld>
            <a:endParaRPr lang="en-US" altLang="zh-CN" sz="1400" smtClean="0"/>
          </a:p>
        </p:txBody>
      </p:sp>
      <p:sp>
        <p:nvSpPr>
          <p:cNvPr id="49155" name="灯片编号占位符 3"/>
          <p:cNvSpPr>
            <a:spLocks noGrp="1"/>
          </p:cNvSpPr>
          <p:nvPr>
            <p:ph type="sldNum" sz="quarter" idx="12"/>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DFD86666-C918-4642-96D4-CADCFB0D2EA5}" type="slidenum">
              <a:rPr lang="en-US" altLang="zh-CN" sz="1400" smtClean="0"/>
              <a:pPr>
                <a:spcBef>
                  <a:spcPct val="0"/>
                </a:spcBef>
                <a:buClrTx/>
                <a:buFontTx/>
                <a:buNone/>
              </a:pPr>
              <a:t>34</a:t>
            </a:fld>
            <a:endParaRPr lang="en-US" altLang="zh-CN" sz="1400" smtClean="0"/>
          </a:p>
        </p:txBody>
      </p:sp>
      <p:sp>
        <p:nvSpPr>
          <p:cNvPr id="49156" name="Rectangle 2"/>
          <p:cNvSpPr>
            <a:spLocks noChangeArrowheads="1"/>
          </p:cNvSpPr>
          <p:nvPr/>
        </p:nvSpPr>
        <p:spPr bwMode="auto">
          <a:xfrm>
            <a:off x="312738" y="730250"/>
            <a:ext cx="8542337" cy="2100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666750">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10000"/>
              </a:lnSpc>
              <a:spcBef>
                <a:spcPct val="50000"/>
              </a:spcBef>
              <a:buClrTx/>
              <a:buFontTx/>
              <a:buNone/>
            </a:pPr>
            <a:r>
              <a:rPr kumimoji="1" lang="zh-CN" altLang="en-US" sz="2400" b="1">
                <a:latin typeface="楷体_GB2312" pitchFamily="49" charset="-122"/>
                <a:ea typeface="楷体_GB2312" pitchFamily="49" charset="-122"/>
              </a:rPr>
              <a:t>协作图</a:t>
            </a:r>
            <a:r>
              <a:rPr kumimoji="1" lang="en-US" altLang="zh-CN" sz="2400" b="1">
                <a:latin typeface="楷体_GB2312" pitchFamily="49" charset="-122"/>
                <a:ea typeface="楷体_GB2312" pitchFamily="49" charset="-122"/>
              </a:rPr>
              <a:t>(</a:t>
            </a:r>
            <a:r>
              <a:rPr kumimoji="1" lang="en-US" altLang="zh-CN" sz="2400" b="1">
                <a:latin typeface="Times New Roman" panose="02020603050405020304" pitchFamily="18" charset="0"/>
                <a:ea typeface="楷体_GB2312" pitchFamily="49" charset="-122"/>
              </a:rPr>
              <a:t>Collaboration Diagram</a:t>
            </a:r>
            <a:r>
              <a:rPr kumimoji="1" lang="en-US" altLang="zh-CN" sz="2400" b="1">
                <a:latin typeface="楷体_GB2312" pitchFamily="49" charset="-122"/>
                <a:ea typeface="楷体_GB2312" pitchFamily="49" charset="-122"/>
              </a:rPr>
              <a:t>),</a:t>
            </a:r>
            <a:r>
              <a:rPr kumimoji="1" lang="zh-CN" altLang="en-US" sz="2400" b="1">
                <a:latin typeface="楷体_GB2312" pitchFamily="49" charset="-122"/>
                <a:ea typeface="楷体_GB2312" pitchFamily="49" charset="-122"/>
              </a:rPr>
              <a:t>也称为合作图，用于描述相互合作的对象间的交互关系和链接</a:t>
            </a:r>
            <a:r>
              <a:rPr kumimoji="1" lang="en-US" altLang="zh-CN" sz="2400" b="1">
                <a:latin typeface="楷体_GB2312" pitchFamily="49" charset="-122"/>
                <a:ea typeface="楷体_GB2312" pitchFamily="49" charset="-122"/>
              </a:rPr>
              <a:t>(Link)</a:t>
            </a:r>
            <a:r>
              <a:rPr kumimoji="1" lang="zh-CN" altLang="en-US" sz="2400" b="1">
                <a:latin typeface="楷体_GB2312" pitchFamily="49" charset="-122"/>
                <a:ea typeface="楷体_GB2312" pitchFamily="49" charset="-122"/>
              </a:rPr>
              <a:t>关系。虽然顺序图和合作图都用来描述对象间的交互关系</a:t>
            </a:r>
            <a:r>
              <a:rPr kumimoji="1" lang="en-US" altLang="zh-CN" sz="2400" b="1">
                <a:latin typeface="楷体_GB2312" pitchFamily="49" charset="-122"/>
                <a:ea typeface="楷体_GB2312" pitchFamily="49" charset="-122"/>
              </a:rPr>
              <a:t>,</a:t>
            </a:r>
            <a:r>
              <a:rPr kumimoji="1" lang="zh-CN" altLang="en-US" sz="2400" b="1">
                <a:latin typeface="楷体_GB2312" pitchFamily="49" charset="-122"/>
                <a:ea typeface="楷体_GB2312" pitchFamily="49" charset="-122"/>
              </a:rPr>
              <a:t>但侧重点不一样。顺序图着重体现交互的时间顺序</a:t>
            </a:r>
            <a:r>
              <a:rPr kumimoji="1" lang="en-US" altLang="zh-CN" sz="2400" b="1">
                <a:latin typeface="楷体_GB2312" pitchFamily="49" charset="-122"/>
                <a:ea typeface="楷体_GB2312" pitchFamily="49" charset="-122"/>
              </a:rPr>
              <a:t>,</a:t>
            </a:r>
            <a:r>
              <a:rPr kumimoji="1" lang="zh-CN" altLang="en-US" sz="2400" b="1">
                <a:latin typeface="楷体_GB2312" pitchFamily="49" charset="-122"/>
                <a:ea typeface="楷体_GB2312" pitchFamily="49" charset="-122"/>
              </a:rPr>
              <a:t>合作图则着重体现交互对象间的静态链接关系。</a:t>
            </a:r>
          </a:p>
        </p:txBody>
      </p:sp>
      <p:sp>
        <p:nvSpPr>
          <p:cNvPr id="520196" name="Rectangle 4"/>
          <p:cNvSpPr>
            <a:spLocks noGrp="1" noRot="1" noChangeArrowheads="1"/>
          </p:cNvSpPr>
          <p:nvPr>
            <p:ph type="title" idx="4294967295"/>
          </p:nvPr>
        </p:nvSpPr>
        <p:spPr>
          <a:xfrm>
            <a:off x="398463" y="287338"/>
            <a:ext cx="5494337" cy="593725"/>
          </a:xfrm>
        </p:spPr>
        <p:txBody>
          <a:bodyPr/>
          <a:lstStyle/>
          <a:p>
            <a:pPr algn="l" eaLnBrk="1" hangingPunct="1">
              <a:defRPr/>
            </a:pPr>
            <a:r>
              <a:rPr lang="zh-CN" altLang="en-US" sz="2800" smtClean="0">
                <a:effectLst>
                  <a:outerShdw blurRad="38100" dist="38100" dir="2700000" algn="tl">
                    <a:srgbClr val="C0C0C0"/>
                  </a:outerShdw>
                </a:effectLst>
                <a:ea typeface="华文新魏" pitchFamily="2" charset="-122"/>
              </a:rPr>
              <a:t>协作图</a:t>
            </a:r>
          </a:p>
        </p:txBody>
      </p:sp>
      <p:sp>
        <p:nvSpPr>
          <p:cNvPr id="520197" name="Rectangle 5"/>
          <p:cNvSpPr>
            <a:spLocks noChangeArrowheads="1"/>
          </p:cNvSpPr>
          <p:nvPr/>
        </p:nvSpPr>
        <p:spPr bwMode="auto">
          <a:xfrm>
            <a:off x="481013" y="2814638"/>
            <a:ext cx="5494337" cy="781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eaLnBrk="1" hangingPunct="1">
              <a:defRPr/>
            </a:pPr>
            <a:r>
              <a:rPr kumimoji="1" lang="zh-CN" altLang="en-US" sz="2800">
                <a:solidFill>
                  <a:schemeClr val="tx2"/>
                </a:solidFill>
                <a:effectLst>
                  <a:outerShdw blurRad="38100" dist="38100" dir="2700000" algn="tl">
                    <a:srgbClr val="C0C0C0"/>
                  </a:outerShdw>
                </a:effectLst>
                <a:latin typeface="华文新魏" pitchFamily="2" charset="-122"/>
                <a:ea typeface="华文新魏" pitchFamily="2" charset="-122"/>
              </a:rPr>
              <a:t>一、 </a:t>
            </a:r>
            <a:r>
              <a:rPr kumimoji="1" lang="zh-CN" altLang="en-US" sz="2800">
                <a:solidFill>
                  <a:schemeClr val="tx2"/>
                </a:solidFill>
                <a:effectLst>
                  <a:outerShdw blurRad="38100" dist="38100" dir="2700000" algn="tl">
                    <a:srgbClr val="C0C0C0"/>
                  </a:outerShdw>
                </a:effectLst>
                <a:latin typeface="Times New Roman" pitchFamily="18" charset="0"/>
                <a:ea typeface="华文新魏" pitchFamily="2" charset="-122"/>
              </a:rPr>
              <a:t>合作图中的模型元素</a:t>
            </a:r>
          </a:p>
        </p:txBody>
      </p:sp>
      <p:sp>
        <p:nvSpPr>
          <p:cNvPr id="49159" name="Rectangle 6"/>
          <p:cNvSpPr>
            <a:spLocks noChangeArrowheads="1"/>
          </p:cNvSpPr>
          <p:nvPr/>
        </p:nvSpPr>
        <p:spPr bwMode="auto">
          <a:xfrm>
            <a:off x="531813" y="3887788"/>
            <a:ext cx="8235950" cy="1698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666750">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10000"/>
              </a:lnSpc>
              <a:spcBef>
                <a:spcPct val="50000"/>
              </a:spcBef>
              <a:buClrTx/>
              <a:buFontTx/>
              <a:buNone/>
            </a:pPr>
            <a:r>
              <a:rPr kumimoji="1" lang="zh-CN" altLang="en-US" sz="2400" b="1">
                <a:latin typeface="楷体_GB2312" pitchFamily="49" charset="-122"/>
                <a:ea typeface="楷体_GB2312" pitchFamily="49" charset="-122"/>
              </a:rPr>
              <a:t>合作图中对象的外观与顺序图中的一样。如果一个对象在消息的交互中被创建</a:t>
            </a:r>
            <a:r>
              <a:rPr kumimoji="1" lang="en-US" altLang="zh-CN" sz="2400" b="1">
                <a:latin typeface="楷体_GB2312" pitchFamily="49" charset="-122"/>
                <a:ea typeface="楷体_GB2312" pitchFamily="49" charset="-122"/>
              </a:rPr>
              <a:t>,</a:t>
            </a:r>
            <a:r>
              <a:rPr kumimoji="1" lang="zh-CN" altLang="en-US" sz="2400" b="1">
                <a:latin typeface="楷体_GB2312" pitchFamily="49" charset="-122"/>
                <a:ea typeface="楷体_GB2312" pitchFamily="49" charset="-122"/>
              </a:rPr>
              <a:t>则可在对象名称之后标以</a:t>
            </a:r>
            <a:r>
              <a:rPr kumimoji="1" lang="en-US" altLang="zh-CN" sz="2400" b="1">
                <a:latin typeface="楷体_GB2312" pitchFamily="49" charset="-122"/>
                <a:ea typeface="楷体_GB2312" pitchFamily="49" charset="-122"/>
              </a:rPr>
              <a:t>{</a:t>
            </a:r>
            <a:r>
              <a:rPr kumimoji="1" lang="en-US" altLang="zh-CN" sz="2400" b="1">
                <a:latin typeface="Times New Roman" panose="02020603050405020304" pitchFamily="18" charset="0"/>
                <a:ea typeface="楷体_GB2312" pitchFamily="49" charset="-122"/>
              </a:rPr>
              <a:t>new</a:t>
            </a:r>
            <a:r>
              <a:rPr kumimoji="1" lang="en-US" altLang="zh-CN" sz="2400" b="1">
                <a:latin typeface="楷体_GB2312" pitchFamily="49" charset="-122"/>
                <a:ea typeface="楷体_GB2312" pitchFamily="49" charset="-122"/>
              </a:rPr>
              <a:t>}</a:t>
            </a:r>
            <a:r>
              <a:rPr kumimoji="1" lang="zh-CN" altLang="en-US" sz="2400" b="1">
                <a:latin typeface="楷体_GB2312" pitchFamily="49" charset="-122"/>
                <a:ea typeface="楷体_GB2312" pitchFamily="49" charset="-122"/>
              </a:rPr>
              <a:t>。类似地</a:t>
            </a:r>
            <a:r>
              <a:rPr kumimoji="1" lang="en-US" altLang="zh-CN" sz="2400" b="1">
                <a:latin typeface="楷体_GB2312" pitchFamily="49" charset="-122"/>
                <a:ea typeface="楷体_GB2312" pitchFamily="49" charset="-122"/>
              </a:rPr>
              <a:t>,</a:t>
            </a:r>
            <a:r>
              <a:rPr kumimoji="1" lang="zh-CN" altLang="en-US" sz="2400" b="1">
                <a:latin typeface="楷体_GB2312" pitchFamily="49" charset="-122"/>
                <a:ea typeface="楷体_GB2312" pitchFamily="49" charset="-122"/>
              </a:rPr>
              <a:t>如果一个对象在交互期间被删除</a:t>
            </a:r>
            <a:r>
              <a:rPr kumimoji="1" lang="en-US" altLang="zh-CN" sz="2400" b="1">
                <a:latin typeface="楷体_GB2312" pitchFamily="49" charset="-122"/>
                <a:ea typeface="楷体_GB2312" pitchFamily="49" charset="-122"/>
              </a:rPr>
              <a:t>,</a:t>
            </a:r>
            <a:r>
              <a:rPr kumimoji="1" lang="zh-CN" altLang="en-US" sz="2400" b="1">
                <a:latin typeface="楷体_GB2312" pitchFamily="49" charset="-122"/>
                <a:ea typeface="楷体_GB2312" pitchFamily="49" charset="-122"/>
              </a:rPr>
              <a:t>则可在对象名称之后标以</a:t>
            </a:r>
            <a:r>
              <a:rPr kumimoji="1" lang="en-US" altLang="zh-CN" sz="2400" b="1">
                <a:latin typeface="楷体_GB2312" pitchFamily="49" charset="-122"/>
                <a:ea typeface="楷体_GB2312" pitchFamily="49" charset="-122"/>
              </a:rPr>
              <a:t>{</a:t>
            </a:r>
            <a:r>
              <a:rPr kumimoji="1" lang="en-US" altLang="zh-CN" sz="2400" b="1">
                <a:latin typeface="Times New Roman" panose="02020603050405020304" pitchFamily="18" charset="0"/>
                <a:ea typeface="楷体_GB2312" pitchFamily="49" charset="-122"/>
              </a:rPr>
              <a:t>destroy</a:t>
            </a:r>
            <a:r>
              <a:rPr kumimoji="1" lang="en-US" altLang="zh-CN" sz="2400" b="1">
                <a:latin typeface="楷体_GB2312" pitchFamily="49" charset="-122"/>
                <a:ea typeface="楷体_GB2312" pitchFamily="49" charset="-122"/>
              </a:rPr>
              <a:t>}</a:t>
            </a:r>
            <a:r>
              <a:rPr kumimoji="1" lang="zh-CN" altLang="en-US" sz="2400" b="1">
                <a:latin typeface="楷体_GB2312" pitchFamily="49" charset="-122"/>
                <a:ea typeface="楷体_GB2312" pitchFamily="49" charset="-122"/>
              </a:rPr>
              <a:t>。</a:t>
            </a:r>
          </a:p>
        </p:txBody>
      </p:sp>
      <p:sp>
        <p:nvSpPr>
          <p:cNvPr id="520199" name="Text Box 7"/>
          <p:cNvSpPr txBox="1">
            <a:spLocks noChangeArrowheads="1"/>
          </p:cNvSpPr>
          <p:nvPr/>
        </p:nvSpPr>
        <p:spPr bwMode="auto">
          <a:xfrm>
            <a:off x="723900" y="3516313"/>
            <a:ext cx="46878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defRPr/>
            </a:pPr>
            <a:r>
              <a:rPr kumimoji="1" lang="en-US" altLang="zh-CN" sz="2400" b="1">
                <a:effectLst>
                  <a:outerShdw blurRad="38100" dist="38100" dir="2700000" algn="tl">
                    <a:srgbClr val="C0C0C0"/>
                  </a:outerShdw>
                </a:effectLst>
                <a:latin typeface="Times New Roman" pitchFamily="18" charset="0"/>
                <a:ea typeface="楷体_GB2312" pitchFamily="49" charset="-122"/>
              </a:rPr>
              <a:t>1</a:t>
            </a:r>
            <a:r>
              <a:rPr kumimoji="1" lang="zh-CN" altLang="en-US" sz="2400" b="1">
                <a:effectLst>
                  <a:outerShdw blurRad="38100" dist="38100" dir="2700000" algn="tl">
                    <a:srgbClr val="C0C0C0"/>
                  </a:outerShdw>
                </a:effectLst>
                <a:latin typeface="Times New Roman" pitchFamily="18" charset="0"/>
                <a:ea typeface="楷体_GB2312" pitchFamily="49" charset="-122"/>
              </a:rPr>
              <a:t>、对象</a:t>
            </a:r>
          </a:p>
        </p:txBody>
      </p:sp>
      <p:sp>
        <p:nvSpPr>
          <p:cNvPr id="49161" name="Rectangle 8"/>
          <p:cNvSpPr>
            <a:spLocks noChangeArrowheads="1"/>
          </p:cNvSpPr>
          <p:nvPr/>
        </p:nvSpPr>
        <p:spPr bwMode="auto">
          <a:xfrm>
            <a:off x="2146300" y="5815013"/>
            <a:ext cx="1871663" cy="363537"/>
          </a:xfrm>
          <a:prstGeom prst="rect">
            <a:avLst/>
          </a:prstGeom>
          <a:solidFill>
            <a:srgbClr val="FFFF66"/>
          </a:solidFill>
          <a:ln w="9525">
            <a:solidFill>
              <a:schemeClr val="bg2"/>
            </a:solidFill>
            <a:miter lim="800000"/>
            <a:headEnd/>
            <a:tailEnd/>
          </a:ln>
          <a:effectLst>
            <a:outerShdw dist="35921" dir="2700000" algn="ctr" rotWithShape="0">
              <a:schemeClr val="bg2"/>
            </a:outerShdw>
          </a:effec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800" b="1" u="sng">
                <a:solidFill>
                  <a:schemeClr val="bg2"/>
                </a:solidFill>
                <a:latin typeface="宋体" panose="02010600030101010101" pitchFamily="2" charset="-122"/>
              </a:rPr>
              <a:t>对象名</a:t>
            </a:r>
            <a:r>
              <a:rPr kumimoji="1" lang="en-US" altLang="zh-CN" sz="1800" b="1">
                <a:solidFill>
                  <a:schemeClr val="bg2"/>
                </a:solidFill>
                <a:latin typeface="宋体" panose="02010600030101010101" pitchFamily="2" charset="-122"/>
              </a:rPr>
              <a:t>{new}</a:t>
            </a:r>
          </a:p>
        </p:txBody>
      </p:sp>
      <p:sp>
        <p:nvSpPr>
          <p:cNvPr id="49162" name="Rectangle 9"/>
          <p:cNvSpPr>
            <a:spLocks noChangeArrowheads="1"/>
          </p:cNvSpPr>
          <p:nvPr/>
        </p:nvSpPr>
        <p:spPr bwMode="auto">
          <a:xfrm>
            <a:off x="5294313" y="5815013"/>
            <a:ext cx="1871662" cy="363537"/>
          </a:xfrm>
          <a:prstGeom prst="rect">
            <a:avLst/>
          </a:prstGeom>
          <a:solidFill>
            <a:srgbClr val="FFFF66"/>
          </a:solidFill>
          <a:ln w="9525">
            <a:solidFill>
              <a:schemeClr val="bg2"/>
            </a:solidFill>
            <a:miter lim="800000"/>
            <a:headEnd/>
            <a:tailEnd/>
          </a:ln>
          <a:effectLst>
            <a:outerShdw dist="35921" dir="2700000" algn="ctr" rotWithShape="0">
              <a:schemeClr val="bg2"/>
            </a:outerShdw>
          </a:effec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800" b="1" u="sng">
                <a:solidFill>
                  <a:schemeClr val="bg2"/>
                </a:solidFill>
                <a:latin typeface="宋体" panose="02010600030101010101" pitchFamily="2" charset="-122"/>
              </a:rPr>
              <a:t>对象名</a:t>
            </a:r>
            <a:r>
              <a:rPr kumimoji="1" lang="en-US" altLang="zh-CN" sz="1800" b="1">
                <a:solidFill>
                  <a:schemeClr val="bg2"/>
                </a:solidFill>
                <a:latin typeface="宋体" panose="02010600030101010101" pitchFamily="2" charset="-122"/>
              </a:rPr>
              <a:t>{</a:t>
            </a:r>
            <a:r>
              <a:rPr kumimoji="1" lang="en-US" altLang="zh-CN" sz="1800" b="1">
                <a:solidFill>
                  <a:schemeClr val="bg2"/>
                </a:solidFill>
                <a:latin typeface="Times New Roman" panose="02020603050405020304" pitchFamily="18" charset="0"/>
                <a:ea typeface="楷体_GB2312" pitchFamily="49" charset="-122"/>
              </a:rPr>
              <a:t>destroy</a:t>
            </a:r>
            <a:r>
              <a:rPr kumimoji="1" lang="en-US" altLang="zh-CN" sz="1800" b="1">
                <a:solidFill>
                  <a:schemeClr val="bg2"/>
                </a:solidFill>
                <a:latin typeface="宋体" panose="02010600030101010101" pitchFamily="2" charset="-122"/>
              </a:rPr>
              <a:t>}</a:t>
            </a:r>
          </a:p>
        </p:txBody>
      </p:sp>
      <p:sp>
        <p:nvSpPr>
          <p:cNvPr id="49163" name="Oval 10">
            <a:hlinkClick r:id="" action="ppaction://hlinkshowjump?jump=previousslide"/>
          </p:cNvPr>
          <p:cNvSpPr>
            <a:spLocks noChangeArrowheads="1"/>
          </p:cNvSpPr>
          <p:nvPr/>
        </p:nvSpPr>
        <p:spPr bwMode="auto">
          <a:xfrm>
            <a:off x="6356350" y="6365875"/>
            <a:ext cx="762000" cy="381000"/>
          </a:xfrm>
          <a:prstGeom prst="ellipse">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round/>
                <a:headEnd/>
                <a:tailEnd/>
              </a14:hiddenLine>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49164" name="Oval 11">
            <a:hlinkClick r:id="" action="ppaction://hlinkshowjump?jump=nextslide"/>
          </p:cNvPr>
          <p:cNvSpPr>
            <a:spLocks noChangeArrowheads="1"/>
          </p:cNvSpPr>
          <p:nvPr/>
        </p:nvSpPr>
        <p:spPr bwMode="auto">
          <a:xfrm>
            <a:off x="7245350" y="6365875"/>
            <a:ext cx="762000" cy="381000"/>
          </a:xfrm>
          <a:prstGeom prst="ellipse">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round/>
                <a:headEnd/>
                <a:tailEnd/>
              </a14:hiddenLine>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49165" name="Oval 12">
            <a:hlinkClick r:id="" action="ppaction://hlinkshowjump?jump=firstslide"/>
          </p:cNvPr>
          <p:cNvSpPr>
            <a:spLocks noChangeArrowheads="1"/>
          </p:cNvSpPr>
          <p:nvPr/>
        </p:nvSpPr>
        <p:spPr bwMode="auto">
          <a:xfrm>
            <a:off x="8137525" y="6370638"/>
            <a:ext cx="762000" cy="381000"/>
          </a:xfrm>
          <a:prstGeom prst="ellipse">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round/>
                <a:headEnd/>
                <a:tailEnd/>
              </a14:hiddenLine>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Tree>
  </p:cSld>
  <p:clrMapOvr>
    <a:masterClrMapping/>
  </p:clrMapOvr>
  <p:transition advClick="0">
    <p:wheel spokes="8"/>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日期占位符 1"/>
          <p:cNvSpPr>
            <a:spLocks noGrp="1"/>
          </p:cNvSpPr>
          <p:nvPr>
            <p:ph type="dt" sz="quarter" idx="10"/>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A9D36E5A-AAAA-4B0B-839A-4E72D5A17913}" type="datetime8">
              <a:rPr lang="zh-CN" altLang="en-US" sz="1400" smtClean="0"/>
              <a:pPr>
                <a:spcBef>
                  <a:spcPct val="0"/>
                </a:spcBef>
                <a:buClrTx/>
                <a:buFontTx/>
                <a:buNone/>
              </a:pPr>
              <a:t>2020年5月12日3时0分</a:t>
            </a:fld>
            <a:endParaRPr lang="en-US" altLang="zh-CN" sz="1400" smtClean="0"/>
          </a:p>
        </p:txBody>
      </p:sp>
      <p:sp>
        <p:nvSpPr>
          <p:cNvPr id="50179" name="灯片编号占位符 3"/>
          <p:cNvSpPr>
            <a:spLocks noGrp="1"/>
          </p:cNvSpPr>
          <p:nvPr>
            <p:ph type="sldNum" sz="quarter" idx="12"/>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06ACE7AA-15F8-4D0D-85A2-C0AB15F52C8C}" type="slidenum">
              <a:rPr lang="en-US" altLang="zh-CN" sz="1400" smtClean="0"/>
              <a:pPr>
                <a:spcBef>
                  <a:spcPct val="0"/>
                </a:spcBef>
                <a:buClrTx/>
                <a:buFontTx/>
                <a:buNone/>
              </a:pPr>
              <a:t>35</a:t>
            </a:fld>
            <a:endParaRPr lang="en-US" altLang="zh-CN" sz="1400" smtClean="0"/>
          </a:p>
        </p:txBody>
      </p:sp>
      <p:sp>
        <p:nvSpPr>
          <p:cNvPr id="522242" name="Text Box 2"/>
          <p:cNvSpPr txBox="1">
            <a:spLocks noChangeArrowheads="1"/>
          </p:cNvSpPr>
          <p:nvPr/>
        </p:nvSpPr>
        <p:spPr bwMode="auto">
          <a:xfrm>
            <a:off x="284163" y="433388"/>
            <a:ext cx="8759825" cy="1754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itchFamily="18" charset="0"/>
                <a:ea typeface="宋体" pitchFamily="2" charset="-122"/>
              </a:defRPr>
            </a:lvl1pPr>
            <a:lvl2pPr marL="857250">
              <a:defRPr kumimoji="1" sz="2400">
                <a:solidFill>
                  <a:schemeClr val="tx1"/>
                </a:solidFill>
                <a:latin typeface="Times New Roman" pitchFamily="18" charset="0"/>
                <a:ea typeface="宋体" pitchFamily="2" charset="-122"/>
              </a:defRPr>
            </a:lvl2pPr>
            <a:lvl3pPr marL="1047750">
              <a:defRPr kumimoji="1" sz="2400">
                <a:solidFill>
                  <a:schemeClr val="tx1"/>
                </a:solidFill>
                <a:latin typeface="Times New Roman" pitchFamily="18" charset="0"/>
                <a:ea typeface="宋体" pitchFamily="2" charset="-122"/>
              </a:defRPr>
            </a:lvl3pPr>
            <a:lvl4pPr>
              <a:defRPr kumimoji="1" sz="2400">
                <a:solidFill>
                  <a:schemeClr val="tx1"/>
                </a:solidFill>
                <a:latin typeface="Times New Roman" pitchFamily="18" charset="0"/>
                <a:ea typeface="宋体" pitchFamily="2" charset="-122"/>
              </a:defRPr>
            </a:lvl4pPr>
            <a:lvl5pPr>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just" eaLnBrk="1" hangingPunct="1">
              <a:lnSpc>
                <a:spcPct val="110000"/>
              </a:lnSpc>
              <a:spcBef>
                <a:spcPct val="50000"/>
              </a:spcBef>
              <a:defRPr/>
            </a:pPr>
            <a:r>
              <a:rPr lang="zh-CN" altLang="en-US" b="1" smtClean="0">
                <a:latin typeface="楷体_GB2312" pitchFamily="49" charset="-122"/>
                <a:ea typeface="楷体_GB2312" pitchFamily="49" charset="-122"/>
              </a:rPr>
              <a:t>　　在对象之间的静态链接关系上可标注消息，消息类型有简单消息，同步消息和异步消息三种。用标号表示</a:t>
            </a:r>
            <a:r>
              <a:rPr lang="zh-CN" altLang="en-US" b="1" smtClean="0">
                <a:solidFill>
                  <a:srgbClr val="FFFFFF"/>
                </a:solidFill>
                <a:latin typeface="楷体_GB2312" pitchFamily="49" charset="-122"/>
                <a:ea typeface="楷体_GB2312" pitchFamily="49" charset="-122"/>
              </a:rPr>
              <a:t>消息执行的顺序。</a:t>
            </a:r>
            <a:r>
              <a:rPr lang="zh-CN" altLang="en-US" b="1" smtClean="0">
                <a:solidFill>
                  <a:schemeClr val="tx2"/>
                </a:solidFill>
                <a:latin typeface="楷体_GB2312" pitchFamily="49" charset="-122"/>
                <a:ea typeface="楷体_GB2312" pitchFamily="49" charset="-122"/>
              </a:rPr>
              <a:t>消息定义的格式如下：</a:t>
            </a:r>
          </a:p>
          <a:p>
            <a:pPr algn="just" eaLnBrk="1" hangingPunct="1">
              <a:lnSpc>
                <a:spcPct val="105000"/>
              </a:lnSpc>
              <a:spcBef>
                <a:spcPct val="20000"/>
              </a:spcBef>
              <a:defRPr/>
            </a:pPr>
            <a:r>
              <a:rPr lang="zh-CN" altLang="en-US" b="1" smtClean="0">
                <a:solidFill>
                  <a:schemeClr val="tx2"/>
                </a:solidFill>
                <a:latin typeface="楷体_GB2312" pitchFamily="49" charset="-122"/>
                <a:ea typeface="楷体_GB2312" pitchFamily="49" charset="-122"/>
              </a:rPr>
              <a:t>　　</a:t>
            </a:r>
            <a:r>
              <a:rPr lang="zh-CN" altLang="en-US" b="1" smtClean="0">
                <a:solidFill>
                  <a:schemeClr val="tx2"/>
                </a:solidFill>
                <a:effectLst>
                  <a:outerShdw blurRad="38100" dist="38100" dir="2700000" algn="tl">
                    <a:srgbClr val="C0C0C0"/>
                  </a:outerShdw>
                </a:effectLst>
                <a:latin typeface="宋体" pitchFamily="2" charset="-122"/>
              </a:rPr>
              <a:t>消息类型　标号 控制信息：返回值：</a:t>
            </a:r>
            <a:r>
              <a:rPr lang="en-US" altLang="zh-CN" b="1" smtClean="0">
                <a:solidFill>
                  <a:schemeClr val="tx2"/>
                </a:solidFill>
                <a:effectLst>
                  <a:outerShdw blurRad="38100" dist="38100" dir="2700000" algn="tl">
                    <a:srgbClr val="C0C0C0"/>
                  </a:outerShdw>
                </a:effectLst>
                <a:latin typeface="宋体" pitchFamily="2" charset="-122"/>
              </a:rPr>
              <a:t>=</a:t>
            </a:r>
            <a:r>
              <a:rPr lang="zh-CN" altLang="en-US" b="1" smtClean="0">
                <a:solidFill>
                  <a:schemeClr val="tx2"/>
                </a:solidFill>
                <a:effectLst>
                  <a:outerShdw blurRad="38100" dist="38100" dir="2700000" algn="tl">
                    <a:srgbClr val="C0C0C0"/>
                  </a:outerShdw>
                </a:effectLst>
                <a:latin typeface="宋体" pitchFamily="2" charset="-122"/>
              </a:rPr>
              <a:t>消息名 参数表</a:t>
            </a:r>
            <a:endParaRPr lang="zh-CN" altLang="en-US" sz="2100" smtClean="0"/>
          </a:p>
        </p:txBody>
      </p:sp>
      <p:grpSp>
        <p:nvGrpSpPr>
          <p:cNvPr id="522244" name="Group 4"/>
          <p:cNvGrpSpPr>
            <a:grpSpLocks/>
          </p:cNvGrpSpPr>
          <p:nvPr/>
        </p:nvGrpSpPr>
        <p:grpSpPr bwMode="auto">
          <a:xfrm>
            <a:off x="742950" y="5413375"/>
            <a:ext cx="6875463" cy="895350"/>
            <a:chOff x="869" y="2652"/>
            <a:chExt cx="4331" cy="564"/>
          </a:xfrm>
        </p:grpSpPr>
        <p:sp>
          <p:nvSpPr>
            <p:cNvPr id="50189" name="Text Box 5"/>
            <p:cNvSpPr txBox="1">
              <a:spLocks noChangeArrowheads="1"/>
            </p:cNvSpPr>
            <p:nvPr/>
          </p:nvSpPr>
          <p:spPr bwMode="auto">
            <a:xfrm>
              <a:off x="869" y="2752"/>
              <a:ext cx="1170"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kumimoji="1" lang="zh-CN" altLang="en-US" sz="2400" b="1">
                  <a:latin typeface="Times New Roman" panose="02020603050405020304" pitchFamily="18" charset="0"/>
                  <a:ea typeface="楷体_GB2312" pitchFamily="49" charset="-122"/>
                </a:rPr>
                <a:t>控制信息</a:t>
              </a:r>
              <a:r>
                <a:rPr kumimoji="1" lang="en-US" altLang="zh-CN" b="1">
                  <a:latin typeface="Times New Roman" panose="02020603050405020304" pitchFamily="18" charset="0"/>
                  <a:cs typeface="Times New Roman" panose="02020603050405020304" pitchFamily="18" charset="0"/>
                </a:rPr>
                <a:t>{</a:t>
              </a:r>
              <a:endParaRPr kumimoji="1" lang="en-US" altLang="zh-CN" b="1">
                <a:latin typeface="Times New Roman" panose="02020603050405020304" pitchFamily="18" charset="0"/>
                <a:ea typeface="楷体_GB2312" pitchFamily="49" charset="-122"/>
              </a:endParaRPr>
            </a:p>
          </p:txBody>
        </p:sp>
        <p:sp>
          <p:nvSpPr>
            <p:cNvPr id="50190" name="Text Box 6"/>
            <p:cNvSpPr txBox="1">
              <a:spLocks noChangeArrowheads="1"/>
            </p:cNvSpPr>
            <p:nvPr/>
          </p:nvSpPr>
          <p:spPr bwMode="auto">
            <a:xfrm>
              <a:off x="1772" y="2652"/>
              <a:ext cx="3428" cy="5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kumimoji="1" lang="zh-CN" altLang="en-US" sz="2400" b="1">
                  <a:latin typeface="Times New Roman" panose="02020603050405020304" pitchFamily="18" charset="0"/>
                  <a:ea typeface="楷体_GB2312" pitchFamily="49" charset="-122"/>
                </a:rPr>
                <a:t>条件控制信息　如：</a:t>
              </a:r>
              <a:r>
                <a:rPr kumimoji="1" lang="zh-CN" altLang="en-US" sz="2400">
                  <a:latin typeface="Times New Roman" panose="02020603050405020304" pitchFamily="18" charset="0"/>
                  <a:ea typeface="楷体_GB2312" pitchFamily="49" charset="-122"/>
                </a:rPr>
                <a:t>［</a:t>
              </a:r>
              <a:r>
                <a:rPr kumimoji="1" lang="zh-CN" altLang="en-US" sz="2400" b="1">
                  <a:latin typeface="Times New Roman" panose="02020603050405020304" pitchFamily="18" charset="0"/>
                  <a:ea typeface="楷体_GB2312" pitchFamily="49" charset="-122"/>
                </a:rPr>
                <a:t>ｘ＞ｙ］</a:t>
              </a:r>
            </a:p>
            <a:p>
              <a:pPr eaLnBrk="1" hangingPunct="1">
                <a:buClrTx/>
                <a:buFontTx/>
                <a:buNone/>
              </a:pPr>
              <a:r>
                <a:rPr kumimoji="1" lang="zh-CN" altLang="en-US" sz="2400" b="1">
                  <a:latin typeface="Times New Roman" panose="02020603050405020304" pitchFamily="18" charset="0"/>
                  <a:ea typeface="楷体_GB2312" pitchFamily="49" charset="-122"/>
                </a:rPr>
                <a:t>重复控制信息　如：＊</a:t>
              </a:r>
              <a:r>
                <a:rPr kumimoji="1" lang="zh-CN" altLang="en-US" sz="2400">
                  <a:latin typeface="Times New Roman" panose="02020603050405020304" pitchFamily="18" charset="0"/>
                  <a:ea typeface="楷体_GB2312" pitchFamily="49" charset="-122"/>
                </a:rPr>
                <a:t>［</a:t>
              </a:r>
              <a:r>
                <a:rPr kumimoji="1" lang="zh-CN" altLang="en-US" sz="2400" b="1">
                  <a:latin typeface="Times New Roman" panose="02020603050405020304" pitchFamily="18" charset="0"/>
                  <a:ea typeface="楷体_GB2312" pitchFamily="49" charset="-122"/>
                </a:rPr>
                <a:t>Ｉ＝</a:t>
              </a:r>
              <a:r>
                <a:rPr kumimoji="1" lang="en-US" altLang="zh-CN" sz="2400" b="1">
                  <a:latin typeface="Times New Roman" panose="02020603050405020304" pitchFamily="18" charset="0"/>
                  <a:ea typeface="楷体_GB2312" pitchFamily="49" charset="-122"/>
                </a:rPr>
                <a:t>1..n</a:t>
              </a:r>
              <a:r>
                <a:rPr kumimoji="1" lang="zh-CN" altLang="en-US" sz="2400" b="1">
                  <a:latin typeface="Times New Roman" panose="02020603050405020304" pitchFamily="18" charset="0"/>
                  <a:ea typeface="楷体_GB2312" pitchFamily="49" charset="-122"/>
                </a:rPr>
                <a:t>］</a:t>
              </a:r>
            </a:p>
          </p:txBody>
        </p:sp>
      </p:grpSp>
      <p:sp>
        <p:nvSpPr>
          <p:cNvPr id="522247" name="Text Box 7"/>
          <p:cNvSpPr txBox="1">
            <a:spLocks noChangeArrowheads="1"/>
          </p:cNvSpPr>
          <p:nvPr/>
        </p:nvSpPr>
        <p:spPr bwMode="auto">
          <a:xfrm>
            <a:off x="330200" y="3406775"/>
            <a:ext cx="8026400" cy="1771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defRPr/>
            </a:pPr>
            <a:r>
              <a:rPr kumimoji="1" lang="zh-CN" altLang="en-US" sz="2400" b="1">
                <a:effectLst>
                  <a:outerShdw blurRad="38100" dist="38100" dir="2700000" algn="tl">
                    <a:srgbClr val="C0C0C0"/>
                  </a:outerShdw>
                </a:effectLst>
                <a:latin typeface="Times New Roman" pitchFamily="18" charset="0"/>
                <a:ea typeface="楷体_GB2312" pitchFamily="49" charset="-122"/>
              </a:rPr>
              <a:t>　标号有３种：</a:t>
            </a:r>
          </a:p>
          <a:p>
            <a:pPr eaLnBrk="1" hangingPunct="1">
              <a:spcBef>
                <a:spcPct val="20000"/>
              </a:spcBef>
              <a:defRPr/>
            </a:pPr>
            <a:r>
              <a:rPr kumimoji="1" lang="zh-CN" altLang="en-US" sz="2400" b="1">
                <a:latin typeface="Times New Roman" pitchFamily="18" charset="0"/>
                <a:ea typeface="楷体_GB2312" pitchFamily="49" charset="-122"/>
              </a:rPr>
              <a:t>　顺序执行：按整数大小执行。</a:t>
            </a:r>
            <a:r>
              <a:rPr kumimoji="1" lang="zh-CN" altLang="en-US" sz="2400" b="1">
                <a:latin typeface="楷体_GB2312" pitchFamily="49" charset="-122"/>
                <a:ea typeface="楷体_GB2312" pitchFamily="49" charset="-122"/>
              </a:rPr>
              <a:t>１</a:t>
            </a:r>
            <a:r>
              <a:rPr kumimoji="1" lang="en-US" altLang="zh-CN" sz="2400" b="1">
                <a:latin typeface="楷体_GB2312" pitchFamily="49" charset="-122"/>
                <a:ea typeface="楷体_GB2312" pitchFamily="49" charset="-122"/>
              </a:rPr>
              <a:t>,</a:t>
            </a:r>
            <a:r>
              <a:rPr kumimoji="1" lang="zh-CN" altLang="en-US" sz="2400" b="1">
                <a:latin typeface="楷体_GB2312" pitchFamily="49" charset="-122"/>
                <a:ea typeface="楷体_GB2312" pitchFamily="49" charset="-122"/>
              </a:rPr>
              <a:t>２</a:t>
            </a:r>
            <a:r>
              <a:rPr kumimoji="1" lang="en-US" altLang="zh-CN" sz="2400" b="1">
                <a:latin typeface="Times New Roman"/>
                <a:ea typeface="楷体_GB2312" pitchFamily="49" charset="-122"/>
              </a:rPr>
              <a:t>…</a:t>
            </a:r>
            <a:endParaRPr kumimoji="1" lang="en-US" altLang="zh-CN" sz="2400" b="1">
              <a:latin typeface="楷体_GB2312" pitchFamily="49" charset="-122"/>
              <a:ea typeface="楷体_GB2312" pitchFamily="49" charset="-122"/>
            </a:endParaRPr>
          </a:p>
          <a:p>
            <a:pPr eaLnBrk="1" hangingPunct="1">
              <a:spcBef>
                <a:spcPct val="20000"/>
              </a:spcBef>
              <a:defRPr/>
            </a:pPr>
            <a:r>
              <a:rPr kumimoji="1" lang="zh-CN" altLang="en-US" sz="2400" b="1">
                <a:latin typeface="Times New Roman" pitchFamily="18" charset="0"/>
                <a:ea typeface="楷体_GB2312" pitchFamily="49" charset="-122"/>
              </a:rPr>
              <a:t>　嵌套执行：标号中带小数点。</a:t>
            </a:r>
            <a:r>
              <a:rPr kumimoji="1" lang="en-US" altLang="zh-CN" sz="2400" b="1">
                <a:latin typeface="楷体_GB2312" pitchFamily="49" charset="-122"/>
                <a:ea typeface="楷体_GB2312" pitchFamily="49" charset="-122"/>
              </a:rPr>
              <a:t>1.1</a:t>
            </a:r>
            <a:r>
              <a:rPr kumimoji="1" lang="zh-CN" altLang="en-US" sz="2400" b="1">
                <a:latin typeface="楷体_GB2312" pitchFamily="49" charset="-122"/>
                <a:ea typeface="楷体_GB2312" pitchFamily="49" charset="-122"/>
              </a:rPr>
              <a:t>，</a:t>
            </a:r>
            <a:r>
              <a:rPr kumimoji="1" lang="en-US" altLang="zh-CN" sz="2400" b="1">
                <a:latin typeface="楷体_GB2312" pitchFamily="49" charset="-122"/>
                <a:ea typeface="楷体_GB2312" pitchFamily="49" charset="-122"/>
              </a:rPr>
              <a:t>1.2</a:t>
            </a:r>
            <a:r>
              <a:rPr kumimoji="1" lang="zh-CN" altLang="en-US" sz="2400" b="1">
                <a:latin typeface="楷体_GB2312" pitchFamily="49" charset="-122"/>
                <a:ea typeface="楷体_GB2312" pitchFamily="49" charset="-122"/>
              </a:rPr>
              <a:t>，</a:t>
            </a:r>
            <a:r>
              <a:rPr kumimoji="1" lang="en-US" altLang="zh-CN" sz="2400" b="1">
                <a:latin typeface="楷体_GB2312" pitchFamily="49" charset="-122"/>
                <a:ea typeface="楷体_GB2312" pitchFamily="49" charset="-122"/>
              </a:rPr>
              <a:t>1.3</a:t>
            </a:r>
            <a:r>
              <a:rPr kumimoji="1" lang="zh-CN" altLang="en-US" sz="2400" b="1">
                <a:latin typeface="楷体_GB2312" pitchFamily="49" charset="-122"/>
                <a:ea typeface="楷体_GB2312" pitchFamily="49" charset="-122"/>
              </a:rPr>
              <a:t>，</a:t>
            </a:r>
            <a:r>
              <a:rPr kumimoji="1" lang="en-US" altLang="zh-CN" sz="2400" b="1">
                <a:latin typeface="Times New Roman"/>
                <a:ea typeface="楷体_GB2312" pitchFamily="49" charset="-122"/>
              </a:rPr>
              <a:t>…</a:t>
            </a:r>
            <a:endParaRPr kumimoji="1" lang="en-US" altLang="zh-CN" sz="2400" b="1">
              <a:latin typeface="楷体_GB2312" pitchFamily="49" charset="-122"/>
              <a:ea typeface="楷体_GB2312" pitchFamily="49" charset="-122"/>
            </a:endParaRPr>
          </a:p>
          <a:p>
            <a:pPr eaLnBrk="1" hangingPunct="1">
              <a:spcBef>
                <a:spcPct val="20000"/>
              </a:spcBef>
              <a:defRPr/>
            </a:pPr>
            <a:r>
              <a:rPr kumimoji="1" lang="en-US" altLang="zh-CN" sz="2400" b="1">
                <a:latin typeface="楷体_GB2312" pitchFamily="49" charset="-122"/>
                <a:ea typeface="楷体_GB2312" pitchFamily="49" charset="-122"/>
              </a:rPr>
              <a:t>  </a:t>
            </a:r>
            <a:r>
              <a:rPr kumimoji="1" lang="zh-CN" altLang="en-US" sz="2400" b="1">
                <a:latin typeface="楷体_GB2312" pitchFamily="49" charset="-122"/>
                <a:ea typeface="楷体_GB2312" pitchFamily="49" charset="-122"/>
              </a:rPr>
              <a:t>并行执行：</a:t>
            </a:r>
            <a:r>
              <a:rPr kumimoji="1" lang="zh-CN" altLang="en-US" sz="2400" b="1">
                <a:latin typeface="Times New Roman" pitchFamily="18" charset="0"/>
                <a:ea typeface="楷体_GB2312" pitchFamily="49" charset="-122"/>
              </a:rPr>
              <a:t>标号中带小写字母。</a:t>
            </a:r>
            <a:r>
              <a:rPr kumimoji="1" lang="en-US" altLang="zh-CN" sz="2400" b="1">
                <a:latin typeface="楷体_GB2312" pitchFamily="49" charset="-122"/>
                <a:ea typeface="楷体_GB2312" pitchFamily="49" charset="-122"/>
              </a:rPr>
              <a:t>1.1.1a</a:t>
            </a:r>
            <a:r>
              <a:rPr kumimoji="1" lang="zh-CN" altLang="en-US" sz="2400" b="1">
                <a:latin typeface="楷体_GB2312" pitchFamily="49" charset="-122"/>
                <a:ea typeface="楷体_GB2312" pitchFamily="49" charset="-122"/>
              </a:rPr>
              <a:t>，</a:t>
            </a:r>
            <a:r>
              <a:rPr kumimoji="1" lang="en-US" altLang="zh-CN" sz="2400" b="1">
                <a:latin typeface="楷体_GB2312" pitchFamily="49" charset="-122"/>
                <a:ea typeface="楷体_GB2312" pitchFamily="49" charset="-122"/>
              </a:rPr>
              <a:t>1.1.1b</a:t>
            </a:r>
            <a:r>
              <a:rPr kumimoji="1" lang="zh-CN" altLang="en-US" sz="2400" b="1">
                <a:latin typeface="楷体_GB2312" pitchFamily="49" charset="-122"/>
                <a:ea typeface="楷体_GB2312" pitchFamily="49" charset="-122"/>
              </a:rPr>
              <a:t>，</a:t>
            </a:r>
            <a:r>
              <a:rPr kumimoji="1" lang="en-US" altLang="zh-CN" sz="2400" b="1">
                <a:latin typeface="Times New Roman"/>
                <a:ea typeface="楷体_GB2312" pitchFamily="49" charset="-122"/>
              </a:rPr>
              <a:t>…</a:t>
            </a:r>
            <a:r>
              <a:rPr kumimoji="1" lang="en-US" altLang="zh-CN" sz="2400" b="1">
                <a:latin typeface="楷体_GB2312" pitchFamily="49" charset="-122"/>
                <a:ea typeface="楷体_GB2312" pitchFamily="49" charset="-122"/>
              </a:rPr>
              <a:t> </a:t>
            </a:r>
            <a:r>
              <a:rPr kumimoji="1" lang="zh-CN" altLang="en-US" sz="2400" b="1">
                <a:latin typeface="楷体_GB2312" pitchFamily="49" charset="-122"/>
                <a:ea typeface="楷体_GB2312" pitchFamily="49" charset="-122"/>
              </a:rPr>
              <a:t>　</a:t>
            </a:r>
          </a:p>
        </p:txBody>
      </p:sp>
      <p:pic>
        <p:nvPicPr>
          <p:cNvPr id="522248" name="Picture 8" descr="变色小球"/>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498475" y="3587750"/>
            <a:ext cx="160338" cy="160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2249" name="Picture 9" descr="变色小球"/>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498475" y="5840413"/>
            <a:ext cx="160338" cy="160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250" name="Text Box 10"/>
          <p:cNvSpPr txBox="1">
            <a:spLocks noChangeArrowheads="1"/>
          </p:cNvSpPr>
          <p:nvPr/>
        </p:nvSpPr>
        <p:spPr bwMode="auto">
          <a:xfrm>
            <a:off x="71438" y="2838450"/>
            <a:ext cx="9112250" cy="444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1" hangingPunct="1">
              <a:lnSpc>
                <a:spcPct val="105000"/>
              </a:lnSpc>
              <a:spcBef>
                <a:spcPct val="20000"/>
              </a:spcBef>
              <a:defRPr/>
            </a:pPr>
            <a:r>
              <a:rPr kumimoji="1" lang="en-US" altLang="zh-CN" sz="2200" b="1">
                <a:effectLst>
                  <a:outerShdw blurRad="38100" dist="38100" dir="2700000" algn="tl">
                    <a:srgbClr val="C0C0C0"/>
                  </a:outerShdw>
                </a:effectLst>
                <a:latin typeface="Times New Roman" pitchFamily="18" charset="0"/>
              </a:rPr>
              <a:t>Predecessor guard-condition sequence-expression return-value:=signature </a:t>
            </a:r>
            <a:endParaRPr kumimoji="1" lang="en-US" altLang="zh-CN" sz="2200">
              <a:latin typeface="Times New Roman" pitchFamily="18" charset="0"/>
            </a:endParaRPr>
          </a:p>
        </p:txBody>
      </p:sp>
      <p:sp>
        <p:nvSpPr>
          <p:cNvPr id="50186" name="Oval 11">
            <a:hlinkClick r:id="" action="ppaction://hlinkshowjump?jump=previousslide"/>
          </p:cNvPr>
          <p:cNvSpPr>
            <a:spLocks noChangeArrowheads="1"/>
          </p:cNvSpPr>
          <p:nvPr/>
        </p:nvSpPr>
        <p:spPr bwMode="auto">
          <a:xfrm>
            <a:off x="6356350" y="6365875"/>
            <a:ext cx="762000" cy="381000"/>
          </a:xfrm>
          <a:prstGeom prst="ellipse">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round/>
                <a:headEnd/>
                <a:tailEnd/>
              </a14:hiddenLine>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50187" name="Oval 12">
            <a:hlinkClick r:id="" action="ppaction://hlinkshowjump?jump=nextslide"/>
          </p:cNvPr>
          <p:cNvSpPr>
            <a:spLocks noChangeArrowheads="1"/>
          </p:cNvSpPr>
          <p:nvPr/>
        </p:nvSpPr>
        <p:spPr bwMode="auto">
          <a:xfrm>
            <a:off x="7245350" y="6365875"/>
            <a:ext cx="762000" cy="381000"/>
          </a:xfrm>
          <a:prstGeom prst="ellipse">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round/>
                <a:headEnd/>
                <a:tailEnd/>
              </a14:hiddenLine>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50188" name="Oval 13">
            <a:hlinkClick r:id="" action="ppaction://hlinkshowjump?jump=firstslide"/>
          </p:cNvPr>
          <p:cNvSpPr>
            <a:spLocks noChangeArrowheads="1"/>
          </p:cNvSpPr>
          <p:nvPr/>
        </p:nvSpPr>
        <p:spPr bwMode="auto">
          <a:xfrm>
            <a:off x="8137525" y="6370638"/>
            <a:ext cx="762000" cy="381000"/>
          </a:xfrm>
          <a:prstGeom prst="ellipse">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round/>
                <a:headEnd/>
                <a:tailEnd/>
              </a14:hiddenLine>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Tree>
  </p:cSld>
  <p:clrMapOvr>
    <a:masterClrMapping/>
  </p:clrMapOvr>
  <p:transition advClick="0">
    <p:wheel spokes="8"/>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1000"/>
                                  </p:stCondLst>
                                  <p:childTnLst>
                                    <p:set>
                                      <p:cBhvr>
                                        <p:cTn id="6" dur="1" fill="hold">
                                          <p:stCondLst>
                                            <p:cond delay="499"/>
                                          </p:stCondLst>
                                        </p:cTn>
                                        <p:tgtEl>
                                          <p:spTgt spid="52225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522248"/>
                                        </p:tgtEl>
                                        <p:attrNameLst>
                                          <p:attrName>style.visibility</p:attrName>
                                        </p:attrNameLst>
                                      </p:cBhvr>
                                      <p:to>
                                        <p:strVal val="visible"/>
                                      </p:to>
                                    </p:set>
                                  </p:childTnLst>
                                </p:cTn>
                              </p:par>
                            </p:childTnLst>
                          </p:cTn>
                        </p:par>
                        <p:par>
                          <p:cTn id="11" fill="hold" nodeType="afterGroup">
                            <p:stCondLst>
                              <p:cond delay="500"/>
                            </p:stCondLst>
                            <p:childTnLst>
                              <p:par>
                                <p:cTn id="12" presetID="22" presetClass="entr" presetSubtype="1" fill="hold" grpId="0" nodeType="afterEffect">
                                  <p:stCondLst>
                                    <p:cond delay="0"/>
                                  </p:stCondLst>
                                  <p:childTnLst>
                                    <p:set>
                                      <p:cBhvr>
                                        <p:cTn id="13" dur="1" fill="hold">
                                          <p:stCondLst>
                                            <p:cond delay="0"/>
                                          </p:stCondLst>
                                        </p:cTn>
                                        <p:tgtEl>
                                          <p:spTgt spid="522247"/>
                                        </p:tgtEl>
                                        <p:attrNameLst>
                                          <p:attrName>style.visibility</p:attrName>
                                        </p:attrNameLst>
                                      </p:cBhvr>
                                      <p:to>
                                        <p:strVal val="visible"/>
                                      </p:to>
                                    </p:set>
                                    <p:animEffect transition="in" filter="wipe(up)">
                                      <p:cBhvr>
                                        <p:cTn id="14" dur="500"/>
                                        <p:tgtEl>
                                          <p:spTgt spid="522247"/>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522249"/>
                                        </p:tgtEl>
                                        <p:attrNameLst>
                                          <p:attrName>style.visibility</p:attrName>
                                        </p:attrNameLst>
                                      </p:cBhvr>
                                      <p:to>
                                        <p:strVal val="visible"/>
                                      </p:to>
                                    </p:set>
                                  </p:childTnLst>
                                </p:cTn>
                              </p:par>
                            </p:childTnLst>
                          </p:cTn>
                        </p:par>
                        <p:par>
                          <p:cTn id="19" fill="hold" nodeType="afterGroup">
                            <p:stCondLst>
                              <p:cond delay="500"/>
                            </p:stCondLst>
                            <p:childTnLst>
                              <p:par>
                                <p:cTn id="20" presetID="22" presetClass="entr" presetSubtype="8" fill="hold" nodeType="afterEffect">
                                  <p:stCondLst>
                                    <p:cond delay="0"/>
                                  </p:stCondLst>
                                  <p:childTnLst>
                                    <p:set>
                                      <p:cBhvr>
                                        <p:cTn id="21" dur="1" fill="hold">
                                          <p:stCondLst>
                                            <p:cond delay="0"/>
                                          </p:stCondLst>
                                        </p:cTn>
                                        <p:tgtEl>
                                          <p:spTgt spid="522244"/>
                                        </p:tgtEl>
                                        <p:attrNameLst>
                                          <p:attrName>style.visibility</p:attrName>
                                        </p:attrNameLst>
                                      </p:cBhvr>
                                      <p:to>
                                        <p:strVal val="visible"/>
                                      </p:to>
                                    </p:set>
                                    <p:animEffect transition="in" filter="wipe(left)">
                                      <p:cBhvr>
                                        <p:cTn id="22" dur="500"/>
                                        <p:tgtEl>
                                          <p:spTgt spid="5222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47" grpId="0" autoUpdateAnimBg="0"/>
      <p:bldP spid="522250" grpId="0"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日期占位符 1"/>
          <p:cNvSpPr>
            <a:spLocks noGrp="1"/>
          </p:cNvSpPr>
          <p:nvPr>
            <p:ph type="dt" sz="quarter" idx="10"/>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F8973603-92B4-4459-84F5-0B655B76045A}" type="datetime8">
              <a:rPr lang="zh-CN" altLang="en-US" sz="1400" smtClean="0"/>
              <a:pPr>
                <a:spcBef>
                  <a:spcPct val="0"/>
                </a:spcBef>
                <a:buClrTx/>
                <a:buFontTx/>
                <a:buNone/>
              </a:pPr>
              <a:t>2020年5月12日3时0分</a:t>
            </a:fld>
            <a:endParaRPr lang="en-US" altLang="zh-CN" sz="1400" smtClean="0"/>
          </a:p>
        </p:txBody>
      </p:sp>
      <p:sp>
        <p:nvSpPr>
          <p:cNvPr id="51203" name="灯片编号占位符 3"/>
          <p:cNvSpPr>
            <a:spLocks noGrp="1"/>
          </p:cNvSpPr>
          <p:nvPr>
            <p:ph type="sldNum" sz="quarter" idx="12"/>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71E32288-9297-4C02-943F-C55FFF7C626C}" type="slidenum">
              <a:rPr lang="en-US" altLang="zh-CN" sz="1400" smtClean="0"/>
              <a:pPr>
                <a:spcBef>
                  <a:spcPct val="0"/>
                </a:spcBef>
                <a:buClrTx/>
                <a:buFontTx/>
                <a:buNone/>
              </a:pPr>
              <a:t>36</a:t>
            </a:fld>
            <a:endParaRPr lang="en-US" altLang="zh-CN" sz="1400" smtClean="0"/>
          </a:p>
        </p:txBody>
      </p:sp>
      <p:grpSp>
        <p:nvGrpSpPr>
          <p:cNvPr id="51204" name="Group 2"/>
          <p:cNvGrpSpPr>
            <a:grpSpLocks/>
          </p:cNvGrpSpPr>
          <p:nvPr/>
        </p:nvGrpSpPr>
        <p:grpSpPr bwMode="auto">
          <a:xfrm>
            <a:off x="114300" y="685800"/>
            <a:ext cx="9029700" cy="3808413"/>
            <a:chOff x="54" y="516"/>
            <a:chExt cx="5688" cy="2399"/>
          </a:xfrm>
        </p:grpSpPr>
        <p:sp>
          <p:nvSpPr>
            <p:cNvPr id="51211" name="Text Box 3"/>
            <p:cNvSpPr txBox="1">
              <a:spLocks noChangeArrowheads="1"/>
            </p:cNvSpPr>
            <p:nvPr/>
          </p:nvSpPr>
          <p:spPr bwMode="auto">
            <a:xfrm>
              <a:off x="54" y="1582"/>
              <a:ext cx="2111"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FontTx/>
                <a:buNone/>
              </a:pPr>
              <a:r>
                <a:rPr kumimoji="1" lang="en-US" altLang="zh-CN" sz="1800" b="1">
                  <a:latin typeface="Times New Roman" panose="02020603050405020304" pitchFamily="18" charset="0"/>
                  <a:ea typeface="楷体_GB2312" pitchFamily="49" charset="-122"/>
                </a:rPr>
                <a:t> 1.1*[i:= 1..n]: drawsegment(i)</a:t>
              </a:r>
            </a:p>
          </p:txBody>
        </p:sp>
        <p:sp>
          <p:nvSpPr>
            <p:cNvPr id="51212" name="Rectangle 4"/>
            <p:cNvSpPr>
              <a:spLocks noChangeArrowheads="1"/>
            </p:cNvSpPr>
            <p:nvPr/>
          </p:nvSpPr>
          <p:spPr bwMode="auto">
            <a:xfrm>
              <a:off x="1111" y="1918"/>
              <a:ext cx="576" cy="109"/>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51213" name="Line 5"/>
            <p:cNvSpPr>
              <a:spLocks noChangeShapeType="1"/>
            </p:cNvSpPr>
            <p:nvPr/>
          </p:nvSpPr>
          <p:spPr bwMode="auto">
            <a:xfrm flipV="1">
              <a:off x="2574" y="784"/>
              <a:ext cx="1526"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214" name="Rectangle 6"/>
            <p:cNvSpPr>
              <a:spLocks noChangeArrowheads="1"/>
            </p:cNvSpPr>
            <p:nvPr/>
          </p:nvSpPr>
          <p:spPr bwMode="auto">
            <a:xfrm>
              <a:off x="1674" y="665"/>
              <a:ext cx="887" cy="201"/>
            </a:xfrm>
            <a:prstGeom prst="rect">
              <a:avLst/>
            </a:prstGeom>
            <a:solidFill>
              <a:srgbClr val="FFFF66"/>
            </a:solidFill>
            <a:ln w="9525">
              <a:solidFill>
                <a:schemeClr val="accent1"/>
              </a:solidFill>
              <a:miter lim="800000"/>
              <a:headEnd/>
              <a:tailEnd/>
            </a:ln>
            <a:effectLst>
              <a:outerShdw dist="35921" dir="2700000" algn="ctr" rotWithShape="0">
                <a:schemeClr val="bg2"/>
              </a:outerShdw>
            </a:effec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en-US" altLang="zh-CN" sz="1800" b="1" u="sng">
                  <a:solidFill>
                    <a:schemeClr val="bg2"/>
                  </a:solidFill>
                  <a:latin typeface="Times New Roman" panose="02020603050405020304" pitchFamily="18" charset="0"/>
                </a:rPr>
                <a:t>:</a:t>
              </a:r>
              <a:r>
                <a:rPr kumimoji="1" lang="zh-CN" altLang="en-US" sz="1800" b="1" u="sng">
                  <a:solidFill>
                    <a:schemeClr val="bg2"/>
                  </a:solidFill>
                  <a:latin typeface="Times New Roman" panose="02020603050405020304" pitchFamily="18" charset="0"/>
                </a:rPr>
                <a:t>控制器</a:t>
              </a:r>
            </a:p>
          </p:txBody>
        </p:sp>
        <p:sp>
          <p:nvSpPr>
            <p:cNvPr id="51215" name="Rectangle 7"/>
            <p:cNvSpPr>
              <a:spLocks noChangeArrowheads="1"/>
            </p:cNvSpPr>
            <p:nvPr/>
          </p:nvSpPr>
          <p:spPr bwMode="auto">
            <a:xfrm>
              <a:off x="4079" y="665"/>
              <a:ext cx="887" cy="201"/>
            </a:xfrm>
            <a:prstGeom prst="rect">
              <a:avLst/>
            </a:prstGeom>
            <a:solidFill>
              <a:srgbClr val="FFFF66"/>
            </a:solidFill>
            <a:ln w="9525">
              <a:solidFill>
                <a:schemeClr val="accent1"/>
              </a:solidFill>
              <a:miter lim="800000"/>
              <a:headEnd/>
              <a:tailEnd/>
            </a:ln>
            <a:effectLst>
              <a:outerShdw dist="35921" dir="2700000" algn="ctr" rotWithShape="0">
                <a:schemeClr val="bg2"/>
              </a:outerShdw>
            </a:effec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en-US" altLang="zh-CN" sz="1800" b="1" u="sng">
                  <a:solidFill>
                    <a:schemeClr val="bg2"/>
                  </a:solidFill>
                  <a:latin typeface="Times New Roman" panose="02020603050405020304" pitchFamily="18" charset="0"/>
                </a:rPr>
                <a:t>:</a:t>
              </a:r>
              <a:r>
                <a:rPr kumimoji="1" lang="zh-CN" altLang="en-US" sz="1800" b="1" u="sng">
                  <a:solidFill>
                    <a:schemeClr val="bg2"/>
                  </a:solidFill>
                  <a:latin typeface="Times New Roman" panose="02020603050405020304" pitchFamily="18" charset="0"/>
                </a:rPr>
                <a:t>窗口</a:t>
              </a:r>
            </a:p>
          </p:txBody>
        </p:sp>
        <p:sp>
          <p:nvSpPr>
            <p:cNvPr id="51216" name="Rectangle 8"/>
            <p:cNvSpPr>
              <a:spLocks noChangeArrowheads="1"/>
            </p:cNvSpPr>
            <p:nvPr/>
          </p:nvSpPr>
          <p:spPr bwMode="auto">
            <a:xfrm>
              <a:off x="4079" y="1850"/>
              <a:ext cx="887" cy="201"/>
            </a:xfrm>
            <a:prstGeom prst="rect">
              <a:avLst/>
            </a:prstGeom>
            <a:solidFill>
              <a:srgbClr val="FFFF66"/>
            </a:solidFill>
            <a:ln w="9525">
              <a:solidFill>
                <a:schemeClr val="accent1"/>
              </a:solidFill>
              <a:miter lim="800000"/>
              <a:headEnd/>
              <a:tailEnd/>
            </a:ln>
            <a:effectLst>
              <a:outerShdw dist="35921" dir="2700000" algn="ctr" rotWithShape="0">
                <a:schemeClr val="bg2"/>
              </a:outerShdw>
            </a:effec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en-US" altLang="zh-CN" sz="1800" b="1" u="sng">
                  <a:solidFill>
                    <a:schemeClr val="bg2"/>
                  </a:solidFill>
                  <a:latin typeface="Times New Roman" panose="02020603050405020304" pitchFamily="18" charset="0"/>
                </a:rPr>
                <a:t>:</a:t>
              </a:r>
              <a:r>
                <a:rPr kumimoji="1" lang="zh-CN" altLang="en-US" sz="1800" b="1" u="sng">
                  <a:solidFill>
                    <a:schemeClr val="bg2"/>
                  </a:solidFill>
                  <a:latin typeface="Times New Roman" panose="02020603050405020304" pitchFamily="18" charset="0"/>
                </a:rPr>
                <a:t>直线</a:t>
              </a:r>
              <a:r>
                <a:rPr kumimoji="1" lang="en-US" altLang="zh-CN" sz="1800" b="1" u="sng">
                  <a:solidFill>
                    <a:schemeClr val="bg2"/>
                  </a:solidFill>
                  <a:latin typeface="Times New Roman" panose="02020603050405020304" pitchFamily="18" charset="0"/>
                </a:rPr>
                <a:t>{new}</a:t>
              </a:r>
            </a:p>
          </p:txBody>
        </p:sp>
        <p:sp>
          <p:nvSpPr>
            <p:cNvPr id="51217" name="Rectangle 9"/>
            <p:cNvSpPr>
              <a:spLocks noChangeArrowheads="1"/>
            </p:cNvSpPr>
            <p:nvPr/>
          </p:nvSpPr>
          <p:spPr bwMode="auto">
            <a:xfrm>
              <a:off x="1680" y="1859"/>
              <a:ext cx="887" cy="201"/>
            </a:xfrm>
            <a:prstGeom prst="rect">
              <a:avLst/>
            </a:prstGeom>
            <a:solidFill>
              <a:srgbClr val="FFFF66"/>
            </a:solidFill>
            <a:ln w="9525">
              <a:solidFill>
                <a:schemeClr val="accent1"/>
              </a:solidFill>
              <a:miter lim="800000"/>
              <a:headEnd/>
              <a:tailEnd/>
            </a:ln>
            <a:effectLst>
              <a:outerShdw dist="35921" dir="2700000" algn="ctr" rotWithShape="0">
                <a:schemeClr val="bg2"/>
              </a:outerShdw>
            </a:effec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en-US" altLang="zh-CN" sz="1800" b="1" u="sng">
                  <a:solidFill>
                    <a:schemeClr val="bg2"/>
                  </a:solidFill>
                  <a:latin typeface="Times New Roman" panose="02020603050405020304" pitchFamily="18" charset="0"/>
                </a:rPr>
                <a:t>:</a:t>
              </a:r>
              <a:r>
                <a:rPr kumimoji="1" lang="zh-CN" altLang="en-US" sz="1800" b="1" u="sng">
                  <a:solidFill>
                    <a:schemeClr val="bg2"/>
                  </a:solidFill>
                  <a:latin typeface="Times New Roman" panose="02020603050405020304" pitchFamily="18" charset="0"/>
                </a:rPr>
                <a:t>布线</a:t>
              </a:r>
            </a:p>
          </p:txBody>
        </p:sp>
        <p:sp>
          <p:nvSpPr>
            <p:cNvPr id="51218" name="Rectangle 10"/>
            <p:cNvSpPr>
              <a:spLocks noChangeArrowheads="1"/>
            </p:cNvSpPr>
            <p:nvPr/>
          </p:nvSpPr>
          <p:spPr bwMode="auto">
            <a:xfrm>
              <a:off x="1812" y="2073"/>
              <a:ext cx="229" cy="174"/>
            </a:xfrm>
            <a:prstGeom prst="rect">
              <a:avLst/>
            </a:prstGeom>
            <a:solidFill>
              <a:srgbClr val="FFFF66"/>
            </a:solidFill>
            <a:ln w="9525">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en-US" altLang="zh-CN" sz="1800" b="1">
                  <a:solidFill>
                    <a:schemeClr val="bg2"/>
                  </a:solidFill>
                  <a:latin typeface="Times New Roman" panose="02020603050405020304" pitchFamily="18" charset="0"/>
                  <a:ea typeface="楷体_GB2312" pitchFamily="49" charset="-122"/>
                </a:rPr>
                <a:t>i-1</a:t>
              </a:r>
            </a:p>
          </p:txBody>
        </p:sp>
        <p:sp>
          <p:nvSpPr>
            <p:cNvPr id="51219" name="Rectangle 11"/>
            <p:cNvSpPr>
              <a:spLocks noChangeArrowheads="1"/>
            </p:cNvSpPr>
            <p:nvPr/>
          </p:nvSpPr>
          <p:spPr bwMode="auto">
            <a:xfrm>
              <a:off x="2210" y="2073"/>
              <a:ext cx="229" cy="174"/>
            </a:xfrm>
            <a:prstGeom prst="rect">
              <a:avLst/>
            </a:prstGeom>
            <a:solidFill>
              <a:srgbClr val="FFFF66"/>
            </a:solidFill>
            <a:ln w="9525">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en-US" altLang="zh-CN" sz="1800" b="1">
                  <a:solidFill>
                    <a:schemeClr val="bg2"/>
                  </a:solidFill>
                  <a:latin typeface="Times New Roman" panose="02020603050405020304" pitchFamily="18" charset="0"/>
                  <a:ea typeface="楷体_GB2312" pitchFamily="49" charset="-122"/>
                </a:rPr>
                <a:t>i</a:t>
              </a:r>
            </a:p>
          </p:txBody>
        </p:sp>
        <p:sp>
          <p:nvSpPr>
            <p:cNvPr id="51220" name="Rectangle 12"/>
            <p:cNvSpPr>
              <a:spLocks noChangeArrowheads="1"/>
            </p:cNvSpPr>
            <p:nvPr/>
          </p:nvSpPr>
          <p:spPr bwMode="auto">
            <a:xfrm>
              <a:off x="1267" y="2714"/>
              <a:ext cx="750" cy="201"/>
            </a:xfrm>
            <a:prstGeom prst="rect">
              <a:avLst/>
            </a:prstGeom>
            <a:solidFill>
              <a:srgbClr val="FFFF66"/>
            </a:solidFill>
            <a:ln w="9525">
              <a:solidFill>
                <a:schemeClr val="accent1"/>
              </a:solidFill>
              <a:miter lim="800000"/>
              <a:headEnd/>
              <a:tailEnd/>
            </a:ln>
            <a:effectLst>
              <a:outerShdw dist="35921" dir="2700000" algn="ctr" rotWithShape="0">
                <a:schemeClr val="bg2"/>
              </a:outerShdw>
            </a:effec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800" b="1" u="sng">
                  <a:solidFill>
                    <a:schemeClr val="bg2"/>
                  </a:solidFill>
                  <a:latin typeface="Times New Roman" panose="02020603050405020304" pitchFamily="18" charset="0"/>
                </a:rPr>
                <a:t>左</a:t>
              </a:r>
              <a:r>
                <a:rPr kumimoji="1" lang="en-US" altLang="zh-CN" sz="1800" b="1" u="sng">
                  <a:solidFill>
                    <a:schemeClr val="bg2"/>
                  </a:solidFill>
                  <a:latin typeface="Times New Roman" panose="02020603050405020304" pitchFamily="18" charset="0"/>
                </a:rPr>
                <a:t>:</a:t>
              </a:r>
              <a:r>
                <a:rPr kumimoji="1" lang="zh-CN" altLang="en-US" sz="1800" b="1" u="sng">
                  <a:solidFill>
                    <a:schemeClr val="bg2"/>
                  </a:solidFill>
                  <a:latin typeface="Times New Roman" panose="02020603050405020304" pitchFamily="18" charset="0"/>
                </a:rPr>
                <a:t>端点</a:t>
              </a:r>
            </a:p>
          </p:txBody>
        </p:sp>
        <p:sp>
          <p:nvSpPr>
            <p:cNvPr id="51221" name="Rectangle 13"/>
            <p:cNvSpPr>
              <a:spLocks noChangeArrowheads="1"/>
            </p:cNvSpPr>
            <p:nvPr/>
          </p:nvSpPr>
          <p:spPr bwMode="auto">
            <a:xfrm>
              <a:off x="2227" y="2714"/>
              <a:ext cx="750" cy="201"/>
            </a:xfrm>
            <a:prstGeom prst="rect">
              <a:avLst/>
            </a:prstGeom>
            <a:solidFill>
              <a:srgbClr val="FFFF66"/>
            </a:solidFill>
            <a:ln w="9525">
              <a:solidFill>
                <a:schemeClr val="accent1"/>
              </a:solidFill>
              <a:miter lim="800000"/>
              <a:headEnd/>
              <a:tailEnd/>
            </a:ln>
            <a:effectLst>
              <a:outerShdw dist="35921" dir="2700000" algn="ctr" rotWithShape="0">
                <a:schemeClr val="bg2"/>
              </a:outerShdw>
            </a:effec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800" b="1" u="sng">
                  <a:solidFill>
                    <a:schemeClr val="bg2"/>
                  </a:solidFill>
                  <a:latin typeface="Times New Roman" panose="02020603050405020304" pitchFamily="18" charset="0"/>
                </a:rPr>
                <a:t>右</a:t>
              </a:r>
              <a:r>
                <a:rPr kumimoji="1" lang="en-US" altLang="zh-CN" sz="1800" b="1" u="sng">
                  <a:solidFill>
                    <a:schemeClr val="bg2"/>
                  </a:solidFill>
                  <a:latin typeface="Times New Roman" panose="02020603050405020304" pitchFamily="18" charset="0"/>
                </a:rPr>
                <a:t>:</a:t>
              </a:r>
              <a:r>
                <a:rPr kumimoji="1" lang="zh-CN" altLang="en-US" sz="1800" b="1" u="sng">
                  <a:solidFill>
                    <a:schemeClr val="bg2"/>
                  </a:solidFill>
                  <a:latin typeface="Times New Roman" panose="02020603050405020304" pitchFamily="18" charset="0"/>
                </a:rPr>
                <a:t>端点</a:t>
              </a:r>
            </a:p>
          </p:txBody>
        </p:sp>
        <p:sp>
          <p:nvSpPr>
            <p:cNvPr id="51222" name="Line 14"/>
            <p:cNvSpPr>
              <a:spLocks noChangeShapeType="1"/>
            </p:cNvSpPr>
            <p:nvPr/>
          </p:nvSpPr>
          <p:spPr bwMode="auto">
            <a:xfrm>
              <a:off x="1921" y="2242"/>
              <a:ext cx="0" cy="46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223" name="Line 15"/>
            <p:cNvSpPr>
              <a:spLocks noChangeShapeType="1"/>
            </p:cNvSpPr>
            <p:nvPr/>
          </p:nvSpPr>
          <p:spPr bwMode="auto">
            <a:xfrm>
              <a:off x="2332" y="2257"/>
              <a:ext cx="0" cy="46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224" name="Line 16"/>
            <p:cNvSpPr>
              <a:spLocks noChangeShapeType="1"/>
            </p:cNvSpPr>
            <p:nvPr/>
          </p:nvSpPr>
          <p:spPr bwMode="auto">
            <a:xfrm>
              <a:off x="641" y="775"/>
              <a:ext cx="1033"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225" name="Line 17"/>
            <p:cNvSpPr>
              <a:spLocks noChangeShapeType="1"/>
            </p:cNvSpPr>
            <p:nvPr/>
          </p:nvSpPr>
          <p:spPr bwMode="auto">
            <a:xfrm>
              <a:off x="4484" y="885"/>
              <a:ext cx="0" cy="1005"/>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226" name="Text Box 18"/>
            <p:cNvSpPr txBox="1">
              <a:spLocks noChangeArrowheads="1"/>
            </p:cNvSpPr>
            <p:nvPr/>
          </p:nvSpPr>
          <p:spPr bwMode="auto">
            <a:xfrm>
              <a:off x="3378" y="950"/>
              <a:ext cx="11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FontTx/>
                <a:buNone/>
              </a:pPr>
              <a:r>
                <a:rPr kumimoji="1" lang="en-US" altLang="zh-CN" sz="1800">
                  <a:latin typeface="Times New Roman" panose="02020603050405020304" pitchFamily="18" charset="0"/>
                  <a:ea typeface="楷体_GB2312" pitchFamily="49" charset="-122"/>
                </a:rPr>
                <a:t>《</a:t>
              </a:r>
              <a:r>
                <a:rPr kumimoji="1" lang="zh-CN" altLang="en-US" sz="1800" b="1">
                  <a:latin typeface="Times New Roman" panose="02020603050405020304" pitchFamily="18" charset="0"/>
                </a:rPr>
                <a:t>参数</a:t>
              </a:r>
              <a:r>
                <a:rPr kumimoji="1" lang="en-US" altLang="zh-CN" sz="1800">
                  <a:latin typeface="Times New Roman" panose="02020603050405020304" pitchFamily="18" charset="0"/>
                  <a:ea typeface="楷体_GB2312" pitchFamily="49" charset="-122"/>
                </a:rPr>
                <a:t>》</a:t>
              </a:r>
              <a:r>
                <a:rPr kumimoji="1" lang="zh-CN" altLang="en-US" sz="1800" b="1">
                  <a:latin typeface="Times New Roman" panose="02020603050405020304" pitchFamily="18" charset="0"/>
                </a:rPr>
                <a:t>窗口</a:t>
              </a:r>
            </a:p>
          </p:txBody>
        </p:sp>
        <p:sp>
          <p:nvSpPr>
            <p:cNvPr id="51227" name="Text Box 19"/>
            <p:cNvSpPr txBox="1">
              <a:spLocks noChangeArrowheads="1"/>
            </p:cNvSpPr>
            <p:nvPr/>
          </p:nvSpPr>
          <p:spPr bwMode="auto">
            <a:xfrm>
              <a:off x="3384" y="1611"/>
              <a:ext cx="11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FontTx/>
                <a:buNone/>
              </a:pPr>
              <a:r>
                <a:rPr kumimoji="1" lang="en-US" altLang="zh-CN" sz="1800">
                  <a:latin typeface="Times New Roman" panose="02020603050405020304" pitchFamily="18" charset="0"/>
                  <a:ea typeface="楷体_GB2312" pitchFamily="49" charset="-122"/>
                </a:rPr>
                <a:t>《</a:t>
              </a:r>
              <a:r>
                <a:rPr kumimoji="1" lang="zh-CN" altLang="en-US" sz="1800" b="1">
                  <a:latin typeface="Times New Roman" panose="02020603050405020304" pitchFamily="18" charset="0"/>
                </a:rPr>
                <a:t>局部</a:t>
              </a:r>
              <a:r>
                <a:rPr kumimoji="1" lang="en-US" altLang="zh-CN" sz="1800">
                  <a:latin typeface="Times New Roman" panose="02020603050405020304" pitchFamily="18" charset="0"/>
                  <a:ea typeface="楷体_GB2312" pitchFamily="49" charset="-122"/>
                </a:rPr>
                <a:t>》</a:t>
              </a:r>
              <a:r>
                <a:rPr kumimoji="1" lang="zh-CN" altLang="en-US" sz="1800" b="1">
                  <a:latin typeface="Times New Roman" panose="02020603050405020304" pitchFamily="18" charset="0"/>
                </a:rPr>
                <a:t>直线</a:t>
              </a:r>
            </a:p>
          </p:txBody>
        </p:sp>
        <p:sp>
          <p:nvSpPr>
            <p:cNvPr id="51228" name="Text Box 20"/>
            <p:cNvSpPr txBox="1">
              <a:spLocks noChangeArrowheads="1"/>
            </p:cNvSpPr>
            <p:nvPr/>
          </p:nvSpPr>
          <p:spPr bwMode="auto">
            <a:xfrm>
              <a:off x="4513" y="1616"/>
              <a:ext cx="979"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kumimoji="1" lang="zh-CN" altLang="en-US" sz="1800" b="1">
                  <a:latin typeface="Times New Roman" panose="02020603050405020304" pitchFamily="18" charset="0"/>
                </a:rPr>
                <a:t>内容</a:t>
              </a:r>
              <a:r>
                <a:rPr kumimoji="1" lang="en-US" altLang="zh-CN" sz="1800" b="1">
                  <a:latin typeface="Times New Roman" panose="02020603050405020304" pitchFamily="18" charset="0"/>
                </a:rPr>
                <a:t>{new}</a:t>
              </a:r>
            </a:p>
          </p:txBody>
        </p:sp>
        <p:sp>
          <p:nvSpPr>
            <p:cNvPr id="51229" name="Text Box 21"/>
            <p:cNvSpPr txBox="1">
              <a:spLocks noChangeArrowheads="1"/>
            </p:cNvSpPr>
            <p:nvPr/>
          </p:nvSpPr>
          <p:spPr bwMode="auto">
            <a:xfrm>
              <a:off x="3217" y="516"/>
              <a:ext cx="11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FontTx/>
                <a:buNone/>
              </a:pPr>
              <a:r>
                <a:rPr kumimoji="1" lang="zh-CN" altLang="en-US" sz="1800" b="1">
                  <a:latin typeface="Times New Roman" panose="02020603050405020304" pitchFamily="18" charset="0"/>
                </a:rPr>
                <a:t>窗口</a:t>
              </a:r>
            </a:p>
          </p:txBody>
        </p:sp>
        <p:sp>
          <p:nvSpPr>
            <p:cNvPr id="51230" name="Text Box 22"/>
            <p:cNvSpPr txBox="1">
              <a:spLocks noChangeArrowheads="1"/>
            </p:cNvSpPr>
            <p:nvPr/>
          </p:nvSpPr>
          <p:spPr bwMode="auto">
            <a:xfrm>
              <a:off x="969" y="2054"/>
              <a:ext cx="78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FontTx/>
                <a:buNone/>
              </a:pPr>
              <a:r>
                <a:rPr kumimoji="1" lang="en-US" altLang="zh-CN" sz="1800">
                  <a:latin typeface="Times New Roman" panose="02020603050405020304" pitchFamily="18" charset="0"/>
                  <a:ea typeface="楷体_GB2312" pitchFamily="49" charset="-122"/>
                </a:rPr>
                <a:t>《</a:t>
              </a:r>
              <a:r>
                <a:rPr kumimoji="1" lang="zh-CN" altLang="en-US" sz="1800" b="1">
                  <a:latin typeface="Times New Roman" panose="02020603050405020304" pitchFamily="18" charset="0"/>
                </a:rPr>
                <a:t>自授</a:t>
              </a:r>
              <a:r>
                <a:rPr kumimoji="1" lang="en-US" altLang="zh-CN" sz="1800">
                  <a:latin typeface="Times New Roman" panose="02020603050405020304" pitchFamily="18" charset="0"/>
                  <a:ea typeface="楷体_GB2312" pitchFamily="49" charset="-122"/>
                </a:rPr>
                <a:t>》</a:t>
              </a:r>
              <a:endParaRPr kumimoji="1" lang="en-US" altLang="zh-CN" sz="1800" b="1">
                <a:latin typeface="Times New Roman" panose="02020603050405020304" pitchFamily="18" charset="0"/>
              </a:endParaRPr>
            </a:p>
          </p:txBody>
        </p:sp>
        <p:sp>
          <p:nvSpPr>
            <p:cNvPr id="51231" name="Line 23"/>
            <p:cNvSpPr>
              <a:spLocks noChangeShapeType="1"/>
            </p:cNvSpPr>
            <p:nvPr/>
          </p:nvSpPr>
          <p:spPr bwMode="auto">
            <a:xfrm>
              <a:off x="2107" y="866"/>
              <a:ext cx="0" cy="997"/>
            </a:xfrm>
            <a:prstGeom prst="line">
              <a:avLst/>
            </a:prstGeom>
            <a:noFill/>
            <a:ln w="2857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232" name="Line 24"/>
            <p:cNvSpPr>
              <a:spLocks noChangeShapeType="1"/>
            </p:cNvSpPr>
            <p:nvPr/>
          </p:nvSpPr>
          <p:spPr bwMode="auto">
            <a:xfrm flipV="1">
              <a:off x="4594" y="1058"/>
              <a:ext cx="0" cy="311"/>
            </a:xfrm>
            <a:prstGeom prst="line">
              <a:avLst/>
            </a:prstGeom>
            <a:noFill/>
            <a:ln w="28575">
              <a:solidFill>
                <a:srgbClr val="FFFF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233" name="Line 25"/>
            <p:cNvSpPr>
              <a:spLocks noChangeShapeType="1"/>
            </p:cNvSpPr>
            <p:nvPr/>
          </p:nvSpPr>
          <p:spPr bwMode="auto">
            <a:xfrm>
              <a:off x="2437" y="2420"/>
              <a:ext cx="0" cy="247"/>
            </a:xfrm>
            <a:prstGeom prst="line">
              <a:avLst/>
            </a:prstGeom>
            <a:noFill/>
            <a:ln w="28575">
              <a:solidFill>
                <a:srgbClr val="FFFF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234" name="Line 26"/>
            <p:cNvSpPr>
              <a:spLocks noChangeShapeType="1"/>
            </p:cNvSpPr>
            <p:nvPr/>
          </p:nvSpPr>
          <p:spPr bwMode="auto">
            <a:xfrm>
              <a:off x="2583" y="1941"/>
              <a:ext cx="1508"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235" name="Line 27"/>
            <p:cNvSpPr>
              <a:spLocks noChangeShapeType="1"/>
            </p:cNvSpPr>
            <p:nvPr/>
          </p:nvSpPr>
          <p:spPr bwMode="auto">
            <a:xfrm>
              <a:off x="1815" y="2447"/>
              <a:ext cx="0" cy="228"/>
            </a:xfrm>
            <a:prstGeom prst="line">
              <a:avLst/>
            </a:prstGeom>
            <a:noFill/>
            <a:ln w="28575">
              <a:solidFill>
                <a:srgbClr val="FFFF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51236" name="Group 28"/>
            <p:cNvGrpSpPr>
              <a:grpSpLocks/>
            </p:cNvGrpSpPr>
            <p:nvPr/>
          </p:nvGrpSpPr>
          <p:grpSpPr bwMode="auto">
            <a:xfrm>
              <a:off x="300" y="682"/>
              <a:ext cx="179" cy="407"/>
              <a:chOff x="184" y="262"/>
              <a:chExt cx="179" cy="407"/>
            </a:xfrm>
          </p:grpSpPr>
          <p:sp>
            <p:nvSpPr>
              <p:cNvPr id="51249" name="Oval 29"/>
              <p:cNvSpPr>
                <a:spLocks noChangeArrowheads="1"/>
              </p:cNvSpPr>
              <p:nvPr/>
            </p:nvSpPr>
            <p:spPr bwMode="auto">
              <a:xfrm>
                <a:off x="209" y="262"/>
                <a:ext cx="123" cy="95"/>
              </a:xfrm>
              <a:prstGeom prst="ellipse">
                <a:avLst/>
              </a:prstGeom>
              <a:noFill/>
              <a:ln w="28575">
                <a:solidFill>
                  <a:schemeClr val="tx2"/>
                </a:solidFill>
                <a:round/>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51250" name="Line 30"/>
              <p:cNvSpPr>
                <a:spLocks noChangeShapeType="1"/>
              </p:cNvSpPr>
              <p:nvPr/>
            </p:nvSpPr>
            <p:spPr bwMode="auto">
              <a:xfrm>
                <a:off x="277" y="353"/>
                <a:ext cx="0" cy="210"/>
              </a:xfrm>
              <a:prstGeom prst="line">
                <a:avLst/>
              </a:prstGeom>
              <a:noFill/>
              <a:ln w="28575">
                <a:solidFill>
                  <a:schemeClr val="tx2"/>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51251" name="Line 31"/>
              <p:cNvSpPr>
                <a:spLocks noChangeShapeType="1"/>
              </p:cNvSpPr>
              <p:nvPr/>
            </p:nvSpPr>
            <p:spPr bwMode="auto">
              <a:xfrm flipH="1">
                <a:off x="184" y="557"/>
                <a:ext cx="99" cy="112"/>
              </a:xfrm>
              <a:prstGeom prst="line">
                <a:avLst/>
              </a:prstGeom>
              <a:noFill/>
              <a:ln w="28575">
                <a:solidFill>
                  <a:schemeClr val="tx2"/>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51252" name="Line 32"/>
              <p:cNvSpPr>
                <a:spLocks noChangeShapeType="1"/>
              </p:cNvSpPr>
              <p:nvPr/>
            </p:nvSpPr>
            <p:spPr bwMode="auto">
              <a:xfrm>
                <a:off x="283" y="557"/>
                <a:ext cx="80" cy="106"/>
              </a:xfrm>
              <a:prstGeom prst="line">
                <a:avLst/>
              </a:prstGeom>
              <a:noFill/>
              <a:ln w="28575">
                <a:solidFill>
                  <a:schemeClr val="tx2"/>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51253" name="Line 33"/>
              <p:cNvSpPr>
                <a:spLocks noChangeShapeType="1"/>
              </p:cNvSpPr>
              <p:nvPr/>
            </p:nvSpPr>
            <p:spPr bwMode="auto">
              <a:xfrm>
                <a:off x="194" y="410"/>
                <a:ext cx="155" cy="0"/>
              </a:xfrm>
              <a:prstGeom prst="line">
                <a:avLst/>
              </a:prstGeom>
              <a:noFill/>
              <a:ln w="28575">
                <a:solidFill>
                  <a:schemeClr val="tx2"/>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grpSp>
        <p:sp>
          <p:nvSpPr>
            <p:cNvPr id="51237" name="Line 34"/>
            <p:cNvSpPr>
              <a:spLocks noChangeShapeType="1"/>
            </p:cNvSpPr>
            <p:nvPr/>
          </p:nvSpPr>
          <p:spPr bwMode="auto">
            <a:xfrm>
              <a:off x="1333" y="667"/>
              <a:ext cx="293" cy="0"/>
            </a:xfrm>
            <a:prstGeom prst="line">
              <a:avLst/>
            </a:prstGeom>
            <a:noFill/>
            <a:ln w="28575">
              <a:solidFill>
                <a:srgbClr val="FFFF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238" name="Text Box 35"/>
            <p:cNvSpPr txBox="1">
              <a:spLocks noChangeArrowheads="1"/>
            </p:cNvSpPr>
            <p:nvPr/>
          </p:nvSpPr>
          <p:spPr bwMode="auto">
            <a:xfrm>
              <a:off x="3028" y="2068"/>
              <a:ext cx="126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kumimoji="1" lang="en-US" altLang="zh-CN" sz="1800" b="1">
                  <a:latin typeface="Times New Roman" panose="02020603050405020304" pitchFamily="18" charset="0"/>
                  <a:ea typeface="楷体_GB2312" pitchFamily="49" charset="-122"/>
                </a:rPr>
                <a:t>1.1.2 Create(r0,r1)</a:t>
              </a:r>
            </a:p>
          </p:txBody>
        </p:sp>
        <p:sp>
          <p:nvSpPr>
            <p:cNvPr id="51239" name="Text Box 36"/>
            <p:cNvSpPr txBox="1">
              <a:spLocks noChangeArrowheads="1"/>
            </p:cNvSpPr>
            <p:nvPr/>
          </p:nvSpPr>
          <p:spPr bwMode="auto">
            <a:xfrm>
              <a:off x="3055" y="2245"/>
              <a:ext cx="154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kumimoji="1" lang="en-US" altLang="zh-CN" sz="1800" b="1">
                  <a:latin typeface="Times New Roman" panose="02020603050405020304" pitchFamily="18" charset="0"/>
                  <a:ea typeface="楷体_GB2312" pitchFamily="49" charset="-122"/>
                </a:rPr>
                <a:t>1.1.3 display(window)</a:t>
              </a:r>
            </a:p>
          </p:txBody>
        </p:sp>
        <p:sp>
          <p:nvSpPr>
            <p:cNvPr id="51240" name="Text Box 37"/>
            <p:cNvSpPr txBox="1">
              <a:spLocks noChangeArrowheads="1"/>
            </p:cNvSpPr>
            <p:nvPr/>
          </p:nvSpPr>
          <p:spPr bwMode="auto">
            <a:xfrm>
              <a:off x="2533" y="2469"/>
              <a:ext cx="1847"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kumimoji="1" lang="en-US" altLang="zh-CN" sz="1800" b="1">
                  <a:latin typeface="Times New Roman" panose="02020603050405020304" pitchFamily="18" charset="0"/>
                  <a:ea typeface="楷体_GB2312" pitchFamily="49" charset="-122"/>
                </a:rPr>
                <a:t>1.1.1b:r1:=position()</a:t>
              </a:r>
            </a:p>
          </p:txBody>
        </p:sp>
        <p:sp>
          <p:nvSpPr>
            <p:cNvPr id="51241" name="Text Box 38"/>
            <p:cNvSpPr txBox="1">
              <a:spLocks noChangeArrowheads="1"/>
            </p:cNvSpPr>
            <p:nvPr/>
          </p:nvSpPr>
          <p:spPr bwMode="auto">
            <a:xfrm>
              <a:off x="270" y="2490"/>
              <a:ext cx="150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r" eaLnBrk="1" hangingPunct="1">
                <a:spcBef>
                  <a:spcPct val="50000"/>
                </a:spcBef>
                <a:buClrTx/>
                <a:buFontTx/>
                <a:buNone/>
              </a:pPr>
              <a:r>
                <a:rPr kumimoji="1" lang="en-US" altLang="zh-CN" sz="1800" b="1">
                  <a:latin typeface="Times New Roman" panose="02020603050405020304" pitchFamily="18" charset="0"/>
                  <a:ea typeface="楷体_GB2312" pitchFamily="49" charset="-122"/>
                </a:rPr>
                <a:t>1.1.1a:r0:=position()</a:t>
              </a:r>
            </a:p>
          </p:txBody>
        </p:sp>
        <p:sp>
          <p:nvSpPr>
            <p:cNvPr id="51242" name="Line 39"/>
            <p:cNvSpPr>
              <a:spLocks noChangeShapeType="1"/>
            </p:cNvSpPr>
            <p:nvPr/>
          </p:nvSpPr>
          <p:spPr bwMode="auto">
            <a:xfrm>
              <a:off x="2184" y="1221"/>
              <a:ext cx="0" cy="256"/>
            </a:xfrm>
            <a:prstGeom prst="line">
              <a:avLst/>
            </a:prstGeom>
            <a:noFill/>
            <a:ln w="28575">
              <a:solidFill>
                <a:srgbClr val="FFFF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243" name="Text Box 40"/>
            <p:cNvSpPr txBox="1">
              <a:spLocks noChangeArrowheads="1"/>
            </p:cNvSpPr>
            <p:nvPr/>
          </p:nvSpPr>
          <p:spPr bwMode="auto">
            <a:xfrm>
              <a:off x="2183" y="1224"/>
              <a:ext cx="192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kumimoji="1" lang="en-US" altLang="zh-CN" sz="1800" b="1">
                  <a:latin typeface="Times New Roman" panose="02020603050405020304" pitchFamily="18" charset="0"/>
                  <a:ea typeface="楷体_GB2312" pitchFamily="49" charset="-122"/>
                </a:rPr>
                <a:t> 1: displaypositions(window)</a:t>
              </a:r>
            </a:p>
          </p:txBody>
        </p:sp>
        <p:sp>
          <p:nvSpPr>
            <p:cNvPr id="51244" name="Line 41"/>
            <p:cNvSpPr>
              <a:spLocks noChangeShapeType="1"/>
            </p:cNvSpPr>
            <p:nvPr/>
          </p:nvSpPr>
          <p:spPr bwMode="auto">
            <a:xfrm>
              <a:off x="952" y="1896"/>
              <a:ext cx="0" cy="226"/>
            </a:xfrm>
            <a:prstGeom prst="line">
              <a:avLst/>
            </a:prstGeom>
            <a:noFill/>
            <a:ln w="28575">
              <a:solidFill>
                <a:srgbClr val="FFFF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245" name="Text Box 42"/>
            <p:cNvSpPr txBox="1">
              <a:spLocks noChangeArrowheads="1"/>
            </p:cNvSpPr>
            <p:nvPr/>
          </p:nvSpPr>
          <p:spPr bwMode="auto">
            <a:xfrm>
              <a:off x="4576" y="1200"/>
              <a:ext cx="116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FontTx/>
                <a:buNone/>
              </a:pPr>
              <a:r>
                <a:rPr kumimoji="1" lang="en-US" altLang="zh-CN" sz="1800" b="1">
                  <a:latin typeface="Times New Roman" panose="02020603050405020304" pitchFamily="18" charset="0"/>
                  <a:ea typeface="楷体_GB2312" pitchFamily="49" charset="-122"/>
                </a:rPr>
                <a:t>1.1.3.1 add(self)</a:t>
              </a:r>
            </a:p>
          </p:txBody>
        </p:sp>
        <p:sp>
          <p:nvSpPr>
            <p:cNvPr id="51246" name="Text Box 43"/>
            <p:cNvSpPr txBox="1">
              <a:spLocks noChangeArrowheads="1"/>
            </p:cNvSpPr>
            <p:nvPr/>
          </p:nvSpPr>
          <p:spPr bwMode="auto">
            <a:xfrm>
              <a:off x="557" y="548"/>
              <a:ext cx="83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kumimoji="1" lang="en-US" altLang="zh-CN" sz="1800" b="1">
                  <a:latin typeface="Times New Roman" panose="02020603050405020304" pitchFamily="18" charset="0"/>
                  <a:ea typeface="楷体_GB2312" pitchFamily="49" charset="-122"/>
                </a:rPr>
                <a:t>Redisplay()</a:t>
              </a:r>
            </a:p>
          </p:txBody>
        </p:sp>
        <p:sp>
          <p:nvSpPr>
            <p:cNvPr id="51247" name="Line 44"/>
            <p:cNvSpPr>
              <a:spLocks noChangeShapeType="1"/>
            </p:cNvSpPr>
            <p:nvPr/>
          </p:nvSpPr>
          <p:spPr bwMode="auto">
            <a:xfrm>
              <a:off x="2752" y="2167"/>
              <a:ext cx="293" cy="0"/>
            </a:xfrm>
            <a:prstGeom prst="line">
              <a:avLst/>
            </a:prstGeom>
            <a:noFill/>
            <a:ln w="28575">
              <a:solidFill>
                <a:srgbClr val="FFFF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1248" name="Line 45"/>
            <p:cNvSpPr>
              <a:spLocks noChangeShapeType="1"/>
            </p:cNvSpPr>
            <p:nvPr/>
          </p:nvSpPr>
          <p:spPr bwMode="auto">
            <a:xfrm>
              <a:off x="2752" y="2368"/>
              <a:ext cx="293" cy="0"/>
            </a:xfrm>
            <a:prstGeom prst="line">
              <a:avLst/>
            </a:prstGeom>
            <a:noFill/>
            <a:ln w="28575">
              <a:solidFill>
                <a:srgbClr val="FFFF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1205" name="Text Box 47"/>
          <p:cNvSpPr txBox="1">
            <a:spLocks noChangeArrowheads="1"/>
          </p:cNvSpPr>
          <p:nvPr/>
        </p:nvSpPr>
        <p:spPr bwMode="auto">
          <a:xfrm>
            <a:off x="2900363" y="4732338"/>
            <a:ext cx="3440112"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FontTx/>
              <a:buNone/>
            </a:pPr>
            <a:r>
              <a:rPr kumimoji="1" lang="zh-CN" altLang="en-US" sz="1800">
                <a:latin typeface="宋体" panose="02010600030101010101" pitchFamily="2" charset="-122"/>
              </a:rPr>
              <a:t>电路设计的合作图</a:t>
            </a:r>
            <a:endParaRPr kumimoji="1" lang="zh-CN" altLang="en-US" sz="1800">
              <a:solidFill>
                <a:srgbClr val="FFFFFF"/>
              </a:solidFill>
              <a:latin typeface="宋体" panose="02010600030101010101" pitchFamily="2" charset="-122"/>
            </a:endParaRPr>
          </a:p>
        </p:txBody>
      </p:sp>
      <p:sp>
        <p:nvSpPr>
          <p:cNvPr id="51206" name="Text Box 48"/>
          <p:cNvSpPr txBox="1">
            <a:spLocks noChangeArrowheads="1"/>
          </p:cNvSpPr>
          <p:nvPr/>
        </p:nvSpPr>
        <p:spPr bwMode="auto">
          <a:xfrm>
            <a:off x="392113" y="5348288"/>
            <a:ext cx="8505825"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ClrTx/>
              <a:buFontTx/>
              <a:buNone/>
            </a:pPr>
            <a:r>
              <a:rPr kumimoji="1" lang="zh-CN" altLang="en-US" sz="2400">
                <a:latin typeface="Times New Roman" panose="02020603050405020304" pitchFamily="18" charset="0"/>
                <a:ea typeface="楷体_GB2312" pitchFamily="49" charset="-122"/>
              </a:rPr>
              <a:t>　　</a:t>
            </a:r>
            <a:r>
              <a:rPr kumimoji="1" lang="zh-CN" altLang="en-US" sz="2400" b="1">
                <a:latin typeface="Times New Roman" panose="02020603050405020304" pitchFamily="18" charset="0"/>
                <a:ea typeface="楷体_GB2312" pitchFamily="49" charset="-122"/>
              </a:rPr>
              <a:t>在控制器控制下进行布线，找出左端点</a:t>
            </a:r>
            <a:r>
              <a:rPr kumimoji="1" lang="en-US" altLang="zh-CN" sz="2400" b="1">
                <a:latin typeface="Times New Roman" panose="02020603050405020304" pitchFamily="18" charset="0"/>
                <a:ea typeface="楷体_GB2312" pitchFamily="49" charset="-122"/>
              </a:rPr>
              <a:t>r0</a:t>
            </a:r>
            <a:r>
              <a:rPr kumimoji="1" lang="zh-CN" altLang="en-US" sz="2400" b="1">
                <a:latin typeface="Times New Roman" panose="02020603050405020304" pitchFamily="18" charset="0"/>
                <a:ea typeface="楷体_GB2312" pitchFamily="49" charset="-122"/>
              </a:rPr>
              <a:t>和右端点</a:t>
            </a:r>
            <a:r>
              <a:rPr kumimoji="1" lang="en-US" altLang="zh-CN" sz="2400" b="1">
                <a:latin typeface="Times New Roman" panose="02020603050405020304" pitchFamily="18" charset="0"/>
                <a:ea typeface="楷体_GB2312" pitchFamily="49" charset="-122"/>
              </a:rPr>
              <a:t>r1</a:t>
            </a:r>
            <a:r>
              <a:rPr kumimoji="1" lang="zh-CN" altLang="en-US" sz="2400" b="1">
                <a:latin typeface="Times New Roman" panose="02020603050405020304" pitchFamily="18" charset="0"/>
                <a:ea typeface="楷体_GB2312" pitchFamily="49" charset="-122"/>
              </a:rPr>
              <a:t>，创建对象“直线”，并在窗口显示出来。</a:t>
            </a:r>
          </a:p>
        </p:txBody>
      </p:sp>
      <p:sp>
        <p:nvSpPr>
          <p:cNvPr id="51207" name="Text Box 49"/>
          <p:cNvSpPr txBox="1">
            <a:spLocks noChangeArrowheads="1"/>
          </p:cNvSpPr>
          <p:nvPr/>
        </p:nvSpPr>
        <p:spPr bwMode="auto">
          <a:xfrm>
            <a:off x="3425825" y="2447925"/>
            <a:ext cx="145097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kumimoji="1" lang="zh-CN" altLang="en-US" sz="1800" b="1">
                <a:latin typeface="Times New Roman" panose="02020603050405020304" pitchFamily="18" charset="0"/>
              </a:rPr>
              <a:t>布线</a:t>
            </a:r>
          </a:p>
        </p:txBody>
      </p:sp>
      <p:sp>
        <p:nvSpPr>
          <p:cNvPr id="51208" name="Oval 50">
            <a:hlinkClick r:id="" action="ppaction://hlinkshowjump?jump=previousslide"/>
          </p:cNvPr>
          <p:cNvSpPr>
            <a:spLocks noChangeArrowheads="1"/>
          </p:cNvSpPr>
          <p:nvPr/>
        </p:nvSpPr>
        <p:spPr bwMode="auto">
          <a:xfrm>
            <a:off x="6356350" y="6365875"/>
            <a:ext cx="762000" cy="381000"/>
          </a:xfrm>
          <a:prstGeom prst="ellipse">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round/>
                <a:headEnd/>
                <a:tailEnd/>
              </a14:hiddenLine>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51209" name="Oval 51">
            <a:hlinkClick r:id="" action="ppaction://hlinkshowjump?jump=nextslide"/>
          </p:cNvPr>
          <p:cNvSpPr>
            <a:spLocks noChangeArrowheads="1"/>
          </p:cNvSpPr>
          <p:nvPr/>
        </p:nvSpPr>
        <p:spPr bwMode="auto">
          <a:xfrm>
            <a:off x="7245350" y="6365875"/>
            <a:ext cx="762000" cy="381000"/>
          </a:xfrm>
          <a:prstGeom prst="ellipse">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round/>
                <a:headEnd/>
                <a:tailEnd/>
              </a14:hiddenLine>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51210" name="Oval 52">
            <a:hlinkClick r:id="" action="ppaction://hlinkshowjump?jump=firstslide"/>
          </p:cNvPr>
          <p:cNvSpPr>
            <a:spLocks noChangeArrowheads="1"/>
          </p:cNvSpPr>
          <p:nvPr/>
        </p:nvSpPr>
        <p:spPr bwMode="auto">
          <a:xfrm>
            <a:off x="8137525" y="6370638"/>
            <a:ext cx="762000" cy="381000"/>
          </a:xfrm>
          <a:prstGeom prst="ellipse">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round/>
                <a:headEnd/>
                <a:tailEnd/>
              </a14:hiddenLine>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Tree>
  </p:cSld>
  <p:clrMapOvr>
    <a:masterClrMapping/>
  </p:clrMapOvr>
  <p:transition advClick="0">
    <p:wheel spokes="8"/>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日期占位符 2"/>
          <p:cNvSpPr>
            <a:spLocks noGrp="1"/>
          </p:cNvSpPr>
          <p:nvPr>
            <p:ph type="dt" sz="quarter" idx="10"/>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CCC070B7-77AD-4DC5-81DD-C9BA25C85D6A}" type="datetime8">
              <a:rPr lang="zh-CN" altLang="en-US" sz="1400" smtClean="0"/>
              <a:pPr>
                <a:spcBef>
                  <a:spcPct val="0"/>
                </a:spcBef>
                <a:buClrTx/>
                <a:buFontTx/>
                <a:buNone/>
              </a:pPr>
              <a:t>2020年5月12日3时0分</a:t>
            </a:fld>
            <a:endParaRPr lang="en-US" altLang="zh-CN" sz="1400" smtClean="0"/>
          </a:p>
        </p:txBody>
      </p:sp>
      <p:sp>
        <p:nvSpPr>
          <p:cNvPr id="52227" name="灯片编号占位符 4"/>
          <p:cNvSpPr>
            <a:spLocks noGrp="1"/>
          </p:cNvSpPr>
          <p:nvPr>
            <p:ph type="sldNum" sz="quarter" idx="12"/>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F6194926-DC78-4877-9BD7-A07D05CB6E54}" type="slidenum">
              <a:rPr lang="en-US" altLang="zh-CN" sz="1400" smtClean="0"/>
              <a:pPr>
                <a:spcBef>
                  <a:spcPct val="0"/>
                </a:spcBef>
                <a:buClrTx/>
                <a:buFontTx/>
                <a:buNone/>
              </a:pPr>
              <a:t>37</a:t>
            </a:fld>
            <a:endParaRPr lang="en-US" altLang="zh-CN" sz="1400" smtClean="0"/>
          </a:p>
        </p:txBody>
      </p:sp>
      <p:sp>
        <p:nvSpPr>
          <p:cNvPr id="52228" name="Text Box 3"/>
          <p:cNvSpPr txBox="1">
            <a:spLocks noChangeArrowheads="1"/>
          </p:cNvSpPr>
          <p:nvPr/>
        </p:nvSpPr>
        <p:spPr bwMode="auto">
          <a:xfrm>
            <a:off x="414338" y="338138"/>
            <a:ext cx="5094287" cy="493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10000"/>
              </a:lnSpc>
              <a:spcBef>
                <a:spcPct val="50000"/>
              </a:spcBef>
              <a:buClrTx/>
              <a:buFontTx/>
              <a:buNone/>
            </a:pPr>
            <a:r>
              <a:rPr kumimoji="1" lang="zh-CN" altLang="en-US" sz="2400" b="1">
                <a:latin typeface="楷体_GB2312" pitchFamily="49" charset="-122"/>
                <a:ea typeface="楷体_GB2312" pitchFamily="49" charset="-122"/>
              </a:rPr>
              <a:t>下图为一销售结果统计的合作图。</a:t>
            </a:r>
            <a:endParaRPr kumimoji="1" lang="zh-CN" altLang="en-US" sz="2400">
              <a:latin typeface="Times New Roman" panose="02020603050405020304" pitchFamily="18" charset="0"/>
              <a:ea typeface="楷体_GB2312" pitchFamily="49" charset="-122"/>
            </a:endParaRPr>
          </a:p>
        </p:txBody>
      </p:sp>
      <p:sp>
        <p:nvSpPr>
          <p:cNvPr id="52229" name="Text Box 4"/>
          <p:cNvSpPr txBox="1">
            <a:spLocks noChangeArrowheads="1"/>
          </p:cNvSpPr>
          <p:nvPr/>
        </p:nvSpPr>
        <p:spPr bwMode="auto">
          <a:xfrm>
            <a:off x="2681288" y="6161088"/>
            <a:ext cx="36671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600">
                <a:latin typeface="Times New Roman" panose="02020603050405020304" pitchFamily="18" charset="0"/>
              </a:rPr>
              <a:t>统计销售结果的合作图</a:t>
            </a:r>
          </a:p>
        </p:txBody>
      </p:sp>
      <p:grpSp>
        <p:nvGrpSpPr>
          <p:cNvPr id="52230" name="Group 5"/>
          <p:cNvGrpSpPr>
            <a:grpSpLocks/>
          </p:cNvGrpSpPr>
          <p:nvPr/>
        </p:nvGrpSpPr>
        <p:grpSpPr bwMode="auto">
          <a:xfrm>
            <a:off x="228600" y="995363"/>
            <a:ext cx="8815388" cy="4981575"/>
            <a:chOff x="144" y="627"/>
            <a:chExt cx="5553" cy="3138"/>
          </a:xfrm>
        </p:grpSpPr>
        <p:sp>
          <p:nvSpPr>
            <p:cNvPr id="52234" name="Rectangle 6"/>
            <p:cNvSpPr>
              <a:spLocks noChangeArrowheads="1"/>
            </p:cNvSpPr>
            <p:nvPr/>
          </p:nvSpPr>
          <p:spPr bwMode="auto">
            <a:xfrm>
              <a:off x="144" y="627"/>
              <a:ext cx="5553" cy="3138"/>
            </a:xfrm>
            <a:prstGeom prst="rect">
              <a:avLst/>
            </a:prstGeom>
            <a:noFill/>
            <a:ln w="19050">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endParaRPr kumimoji="1" lang="zh-CN" altLang="zh-CN" sz="1400" b="1">
                <a:latin typeface="Times New Roman" panose="02020603050405020304" pitchFamily="18" charset="0"/>
              </a:endParaRPr>
            </a:p>
          </p:txBody>
        </p:sp>
        <p:sp>
          <p:nvSpPr>
            <p:cNvPr id="52235" name="Rectangle 7"/>
            <p:cNvSpPr>
              <a:spLocks noChangeArrowheads="1"/>
            </p:cNvSpPr>
            <p:nvPr/>
          </p:nvSpPr>
          <p:spPr bwMode="auto">
            <a:xfrm>
              <a:off x="657" y="1884"/>
              <a:ext cx="1076" cy="523"/>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52236" name="Rectangle 8"/>
            <p:cNvSpPr>
              <a:spLocks noChangeArrowheads="1"/>
            </p:cNvSpPr>
            <p:nvPr/>
          </p:nvSpPr>
          <p:spPr bwMode="auto">
            <a:xfrm>
              <a:off x="2212" y="1893"/>
              <a:ext cx="907" cy="586"/>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52237" name="Rectangle 9"/>
            <p:cNvSpPr>
              <a:spLocks noChangeArrowheads="1"/>
            </p:cNvSpPr>
            <p:nvPr/>
          </p:nvSpPr>
          <p:spPr bwMode="auto">
            <a:xfrm>
              <a:off x="4069" y="761"/>
              <a:ext cx="842" cy="285"/>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52238" name="Rectangle 10"/>
            <p:cNvSpPr>
              <a:spLocks noChangeArrowheads="1"/>
            </p:cNvSpPr>
            <p:nvPr/>
          </p:nvSpPr>
          <p:spPr bwMode="auto">
            <a:xfrm>
              <a:off x="4105" y="3152"/>
              <a:ext cx="1028" cy="428"/>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52239" name="Line 11"/>
            <p:cNvSpPr>
              <a:spLocks noChangeShapeType="1"/>
            </p:cNvSpPr>
            <p:nvPr/>
          </p:nvSpPr>
          <p:spPr bwMode="auto">
            <a:xfrm>
              <a:off x="4489" y="1067"/>
              <a:ext cx="0" cy="856"/>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40" name="Line 12"/>
            <p:cNvSpPr>
              <a:spLocks noChangeShapeType="1"/>
            </p:cNvSpPr>
            <p:nvPr/>
          </p:nvSpPr>
          <p:spPr bwMode="auto">
            <a:xfrm>
              <a:off x="4510" y="2271"/>
              <a:ext cx="3" cy="87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41" name="Line 13"/>
            <p:cNvSpPr>
              <a:spLocks noChangeShapeType="1"/>
            </p:cNvSpPr>
            <p:nvPr/>
          </p:nvSpPr>
          <p:spPr bwMode="auto">
            <a:xfrm>
              <a:off x="1733" y="2169"/>
              <a:ext cx="46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42" name="Line 14"/>
            <p:cNvSpPr>
              <a:spLocks noChangeShapeType="1"/>
            </p:cNvSpPr>
            <p:nvPr/>
          </p:nvSpPr>
          <p:spPr bwMode="auto">
            <a:xfrm>
              <a:off x="190" y="2169"/>
              <a:ext cx="46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43" name="Line 15"/>
            <p:cNvSpPr>
              <a:spLocks noChangeShapeType="1"/>
            </p:cNvSpPr>
            <p:nvPr/>
          </p:nvSpPr>
          <p:spPr bwMode="auto">
            <a:xfrm>
              <a:off x="214" y="2027"/>
              <a:ext cx="421" cy="0"/>
            </a:xfrm>
            <a:prstGeom prst="line">
              <a:avLst/>
            </a:prstGeom>
            <a:noFill/>
            <a:ln w="28575">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44" name="Line 16"/>
            <p:cNvSpPr>
              <a:spLocks noChangeShapeType="1"/>
            </p:cNvSpPr>
            <p:nvPr/>
          </p:nvSpPr>
          <p:spPr bwMode="auto">
            <a:xfrm>
              <a:off x="1780" y="2051"/>
              <a:ext cx="373" cy="0"/>
            </a:xfrm>
            <a:prstGeom prst="line">
              <a:avLst/>
            </a:prstGeom>
            <a:noFill/>
            <a:ln w="28575">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45" name="Line 17"/>
            <p:cNvSpPr>
              <a:spLocks noChangeShapeType="1"/>
            </p:cNvSpPr>
            <p:nvPr/>
          </p:nvSpPr>
          <p:spPr bwMode="auto">
            <a:xfrm flipV="1">
              <a:off x="4540" y="1099"/>
              <a:ext cx="0" cy="618"/>
            </a:xfrm>
            <a:prstGeom prst="line">
              <a:avLst/>
            </a:prstGeom>
            <a:noFill/>
            <a:ln w="28575">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46" name="Line 18"/>
            <p:cNvSpPr>
              <a:spLocks noChangeShapeType="1"/>
            </p:cNvSpPr>
            <p:nvPr/>
          </p:nvSpPr>
          <p:spPr bwMode="auto">
            <a:xfrm>
              <a:off x="4592" y="2408"/>
              <a:ext cx="0" cy="500"/>
            </a:xfrm>
            <a:prstGeom prst="line">
              <a:avLst/>
            </a:prstGeom>
            <a:noFill/>
            <a:ln w="28575">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47" name="Text Box 19"/>
            <p:cNvSpPr txBox="1">
              <a:spLocks noChangeArrowheads="1"/>
            </p:cNvSpPr>
            <p:nvPr/>
          </p:nvSpPr>
          <p:spPr bwMode="auto">
            <a:xfrm>
              <a:off x="704" y="1931"/>
              <a:ext cx="1064"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en-US" altLang="zh-CN" sz="1800" b="1">
                  <a:latin typeface="Times New Roman" panose="02020603050405020304" pitchFamily="18" charset="0"/>
                </a:rPr>
                <a:t>:Sales Statistics</a:t>
              </a:r>
            </a:p>
            <a:p>
              <a:pPr eaLnBrk="1" hangingPunct="1">
                <a:spcBef>
                  <a:spcPct val="0"/>
                </a:spcBef>
                <a:buClrTx/>
                <a:buFontTx/>
                <a:buNone/>
              </a:pPr>
              <a:r>
                <a:rPr kumimoji="1" lang="en-US" altLang="zh-CN" sz="1800" b="1">
                  <a:latin typeface="Times New Roman" panose="02020603050405020304" pitchFamily="18" charset="0"/>
                </a:rPr>
                <a:t>     Window</a:t>
              </a:r>
            </a:p>
          </p:txBody>
        </p:sp>
        <p:sp>
          <p:nvSpPr>
            <p:cNvPr id="52248" name="Text Box 20"/>
            <p:cNvSpPr txBox="1">
              <a:spLocks noChangeArrowheads="1"/>
            </p:cNvSpPr>
            <p:nvPr/>
          </p:nvSpPr>
          <p:spPr bwMode="auto">
            <a:xfrm>
              <a:off x="2321" y="1881"/>
              <a:ext cx="760" cy="5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en-US" altLang="zh-CN" sz="1800" b="1">
                  <a:latin typeface="Times New Roman" panose="02020603050405020304" pitchFamily="18" charset="0"/>
                </a:rPr>
                <a:t>:Statistics</a:t>
              </a:r>
            </a:p>
            <a:p>
              <a:pPr eaLnBrk="1" hangingPunct="1">
                <a:spcBef>
                  <a:spcPct val="0"/>
                </a:spcBef>
                <a:buClrTx/>
                <a:buFontTx/>
                <a:buNone/>
              </a:pPr>
              <a:r>
                <a:rPr kumimoji="1" lang="en-US" altLang="zh-CN" sz="1800" b="1">
                  <a:latin typeface="Times New Roman" panose="02020603050405020304" pitchFamily="18" charset="0"/>
                </a:rPr>
                <a:t> Summary</a:t>
              </a:r>
            </a:p>
            <a:p>
              <a:pPr eaLnBrk="1" hangingPunct="1">
                <a:spcBef>
                  <a:spcPct val="0"/>
                </a:spcBef>
                <a:buClrTx/>
                <a:buFontTx/>
                <a:buNone/>
              </a:pPr>
              <a:r>
                <a:rPr kumimoji="1" lang="en-US" altLang="zh-CN" sz="1800" b="1">
                  <a:latin typeface="Times New Roman" panose="02020603050405020304" pitchFamily="18" charset="0"/>
                </a:rPr>
                <a:t>  {new}</a:t>
              </a:r>
            </a:p>
          </p:txBody>
        </p:sp>
        <p:sp>
          <p:nvSpPr>
            <p:cNvPr id="52249" name="Text Box 21"/>
            <p:cNvSpPr txBox="1">
              <a:spLocks noChangeArrowheads="1"/>
            </p:cNvSpPr>
            <p:nvPr/>
          </p:nvSpPr>
          <p:spPr bwMode="auto">
            <a:xfrm>
              <a:off x="4210" y="754"/>
              <a:ext cx="548"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en-US" altLang="zh-CN" sz="1800" b="1">
                  <a:latin typeface="Times New Roman" panose="02020603050405020304" pitchFamily="18" charset="0"/>
                </a:rPr>
                <a:t>:Order</a:t>
              </a:r>
            </a:p>
          </p:txBody>
        </p:sp>
        <p:sp>
          <p:nvSpPr>
            <p:cNvPr id="52250" name="Text Box 22"/>
            <p:cNvSpPr txBox="1">
              <a:spLocks noChangeArrowheads="1"/>
            </p:cNvSpPr>
            <p:nvPr/>
          </p:nvSpPr>
          <p:spPr bwMode="auto">
            <a:xfrm>
              <a:off x="4127" y="3247"/>
              <a:ext cx="983"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en-US" altLang="zh-CN" sz="1600" b="1">
                  <a:latin typeface="Times New Roman" panose="02020603050405020304" pitchFamily="18" charset="0"/>
                </a:rPr>
                <a:t>:</a:t>
              </a:r>
              <a:r>
                <a:rPr kumimoji="1" lang="en-US" altLang="zh-CN" sz="1800" b="1">
                  <a:latin typeface="Times New Roman" panose="02020603050405020304" pitchFamily="18" charset="0"/>
                </a:rPr>
                <a:t>Budget  Sales</a:t>
              </a:r>
            </a:p>
          </p:txBody>
        </p:sp>
        <p:sp>
          <p:nvSpPr>
            <p:cNvPr id="52251" name="Text Box 23"/>
            <p:cNvSpPr txBox="1">
              <a:spLocks noChangeArrowheads="1"/>
            </p:cNvSpPr>
            <p:nvPr/>
          </p:nvSpPr>
          <p:spPr bwMode="auto">
            <a:xfrm>
              <a:off x="207" y="1629"/>
              <a:ext cx="7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en-US" altLang="zh-CN" sz="1800" b="1">
                  <a:latin typeface="Times New Roman" panose="02020603050405020304" pitchFamily="18" charset="0"/>
                </a:rPr>
                <a:t>1:Show ( )</a:t>
              </a:r>
            </a:p>
          </p:txBody>
        </p:sp>
        <p:sp>
          <p:nvSpPr>
            <p:cNvPr id="52252" name="Text Box 24"/>
            <p:cNvSpPr txBox="1">
              <a:spLocks noChangeArrowheads="1"/>
            </p:cNvSpPr>
            <p:nvPr/>
          </p:nvSpPr>
          <p:spPr bwMode="auto">
            <a:xfrm>
              <a:off x="1504" y="1586"/>
              <a:ext cx="92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en-US" altLang="zh-CN" sz="1800" b="1">
                  <a:latin typeface="Times New Roman" panose="02020603050405020304" pitchFamily="18" charset="0"/>
                </a:rPr>
                <a:t>1.1:Create( )</a:t>
              </a:r>
            </a:p>
          </p:txBody>
        </p:sp>
        <p:sp>
          <p:nvSpPr>
            <p:cNvPr id="52253" name="Text Box 25"/>
            <p:cNvSpPr txBox="1">
              <a:spLocks noChangeArrowheads="1"/>
            </p:cNvSpPr>
            <p:nvPr/>
          </p:nvSpPr>
          <p:spPr bwMode="auto">
            <a:xfrm>
              <a:off x="1546" y="2464"/>
              <a:ext cx="1124" cy="5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en-US" altLang="zh-CN" sz="1800" b="1">
                  <a:latin typeface="Times New Roman" panose="02020603050405020304" pitchFamily="18" charset="0"/>
                </a:rPr>
                <a:t>1.2*[while any</a:t>
              </a:r>
            </a:p>
            <a:p>
              <a:pPr eaLnBrk="1" hangingPunct="1">
                <a:spcBef>
                  <a:spcPct val="0"/>
                </a:spcBef>
                <a:buClrTx/>
                <a:buFontTx/>
                <a:buNone/>
              </a:pPr>
              <a:r>
                <a:rPr kumimoji="1" lang="en-US" altLang="zh-CN" sz="1800" b="1">
                  <a:latin typeface="Times New Roman" panose="02020603050405020304" pitchFamily="18" charset="0"/>
                </a:rPr>
                <a:t>Lines left]</a:t>
              </a:r>
            </a:p>
            <a:p>
              <a:pPr eaLnBrk="1" hangingPunct="1">
                <a:spcBef>
                  <a:spcPct val="0"/>
                </a:spcBef>
                <a:buClrTx/>
                <a:buFontTx/>
                <a:buNone/>
              </a:pPr>
              <a:r>
                <a:rPr kumimoji="1" lang="en-US" altLang="zh-CN" sz="1800" b="1">
                  <a:latin typeface="Times New Roman" panose="02020603050405020304" pitchFamily="18" charset="0"/>
                </a:rPr>
                <a:t>Get Resultline( )</a:t>
              </a:r>
            </a:p>
          </p:txBody>
        </p:sp>
        <p:sp>
          <p:nvSpPr>
            <p:cNvPr id="52254" name="Text Box 26"/>
            <p:cNvSpPr txBox="1">
              <a:spLocks noChangeArrowheads="1"/>
            </p:cNvSpPr>
            <p:nvPr/>
          </p:nvSpPr>
          <p:spPr bwMode="auto">
            <a:xfrm>
              <a:off x="3128" y="2319"/>
              <a:ext cx="1380" cy="5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en-US" altLang="zh-CN" sz="1800" b="1">
                  <a:latin typeface="Times New Roman" panose="02020603050405020304" pitchFamily="18" charset="0"/>
                </a:rPr>
                <a:t>1.1.2*[for all</a:t>
              </a:r>
            </a:p>
            <a:p>
              <a:pPr eaLnBrk="1" hangingPunct="1">
                <a:spcBef>
                  <a:spcPct val="0"/>
                </a:spcBef>
                <a:buClrTx/>
                <a:buFontTx/>
                <a:buNone/>
              </a:pPr>
              <a:r>
                <a:rPr kumimoji="1" lang="en-US" altLang="zh-CN" sz="1800" b="1">
                  <a:latin typeface="Times New Roman" panose="02020603050405020304" pitchFamily="18" charset="0"/>
                </a:rPr>
                <a:t>Sales persons]:</a:t>
              </a:r>
            </a:p>
            <a:p>
              <a:pPr eaLnBrk="1" hangingPunct="1">
                <a:spcBef>
                  <a:spcPct val="0"/>
                </a:spcBef>
                <a:buClrTx/>
                <a:buFontTx/>
                <a:buNone/>
              </a:pPr>
              <a:r>
                <a:rPr kumimoji="1" lang="en-US" altLang="zh-CN" sz="1800" b="1">
                  <a:latin typeface="Times New Roman" panose="02020603050405020304" pitchFamily="18" charset="0"/>
                </a:rPr>
                <a:t>Budget=Get Budget</a:t>
              </a:r>
            </a:p>
          </p:txBody>
        </p:sp>
        <p:sp>
          <p:nvSpPr>
            <p:cNvPr id="52255" name="Text Box 27"/>
            <p:cNvSpPr txBox="1">
              <a:spLocks noChangeArrowheads="1"/>
            </p:cNvSpPr>
            <p:nvPr/>
          </p:nvSpPr>
          <p:spPr bwMode="auto">
            <a:xfrm>
              <a:off x="4664" y="2360"/>
              <a:ext cx="815" cy="5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en-US" altLang="zh-CN" sz="1800" b="1">
                  <a:latin typeface="Times New Roman" panose="02020603050405020304" pitchFamily="18" charset="0"/>
                </a:rPr>
                <a:t>1.1.2.1:</a:t>
              </a:r>
            </a:p>
            <a:p>
              <a:pPr eaLnBrk="1" hangingPunct="1">
                <a:spcBef>
                  <a:spcPct val="0"/>
                </a:spcBef>
                <a:buClrTx/>
                <a:buFontTx/>
                <a:buNone/>
              </a:pPr>
              <a:r>
                <a:rPr kumimoji="1" lang="en-US" altLang="zh-CN" sz="1800" b="1">
                  <a:latin typeface="Times New Roman" panose="02020603050405020304" pitchFamily="18" charset="0"/>
                </a:rPr>
                <a:t>Get Budget</a:t>
              </a:r>
            </a:p>
            <a:p>
              <a:pPr eaLnBrk="1" hangingPunct="1">
                <a:spcBef>
                  <a:spcPct val="0"/>
                </a:spcBef>
                <a:buClrTx/>
                <a:buFontTx/>
                <a:buNone/>
              </a:pPr>
              <a:r>
                <a:rPr kumimoji="1" lang="en-US" altLang="zh-CN" sz="1800" b="1">
                  <a:latin typeface="Times New Roman" panose="02020603050405020304" pitchFamily="18" charset="0"/>
                </a:rPr>
                <a:t>Amount()</a:t>
              </a:r>
            </a:p>
          </p:txBody>
        </p:sp>
        <p:sp>
          <p:nvSpPr>
            <p:cNvPr id="52256" name="Text Box 28"/>
            <p:cNvSpPr txBox="1">
              <a:spLocks noChangeArrowheads="1"/>
            </p:cNvSpPr>
            <p:nvPr/>
          </p:nvSpPr>
          <p:spPr bwMode="auto">
            <a:xfrm>
              <a:off x="4559" y="1189"/>
              <a:ext cx="1138" cy="5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en-US" altLang="zh-CN" sz="1600" b="1">
                  <a:latin typeface="Times New Roman" panose="02020603050405020304" pitchFamily="18" charset="0"/>
                </a:rPr>
                <a:t>1.1.1.1*[for all Orders]:Get OrderAmount( )</a:t>
              </a:r>
            </a:p>
          </p:txBody>
        </p:sp>
        <p:sp>
          <p:nvSpPr>
            <p:cNvPr id="52257" name="Line 29"/>
            <p:cNvSpPr>
              <a:spLocks noChangeShapeType="1"/>
            </p:cNvSpPr>
            <p:nvPr/>
          </p:nvSpPr>
          <p:spPr bwMode="auto">
            <a:xfrm>
              <a:off x="797" y="2122"/>
              <a:ext cx="85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58" name="Line 30"/>
            <p:cNvSpPr>
              <a:spLocks noChangeShapeType="1"/>
            </p:cNvSpPr>
            <p:nvPr/>
          </p:nvSpPr>
          <p:spPr bwMode="auto">
            <a:xfrm>
              <a:off x="974" y="2300"/>
              <a:ext cx="42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59" name="Line 31"/>
            <p:cNvSpPr>
              <a:spLocks noChangeShapeType="1"/>
            </p:cNvSpPr>
            <p:nvPr/>
          </p:nvSpPr>
          <p:spPr bwMode="auto">
            <a:xfrm>
              <a:off x="2414" y="2072"/>
              <a:ext cx="52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60" name="Line 32"/>
            <p:cNvSpPr>
              <a:spLocks noChangeShapeType="1"/>
            </p:cNvSpPr>
            <p:nvPr/>
          </p:nvSpPr>
          <p:spPr bwMode="auto">
            <a:xfrm>
              <a:off x="2461" y="2262"/>
              <a:ext cx="50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61" name="Line 33"/>
            <p:cNvSpPr>
              <a:spLocks noChangeShapeType="1"/>
            </p:cNvSpPr>
            <p:nvPr/>
          </p:nvSpPr>
          <p:spPr bwMode="auto">
            <a:xfrm>
              <a:off x="2461" y="2404"/>
              <a:ext cx="32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62" name="Line 34"/>
            <p:cNvSpPr>
              <a:spLocks noChangeShapeType="1"/>
            </p:cNvSpPr>
            <p:nvPr/>
          </p:nvSpPr>
          <p:spPr bwMode="auto">
            <a:xfrm>
              <a:off x="4249" y="972"/>
              <a:ext cx="47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63" name="Rectangle 35"/>
            <p:cNvSpPr>
              <a:spLocks noChangeArrowheads="1"/>
            </p:cNvSpPr>
            <p:nvPr/>
          </p:nvSpPr>
          <p:spPr bwMode="auto">
            <a:xfrm>
              <a:off x="4053" y="1947"/>
              <a:ext cx="996" cy="324"/>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52264" name="Text Box 36"/>
            <p:cNvSpPr txBox="1">
              <a:spLocks noChangeArrowheads="1"/>
            </p:cNvSpPr>
            <p:nvPr/>
          </p:nvSpPr>
          <p:spPr bwMode="auto">
            <a:xfrm>
              <a:off x="4074" y="1966"/>
              <a:ext cx="1054"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en-US" altLang="zh-CN" sz="1800" b="1">
                  <a:latin typeface="Times New Roman" panose="02020603050405020304" pitchFamily="18" charset="0"/>
                </a:rPr>
                <a:t>:Sales Person</a:t>
              </a:r>
            </a:p>
          </p:txBody>
        </p:sp>
        <p:sp>
          <p:nvSpPr>
            <p:cNvPr id="52265" name="Line 37"/>
            <p:cNvSpPr>
              <a:spLocks noChangeShapeType="1"/>
            </p:cNvSpPr>
            <p:nvPr/>
          </p:nvSpPr>
          <p:spPr bwMode="auto">
            <a:xfrm>
              <a:off x="4151" y="2192"/>
              <a:ext cx="848"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66" name="Line 38"/>
            <p:cNvSpPr>
              <a:spLocks noChangeShapeType="1"/>
            </p:cNvSpPr>
            <p:nvPr/>
          </p:nvSpPr>
          <p:spPr bwMode="auto">
            <a:xfrm>
              <a:off x="4236" y="3476"/>
              <a:ext cx="80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67" name="Line 39"/>
            <p:cNvSpPr>
              <a:spLocks noChangeShapeType="1"/>
            </p:cNvSpPr>
            <p:nvPr/>
          </p:nvSpPr>
          <p:spPr bwMode="auto">
            <a:xfrm>
              <a:off x="1811" y="2295"/>
              <a:ext cx="320" cy="0"/>
            </a:xfrm>
            <a:prstGeom prst="line">
              <a:avLst/>
            </a:prstGeom>
            <a:noFill/>
            <a:ln w="28575">
              <a:solidFill>
                <a:srgbClr val="FFFF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68" name="Line 40"/>
            <p:cNvSpPr>
              <a:spLocks noChangeShapeType="1"/>
            </p:cNvSpPr>
            <p:nvPr/>
          </p:nvSpPr>
          <p:spPr bwMode="auto">
            <a:xfrm flipV="1">
              <a:off x="3557" y="2221"/>
              <a:ext cx="366" cy="1"/>
            </a:xfrm>
            <a:prstGeom prst="line">
              <a:avLst/>
            </a:prstGeom>
            <a:noFill/>
            <a:ln w="28575">
              <a:solidFill>
                <a:srgbClr val="FFFF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69" name="Text Box 41"/>
            <p:cNvSpPr txBox="1">
              <a:spLocks noChangeArrowheads="1"/>
            </p:cNvSpPr>
            <p:nvPr/>
          </p:nvSpPr>
          <p:spPr bwMode="auto">
            <a:xfrm>
              <a:off x="2571" y="1465"/>
              <a:ext cx="1952"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en-US" altLang="zh-CN" sz="1800" b="1">
                  <a:latin typeface="Times New Roman" panose="02020603050405020304" pitchFamily="18" charset="0"/>
                </a:rPr>
                <a:t>1.1.1*[for all SalesPerson]:</a:t>
              </a:r>
            </a:p>
            <a:p>
              <a:pPr eaLnBrk="1" hangingPunct="1">
                <a:spcBef>
                  <a:spcPct val="0"/>
                </a:spcBef>
                <a:buClrTx/>
                <a:buFontTx/>
                <a:buNone/>
              </a:pPr>
              <a:r>
                <a:rPr kumimoji="1" lang="en-US" altLang="zh-CN" sz="1800" b="1">
                  <a:latin typeface="Times New Roman" panose="02020603050405020304" pitchFamily="18" charset="0"/>
                </a:rPr>
                <a:t>Ordersum=GetTotalOrders( )</a:t>
              </a:r>
            </a:p>
          </p:txBody>
        </p:sp>
        <p:sp>
          <p:nvSpPr>
            <p:cNvPr id="52270" name="Line 42"/>
            <p:cNvSpPr>
              <a:spLocks noChangeShapeType="1"/>
            </p:cNvSpPr>
            <p:nvPr/>
          </p:nvSpPr>
          <p:spPr bwMode="auto">
            <a:xfrm>
              <a:off x="3568" y="2040"/>
              <a:ext cx="324" cy="0"/>
            </a:xfrm>
            <a:prstGeom prst="line">
              <a:avLst/>
            </a:prstGeom>
            <a:noFill/>
            <a:ln w="28575">
              <a:solidFill>
                <a:srgbClr val="FFFF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2271" name="Line 43"/>
            <p:cNvSpPr>
              <a:spLocks noChangeShapeType="1"/>
            </p:cNvSpPr>
            <p:nvPr/>
          </p:nvSpPr>
          <p:spPr bwMode="auto">
            <a:xfrm>
              <a:off x="3128" y="2144"/>
              <a:ext cx="920"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2231" name="Oval 44">
            <a:hlinkClick r:id="" action="ppaction://hlinkshowjump?jump=previousslide"/>
          </p:cNvPr>
          <p:cNvSpPr>
            <a:spLocks noChangeArrowheads="1"/>
          </p:cNvSpPr>
          <p:nvPr/>
        </p:nvSpPr>
        <p:spPr bwMode="auto">
          <a:xfrm>
            <a:off x="6356350" y="6365875"/>
            <a:ext cx="762000" cy="381000"/>
          </a:xfrm>
          <a:prstGeom prst="ellipse">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round/>
                <a:headEnd/>
                <a:tailEnd/>
              </a14:hiddenLine>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52232" name="Oval 45">
            <a:hlinkClick r:id="" action="ppaction://hlinkshowjump?jump=nextslide"/>
          </p:cNvPr>
          <p:cNvSpPr>
            <a:spLocks noChangeArrowheads="1"/>
          </p:cNvSpPr>
          <p:nvPr/>
        </p:nvSpPr>
        <p:spPr bwMode="auto">
          <a:xfrm>
            <a:off x="7245350" y="6365875"/>
            <a:ext cx="762000" cy="381000"/>
          </a:xfrm>
          <a:prstGeom prst="ellipse">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round/>
                <a:headEnd/>
                <a:tailEnd/>
              </a14:hiddenLine>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52233" name="Oval 46">
            <a:hlinkClick r:id="" action="ppaction://hlinkshowjump?jump=firstslide"/>
          </p:cNvPr>
          <p:cNvSpPr>
            <a:spLocks noChangeArrowheads="1"/>
          </p:cNvSpPr>
          <p:nvPr/>
        </p:nvSpPr>
        <p:spPr bwMode="auto">
          <a:xfrm>
            <a:off x="8137525" y="6370638"/>
            <a:ext cx="762000" cy="381000"/>
          </a:xfrm>
          <a:prstGeom prst="ellipse">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round/>
                <a:headEnd/>
                <a:tailEnd/>
              </a14:hiddenLine>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Tree>
  </p:cSld>
  <p:clrMapOvr>
    <a:masterClrMapping/>
  </p:clrMapOvr>
  <p:transition advClick="0">
    <p:wheel spokes="8"/>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日期占位符 3"/>
          <p:cNvSpPr>
            <a:spLocks noGrp="1"/>
          </p:cNvSpPr>
          <p:nvPr>
            <p:ph type="dt" sz="quarter" idx="10"/>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6BF38771-7D89-4299-8421-E4F0185F9A05}" type="datetime8">
              <a:rPr lang="zh-CN" altLang="en-US" sz="1400" smtClean="0"/>
              <a:pPr>
                <a:spcBef>
                  <a:spcPct val="0"/>
                </a:spcBef>
                <a:buClrTx/>
                <a:buFontTx/>
                <a:buNone/>
              </a:pPr>
              <a:t>2020年5月12日3时0分</a:t>
            </a:fld>
            <a:endParaRPr lang="en-US" altLang="zh-CN" sz="1400" smtClean="0"/>
          </a:p>
        </p:txBody>
      </p:sp>
      <p:sp>
        <p:nvSpPr>
          <p:cNvPr id="53251" name="灯片编号占位符 5"/>
          <p:cNvSpPr>
            <a:spLocks noGrp="1"/>
          </p:cNvSpPr>
          <p:nvPr>
            <p:ph type="sldNum" sz="quarter" idx="12"/>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2763B3A9-3546-4DB4-BC1A-00159ACB15E2}" type="slidenum">
              <a:rPr lang="en-US" altLang="zh-CN" sz="1400" smtClean="0"/>
              <a:pPr>
                <a:spcBef>
                  <a:spcPct val="0"/>
                </a:spcBef>
                <a:buClrTx/>
                <a:buFontTx/>
                <a:buNone/>
              </a:pPr>
              <a:t>38</a:t>
            </a:fld>
            <a:endParaRPr lang="en-US" altLang="zh-CN" sz="1400" smtClean="0"/>
          </a:p>
        </p:txBody>
      </p:sp>
      <p:sp>
        <p:nvSpPr>
          <p:cNvPr id="53252" name="Rectangle 3"/>
          <p:cNvSpPr>
            <a:spLocks noGrp="1" noRot="1" noChangeArrowheads="1"/>
          </p:cNvSpPr>
          <p:nvPr>
            <p:ph type="body" idx="1"/>
          </p:nvPr>
        </p:nvSpPr>
        <p:spPr>
          <a:xfrm>
            <a:off x="419100" y="1185863"/>
            <a:ext cx="8382000" cy="2401887"/>
          </a:xfrm>
        </p:spPr>
        <p:txBody>
          <a:bodyPr/>
          <a:lstStyle/>
          <a:p>
            <a:pPr marL="95250" indent="571500" algn="just" defTabSz="574675" eaLnBrk="1" hangingPunct="1">
              <a:buFont typeface="Wingdings" panose="05000000000000000000" pitchFamily="2" charset="2"/>
              <a:buNone/>
            </a:pPr>
            <a:r>
              <a:rPr lang="zh-CN" altLang="en-US" sz="2400" b="1" smtClean="0">
                <a:latin typeface="楷体_GB2312" pitchFamily="49" charset="-122"/>
                <a:ea typeface="楷体_GB2312" pitchFamily="49" charset="-122"/>
              </a:rPr>
              <a:t>状态图</a:t>
            </a:r>
            <a:r>
              <a:rPr lang="en-US" altLang="zh-CN" sz="2400" b="1" smtClean="0">
                <a:latin typeface="楷体_GB2312" pitchFamily="49" charset="-122"/>
                <a:ea typeface="楷体_GB2312" pitchFamily="49" charset="-122"/>
              </a:rPr>
              <a:t>(</a:t>
            </a:r>
            <a:r>
              <a:rPr lang="en-US" altLang="zh-CN" sz="2400" b="1" smtClean="0">
                <a:ea typeface="楷体_GB2312" pitchFamily="49" charset="-122"/>
              </a:rPr>
              <a:t>State Diagram)</a:t>
            </a:r>
            <a:r>
              <a:rPr lang="zh-CN" altLang="en-US" sz="2400" b="1" smtClean="0">
                <a:latin typeface="楷体_GB2312" pitchFamily="49" charset="-122"/>
                <a:ea typeface="楷体_GB2312" pitchFamily="49" charset="-122"/>
              </a:rPr>
              <a:t>用来描述一个特定对象的所有可能的状态及其引起状态转移的事件。一个状态图包括一系列的状态以及状态之间的转移。</a:t>
            </a:r>
            <a:endParaRPr lang="zh-CN" altLang="en-US" sz="2000" smtClean="0">
              <a:latin typeface="楷体_GB2312" pitchFamily="49" charset="-122"/>
              <a:ea typeface="楷体_GB2312" pitchFamily="49" charset="-122"/>
            </a:endParaRPr>
          </a:p>
          <a:p>
            <a:pPr marL="95250" indent="571500" algn="just" defTabSz="574675" eaLnBrk="1" hangingPunct="1">
              <a:buFont typeface="Wingdings" panose="05000000000000000000" pitchFamily="2" charset="2"/>
              <a:buNone/>
            </a:pPr>
            <a:r>
              <a:rPr lang="zh-CN" altLang="en-US" sz="2400" b="1" smtClean="0">
                <a:latin typeface="楷体_GB2312" pitchFamily="49" charset="-122"/>
                <a:ea typeface="楷体_GB2312" pitchFamily="49" charset="-122"/>
              </a:rPr>
              <a:t>状态　所有对象都具有状态</a:t>
            </a:r>
            <a:r>
              <a:rPr lang="en-US" altLang="zh-CN" sz="2400" b="1" smtClean="0">
                <a:latin typeface="楷体_GB2312" pitchFamily="49" charset="-122"/>
                <a:ea typeface="楷体_GB2312" pitchFamily="49" charset="-122"/>
              </a:rPr>
              <a:t>,</a:t>
            </a:r>
            <a:r>
              <a:rPr lang="zh-CN" altLang="en-US" sz="2400" b="1" smtClean="0">
                <a:latin typeface="楷体_GB2312" pitchFamily="49" charset="-122"/>
                <a:ea typeface="楷体_GB2312" pitchFamily="49" charset="-122"/>
              </a:rPr>
              <a:t>状态是对象执行了一系列活动的结果。当某个事件发生后</a:t>
            </a:r>
            <a:r>
              <a:rPr lang="en-US" altLang="zh-CN" sz="2400" b="1" smtClean="0">
                <a:latin typeface="楷体_GB2312" pitchFamily="49" charset="-122"/>
                <a:ea typeface="楷体_GB2312" pitchFamily="49" charset="-122"/>
              </a:rPr>
              <a:t>,</a:t>
            </a:r>
            <a:r>
              <a:rPr lang="zh-CN" altLang="en-US" sz="2400" b="1" smtClean="0">
                <a:latin typeface="楷体_GB2312" pitchFamily="49" charset="-122"/>
                <a:ea typeface="楷体_GB2312" pitchFamily="49" charset="-122"/>
              </a:rPr>
              <a:t>对象的状态将发生变化。状态图中定义的状态有</a:t>
            </a:r>
            <a:r>
              <a:rPr lang="en-US" altLang="zh-CN" sz="2400" b="1" smtClean="0">
                <a:latin typeface="楷体_GB2312" pitchFamily="49" charset="-122"/>
                <a:ea typeface="楷体_GB2312" pitchFamily="49" charset="-122"/>
              </a:rPr>
              <a:t>:</a:t>
            </a:r>
          </a:p>
        </p:txBody>
      </p:sp>
      <p:sp>
        <p:nvSpPr>
          <p:cNvPr id="526340" name="Rectangle 4"/>
          <p:cNvSpPr>
            <a:spLocks noChangeArrowheads="1"/>
          </p:cNvSpPr>
          <p:nvPr/>
        </p:nvSpPr>
        <p:spPr bwMode="auto">
          <a:xfrm>
            <a:off x="604838" y="387350"/>
            <a:ext cx="3371850" cy="704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eaLnBrk="1" hangingPunct="1">
              <a:defRPr/>
            </a:pPr>
            <a:r>
              <a:rPr kumimoji="1" lang="zh-CN" altLang="en-US" sz="2800">
                <a:effectLst>
                  <a:outerShdw blurRad="38100" dist="38100" dir="2700000" algn="tl">
                    <a:srgbClr val="C0C0C0"/>
                  </a:outerShdw>
                </a:effectLst>
                <a:latin typeface="华文新魏" pitchFamily="2" charset="-122"/>
                <a:ea typeface="华文新魏" pitchFamily="2" charset="-122"/>
              </a:rPr>
              <a:t>状态图</a:t>
            </a:r>
          </a:p>
        </p:txBody>
      </p:sp>
      <p:sp>
        <p:nvSpPr>
          <p:cNvPr id="53254" name="Text Box 5"/>
          <p:cNvSpPr txBox="1">
            <a:spLocks noChangeArrowheads="1"/>
          </p:cNvSpPr>
          <p:nvPr/>
        </p:nvSpPr>
        <p:spPr bwMode="auto">
          <a:xfrm>
            <a:off x="882650" y="3878263"/>
            <a:ext cx="7962900" cy="1771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just" eaLnBrk="1" hangingPunct="1">
              <a:buClrTx/>
              <a:buFontTx/>
              <a:buNone/>
            </a:pPr>
            <a:r>
              <a:rPr kumimoji="1" lang="zh-CN" altLang="en-US" sz="2400" b="1">
                <a:latin typeface="楷体_GB2312" pitchFamily="49" charset="-122"/>
                <a:ea typeface="楷体_GB2312" pitchFamily="49" charset="-122"/>
              </a:rPr>
              <a:t>初态</a:t>
            </a:r>
            <a:r>
              <a:rPr kumimoji="1" lang="en-US" altLang="zh-CN" sz="2400" b="1">
                <a:latin typeface="Times New Roman" panose="02020603050405020304" pitchFamily="18" charset="0"/>
                <a:ea typeface="楷体_GB2312" pitchFamily="49" charset="-122"/>
              </a:rPr>
              <a:t>—</a:t>
            </a:r>
            <a:r>
              <a:rPr kumimoji="1" lang="zh-CN" altLang="en-US" sz="2400" b="1">
                <a:latin typeface="楷体_GB2312" pitchFamily="49" charset="-122"/>
                <a:ea typeface="楷体_GB2312" pitchFamily="49" charset="-122"/>
              </a:rPr>
              <a:t>状态图的起始点</a:t>
            </a:r>
            <a:r>
              <a:rPr kumimoji="1" lang="en-US" altLang="zh-CN" sz="2400" b="1">
                <a:latin typeface="楷体_GB2312" pitchFamily="49" charset="-122"/>
                <a:ea typeface="楷体_GB2312" pitchFamily="49" charset="-122"/>
              </a:rPr>
              <a:t>,</a:t>
            </a:r>
            <a:r>
              <a:rPr kumimoji="1" lang="zh-CN" altLang="en-US" sz="2400" b="1">
                <a:latin typeface="楷体_GB2312" pitchFamily="49" charset="-122"/>
                <a:ea typeface="楷体_GB2312" pitchFamily="49" charset="-122"/>
              </a:rPr>
              <a:t>一个状态图只能有一个初态。</a:t>
            </a:r>
          </a:p>
          <a:p>
            <a:pPr algn="just" eaLnBrk="1" hangingPunct="1">
              <a:buClrTx/>
              <a:buFontTx/>
              <a:buNone/>
            </a:pPr>
            <a:r>
              <a:rPr kumimoji="1" lang="zh-CN" altLang="en-US" sz="2400" b="1">
                <a:latin typeface="楷体_GB2312" pitchFamily="49" charset="-122"/>
                <a:ea typeface="楷体_GB2312" pitchFamily="49" charset="-122"/>
              </a:rPr>
              <a:t>终态</a:t>
            </a:r>
            <a:r>
              <a:rPr kumimoji="1" lang="en-US" altLang="zh-CN" sz="2400" b="1">
                <a:latin typeface="Times New Roman" panose="02020603050405020304" pitchFamily="18" charset="0"/>
                <a:ea typeface="楷体_GB2312" pitchFamily="49" charset="-122"/>
              </a:rPr>
              <a:t>—</a:t>
            </a:r>
            <a:r>
              <a:rPr kumimoji="1" lang="zh-CN" altLang="en-US" sz="2400" b="1">
                <a:latin typeface="楷体_GB2312" pitchFamily="49" charset="-122"/>
                <a:ea typeface="楷体_GB2312" pitchFamily="49" charset="-122"/>
              </a:rPr>
              <a:t>是状态图的终点。而终态则可以有多个。</a:t>
            </a:r>
          </a:p>
          <a:p>
            <a:pPr algn="just" eaLnBrk="1" hangingPunct="1">
              <a:buClrTx/>
              <a:buFontTx/>
              <a:buNone/>
            </a:pPr>
            <a:r>
              <a:rPr kumimoji="1" lang="zh-CN" altLang="en-US" sz="2400" b="1">
                <a:latin typeface="楷体_GB2312" pitchFamily="49" charset="-122"/>
                <a:ea typeface="楷体_GB2312" pitchFamily="49" charset="-122"/>
              </a:rPr>
              <a:t>中间状态</a:t>
            </a:r>
            <a:r>
              <a:rPr kumimoji="1" lang="en-US" altLang="zh-CN" sz="2400" b="1">
                <a:latin typeface="Times New Roman" panose="02020603050405020304" pitchFamily="18" charset="0"/>
                <a:ea typeface="楷体_GB2312" pitchFamily="49" charset="-122"/>
              </a:rPr>
              <a:t>—</a:t>
            </a:r>
            <a:r>
              <a:rPr kumimoji="1" lang="zh-CN" altLang="en-US" sz="2400" b="1">
                <a:latin typeface="楷体_GB2312" pitchFamily="49" charset="-122"/>
                <a:ea typeface="楷体_GB2312" pitchFamily="49" charset="-122"/>
              </a:rPr>
              <a:t>可包括三个区域</a:t>
            </a:r>
            <a:r>
              <a:rPr kumimoji="1" lang="en-US" altLang="zh-CN" sz="2400" b="1">
                <a:latin typeface="楷体_GB2312" pitchFamily="49" charset="-122"/>
                <a:ea typeface="楷体_GB2312" pitchFamily="49" charset="-122"/>
              </a:rPr>
              <a:t>:</a:t>
            </a:r>
            <a:r>
              <a:rPr kumimoji="1" lang="zh-CN" altLang="en-US" sz="2400" b="1">
                <a:latin typeface="楷体_GB2312" pitchFamily="49" charset="-122"/>
                <a:ea typeface="楷体_GB2312" pitchFamily="49" charset="-122"/>
              </a:rPr>
              <a:t>名字域、状态变量与活动域。</a:t>
            </a:r>
          </a:p>
          <a:p>
            <a:pPr algn="just" eaLnBrk="1" hangingPunct="1">
              <a:buClrTx/>
              <a:buFontTx/>
              <a:buNone/>
            </a:pPr>
            <a:r>
              <a:rPr kumimoji="1" lang="zh-CN" altLang="en-US" sz="2400" b="1">
                <a:latin typeface="楷体_GB2312" pitchFamily="49" charset="-122"/>
                <a:ea typeface="楷体_GB2312" pitchFamily="49" charset="-122"/>
              </a:rPr>
              <a:t>复合状态</a:t>
            </a:r>
            <a:r>
              <a:rPr kumimoji="1" lang="en-US" altLang="zh-CN" sz="2400" b="1">
                <a:latin typeface="Times New Roman" panose="02020603050405020304" pitchFamily="18" charset="0"/>
                <a:ea typeface="楷体_GB2312" pitchFamily="49" charset="-122"/>
              </a:rPr>
              <a:t>—</a:t>
            </a:r>
            <a:r>
              <a:rPr kumimoji="1" lang="zh-CN" altLang="en-US" sz="2400" b="1">
                <a:latin typeface="Times New Roman" panose="02020603050405020304" pitchFamily="18" charset="0"/>
                <a:ea typeface="楷体_GB2312" pitchFamily="49" charset="-122"/>
              </a:rPr>
              <a:t>可以进一步细化的状态称作复合状态</a:t>
            </a:r>
            <a:r>
              <a:rPr kumimoji="1" lang="zh-CN" altLang="en-US" sz="2400" b="1">
                <a:latin typeface="楷体_GB2312" pitchFamily="49" charset="-122"/>
                <a:ea typeface="楷体_GB2312" pitchFamily="49" charset="-122"/>
              </a:rPr>
              <a:t>。</a:t>
            </a:r>
          </a:p>
        </p:txBody>
      </p:sp>
      <p:sp>
        <p:nvSpPr>
          <p:cNvPr id="53255" name="Oval 6"/>
          <p:cNvSpPr>
            <a:spLocks noChangeArrowheads="1"/>
          </p:cNvSpPr>
          <p:nvPr/>
        </p:nvSpPr>
        <p:spPr bwMode="auto">
          <a:xfrm>
            <a:off x="969963" y="2528888"/>
            <a:ext cx="152400" cy="152400"/>
          </a:xfrm>
          <a:prstGeom prst="ellipse">
            <a:avLst/>
          </a:prstGeom>
          <a:gradFill rotWithShape="0">
            <a:gsLst>
              <a:gs pos="0">
                <a:srgbClr val="663300"/>
              </a:gs>
              <a:gs pos="100000">
                <a:srgbClr val="FFFF00"/>
              </a:gs>
            </a:gsLst>
            <a:path path="shape">
              <a:fillToRect l="50000" t="50000" r="50000" b="50000"/>
            </a:path>
          </a:gradFill>
          <a:ln w="9525">
            <a:solidFill>
              <a:srgbClr val="FFCC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53256" name="Oval 7">
            <a:hlinkClick r:id="" action="ppaction://hlinkshowjump?jump=previousslide"/>
          </p:cNvPr>
          <p:cNvSpPr>
            <a:spLocks noChangeArrowheads="1"/>
          </p:cNvSpPr>
          <p:nvPr/>
        </p:nvSpPr>
        <p:spPr bwMode="auto">
          <a:xfrm>
            <a:off x="6370638" y="6383338"/>
            <a:ext cx="754062" cy="334962"/>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CC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53257" name="Oval 8">
            <a:hlinkClick r:id="" action="ppaction://hlinkshowjump?jump=nextslide"/>
          </p:cNvPr>
          <p:cNvSpPr>
            <a:spLocks noChangeArrowheads="1"/>
          </p:cNvSpPr>
          <p:nvPr/>
        </p:nvSpPr>
        <p:spPr bwMode="auto">
          <a:xfrm>
            <a:off x="7237413" y="6388100"/>
            <a:ext cx="754062" cy="334963"/>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CC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Tree>
  </p:cSld>
  <p:clrMapOvr>
    <a:masterClrMapping/>
  </p:clrMapOvr>
  <p:transition advClick="0">
    <p:wheel spokes="8"/>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日期占位符 1"/>
          <p:cNvSpPr>
            <a:spLocks noGrp="1"/>
          </p:cNvSpPr>
          <p:nvPr>
            <p:ph type="dt" sz="quarter" idx="10"/>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B4038170-0AFA-4DAB-9CDE-E2E39608E7EE}" type="datetime8">
              <a:rPr lang="zh-CN" altLang="en-US" sz="1400" smtClean="0"/>
              <a:pPr>
                <a:spcBef>
                  <a:spcPct val="0"/>
                </a:spcBef>
                <a:buClrTx/>
                <a:buFontTx/>
                <a:buNone/>
              </a:pPr>
              <a:t>2020年5月12日3时0分</a:t>
            </a:fld>
            <a:endParaRPr lang="en-US" altLang="zh-CN" sz="1400" smtClean="0"/>
          </a:p>
        </p:txBody>
      </p:sp>
      <p:sp>
        <p:nvSpPr>
          <p:cNvPr id="54275" name="灯片编号占位符 3"/>
          <p:cNvSpPr>
            <a:spLocks noGrp="1"/>
          </p:cNvSpPr>
          <p:nvPr>
            <p:ph type="sldNum" sz="quarter" idx="12"/>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B53CE3A4-DFF4-4C10-9C8D-FB5BA440AAE4}" type="slidenum">
              <a:rPr lang="en-US" altLang="zh-CN" sz="1400" smtClean="0"/>
              <a:pPr>
                <a:spcBef>
                  <a:spcPct val="0"/>
                </a:spcBef>
                <a:buClrTx/>
                <a:buFontTx/>
                <a:buNone/>
              </a:pPr>
              <a:t>39</a:t>
            </a:fld>
            <a:endParaRPr lang="en-US" altLang="zh-CN" sz="1400" smtClean="0"/>
          </a:p>
        </p:txBody>
      </p:sp>
      <p:sp>
        <p:nvSpPr>
          <p:cNvPr id="54276" name="Text Box 2"/>
          <p:cNvSpPr txBox="1">
            <a:spLocks noChangeArrowheads="1"/>
          </p:cNvSpPr>
          <p:nvPr/>
        </p:nvSpPr>
        <p:spPr bwMode="auto">
          <a:xfrm>
            <a:off x="3340100" y="1573213"/>
            <a:ext cx="12954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FontTx/>
              <a:buNone/>
            </a:pPr>
            <a:r>
              <a:rPr kumimoji="1" lang="zh-CN" altLang="en-US" sz="1800" b="1">
                <a:latin typeface="Times New Roman" panose="02020603050405020304" pitchFamily="18" charset="0"/>
              </a:rPr>
              <a:t>中间态</a:t>
            </a:r>
          </a:p>
        </p:txBody>
      </p:sp>
      <p:grpSp>
        <p:nvGrpSpPr>
          <p:cNvPr id="54277" name="Group 3"/>
          <p:cNvGrpSpPr>
            <a:grpSpLocks/>
          </p:cNvGrpSpPr>
          <p:nvPr/>
        </p:nvGrpSpPr>
        <p:grpSpPr bwMode="auto">
          <a:xfrm>
            <a:off x="1152525" y="415925"/>
            <a:ext cx="1347788" cy="900113"/>
            <a:chOff x="1356" y="3456"/>
            <a:chExt cx="804" cy="552"/>
          </a:xfrm>
        </p:grpSpPr>
        <p:sp>
          <p:nvSpPr>
            <p:cNvPr id="54298" name="Oval 4"/>
            <p:cNvSpPr>
              <a:spLocks noChangeArrowheads="1"/>
            </p:cNvSpPr>
            <p:nvPr/>
          </p:nvSpPr>
          <p:spPr bwMode="auto">
            <a:xfrm>
              <a:off x="1404" y="3498"/>
              <a:ext cx="113" cy="12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54299" name="Text Box 5"/>
            <p:cNvSpPr txBox="1">
              <a:spLocks noChangeArrowheads="1"/>
            </p:cNvSpPr>
            <p:nvPr/>
          </p:nvSpPr>
          <p:spPr bwMode="auto">
            <a:xfrm>
              <a:off x="1622" y="3456"/>
              <a:ext cx="538" cy="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kumimoji="1" lang="zh-CN" altLang="en-US" sz="1800" b="1">
                  <a:latin typeface="Times New Roman" panose="02020603050405020304" pitchFamily="18" charset="0"/>
                </a:rPr>
                <a:t>初态</a:t>
              </a:r>
            </a:p>
          </p:txBody>
        </p:sp>
        <p:sp>
          <p:nvSpPr>
            <p:cNvPr id="54300" name="Text Box 6"/>
            <p:cNvSpPr txBox="1">
              <a:spLocks noChangeArrowheads="1"/>
            </p:cNvSpPr>
            <p:nvPr/>
          </p:nvSpPr>
          <p:spPr bwMode="auto">
            <a:xfrm>
              <a:off x="1622" y="3783"/>
              <a:ext cx="439" cy="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kumimoji="1" lang="zh-CN" altLang="en-US" sz="1800" b="1">
                  <a:latin typeface="Times New Roman" panose="02020603050405020304" pitchFamily="18" charset="0"/>
                </a:rPr>
                <a:t>终态</a:t>
              </a:r>
            </a:p>
          </p:txBody>
        </p:sp>
        <p:grpSp>
          <p:nvGrpSpPr>
            <p:cNvPr id="54301" name="Group 7"/>
            <p:cNvGrpSpPr>
              <a:grpSpLocks/>
            </p:cNvGrpSpPr>
            <p:nvPr/>
          </p:nvGrpSpPr>
          <p:grpSpPr bwMode="auto">
            <a:xfrm>
              <a:off x="1356" y="3792"/>
              <a:ext cx="200" cy="200"/>
              <a:chOff x="1200" y="3948"/>
              <a:chExt cx="200" cy="200"/>
            </a:xfrm>
          </p:grpSpPr>
          <p:sp>
            <p:nvSpPr>
              <p:cNvPr id="54302" name="Oval 8"/>
              <p:cNvSpPr>
                <a:spLocks noChangeArrowheads="1"/>
              </p:cNvSpPr>
              <p:nvPr/>
            </p:nvSpPr>
            <p:spPr bwMode="auto">
              <a:xfrm>
                <a:off x="1200" y="3948"/>
                <a:ext cx="200" cy="200"/>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54303" name="Oval 9"/>
              <p:cNvSpPr>
                <a:spLocks noChangeArrowheads="1"/>
              </p:cNvSpPr>
              <p:nvPr/>
            </p:nvSpPr>
            <p:spPr bwMode="auto">
              <a:xfrm>
                <a:off x="1248" y="3990"/>
                <a:ext cx="101" cy="11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grpSp>
      </p:grpSp>
      <p:grpSp>
        <p:nvGrpSpPr>
          <p:cNvPr id="54278" name="Group 10"/>
          <p:cNvGrpSpPr>
            <a:grpSpLocks/>
          </p:cNvGrpSpPr>
          <p:nvPr/>
        </p:nvGrpSpPr>
        <p:grpSpPr bwMode="auto">
          <a:xfrm>
            <a:off x="3359150" y="273050"/>
            <a:ext cx="1276350" cy="1230313"/>
            <a:chOff x="2763" y="406"/>
            <a:chExt cx="804" cy="958"/>
          </a:xfrm>
        </p:grpSpPr>
        <p:sp>
          <p:nvSpPr>
            <p:cNvPr id="54295" name="AutoShape 11"/>
            <p:cNvSpPr>
              <a:spLocks noChangeArrowheads="1"/>
            </p:cNvSpPr>
            <p:nvPr/>
          </p:nvSpPr>
          <p:spPr bwMode="auto">
            <a:xfrm>
              <a:off x="2763" y="406"/>
              <a:ext cx="804" cy="958"/>
            </a:xfrm>
            <a:prstGeom prst="flowChartAlternateProcess">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110000"/>
                </a:lnSpc>
                <a:spcBef>
                  <a:spcPct val="30000"/>
                </a:spcBef>
                <a:buClrTx/>
                <a:buFontTx/>
                <a:buNone/>
              </a:pPr>
              <a:r>
                <a:rPr kumimoji="1" lang="zh-CN" altLang="en-US" sz="1800" b="1">
                  <a:latin typeface="Times New Roman" panose="02020603050405020304" pitchFamily="18" charset="0"/>
                </a:rPr>
                <a:t>状态名</a:t>
              </a:r>
            </a:p>
            <a:p>
              <a:pPr algn="ctr" eaLnBrk="1" hangingPunct="1">
                <a:lnSpc>
                  <a:spcPct val="110000"/>
                </a:lnSpc>
                <a:spcBef>
                  <a:spcPct val="30000"/>
                </a:spcBef>
                <a:buClrTx/>
                <a:buFontTx/>
                <a:buNone/>
              </a:pPr>
              <a:r>
                <a:rPr kumimoji="1" lang="zh-CN" altLang="en-US" sz="1800" b="1">
                  <a:latin typeface="Times New Roman" panose="02020603050405020304" pitchFamily="18" charset="0"/>
                </a:rPr>
                <a:t>状态变量</a:t>
              </a:r>
            </a:p>
            <a:p>
              <a:pPr algn="ctr" eaLnBrk="1" hangingPunct="1">
                <a:lnSpc>
                  <a:spcPct val="110000"/>
                </a:lnSpc>
                <a:spcBef>
                  <a:spcPct val="30000"/>
                </a:spcBef>
                <a:buClrTx/>
                <a:buFontTx/>
                <a:buNone/>
              </a:pPr>
              <a:r>
                <a:rPr kumimoji="1" lang="zh-CN" altLang="en-US" sz="1800" b="1">
                  <a:latin typeface="Times New Roman" panose="02020603050405020304" pitchFamily="18" charset="0"/>
                </a:rPr>
                <a:t>活动</a:t>
              </a:r>
            </a:p>
          </p:txBody>
        </p:sp>
        <p:sp>
          <p:nvSpPr>
            <p:cNvPr id="54296" name="Line 12"/>
            <p:cNvSpPr>
              <a:spLocks noChangeShapeType="1"/>
            </p:cNvSpPr>
            <p:nvPr/>
          </p:nvSpPr>
          <p:spPr bwMode="auto">
            <a:xfrm>
              <a:off x="2766" y="729"/>
              <a:ext cx="79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297" name="Line 13"/>
            <p:cNvSpPr>
              <a:spLocks noChangeShapeType="1"/>
            </p:cNvSpPr>
            <p:nvPr/>
          </p:nvSpPr>
          <p:spPr bwMode="auto">
            <a:xfrm>
              <a:off x="2763" y="1068"/>
              <a:ext cx="79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27374" name="AutoShape 14"/>
          <p:cNvSpPr>
            <a:spLocks noChangeArrowheads="1"/>
          </p:cNvSpPr>
          <p:nvPr/>
        </p:nvSpPr>
        <p:spPr bwMode="auto">
          <a:xfrm>
            <a:off x="4932363" y="333375"/>
            <a:ext cx="4043362" cy="1146175"/>
          </a:xfrm>
          <a:prstGeom prst="wedgeRectCallout">
            <a:avLst>
              <a:gd name="adj1" fmla="val -59227"/>
              <a:gd name="adj2" fmla="val 36981"/>
            </a:avLst>
          </a:prstGeom>
          <a:solidFill>
            <a:srgbClr val="FFFF99"/>
          </a:solidFill>
          <a:ln w="9525">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en-US" altLang="zh-CN" sz="2000" b="1">
                <a:solidFill>
                  <a:schemeClr val="bg2"/>
                </a:solidFill>
                <a:latin typeface="Times New Roman" panose="02020603050405020304" pitchFamily="18" charset="0"/>
              </a:rPr>
              <a:t>    </a:t>
            </a:r>
            <a:r>
              <a:rPr kumimoji="1" lang="zh-CN" altLang="en-US" sz="2000" b="1">
                <a:solidFill>
                  <a:schemeClr val="bg2"/>
                </a:solidFill>
                <a:latin typeface="Times New Roman" panose="02020603050405020304" pitchFamily="18" charset="0"/>
              </a:rPr>
              <a:t>响应事件的内部动作或活动的列表，定义为：</a:t>
            </a:r>
          </a:p>
          <a:p>
            <a:pPr eaLnBrk="1" hangingPunct="1">
              <a:spcBef>
                <a:spcPct val="0"/>
              </a:spcBef>
              <a:buClrTx/>
              <a:buFontTx/>
              <a:buNone/>
            </a:pPr>
            <a:r>
              <a:rPr kumimoji="1" lang="zh-CN" altLang="en-US" sz="2000" b="1">
                <a:solidFill>
                  <a:schemeClr val="bg2"/>
                </a:solidFill>
                <a:latin typeface="Times New Roman" panose="02020603050405020304" pitchFamily="18" charset="0"/>
              </a:rPr>
              <a:t>事件名  </a:t>
            </a:r>
            <a:r>
              <a:rPr kumimoji="1" lang="en-US" altLang="zh-CN" sz="2000" b="1">
                <a:solidFill>
                  <a:schemeClr val="bg2"/>
                </a:solidFill>
                <a:latin typeface="Times New Roman" panose="02020603050405020304" pitchFamily="18" charset="0"/>
              </a:rPr>
              <a:t>(</a:t>
            </a:r>
            <a:r>
              <a:rPr kumimoji="1" lang="zh-CN" altLang="en-US" sz="2000" b="1">
                <a:solidFill>
                  <a:schemeClr val="bg2"/>
                </a:solidFill>
                <a:latin typeface="Times New Roman" panose="02020603050405020304" pitchFamily="18" charset="0"/>
              </a:rPr>
              <a:t>参数表</a:t>
            </a:r>
            <a:r>
              <a:rPr kumimoji="1" lang="en-US" altLang="zh-CN" sz="2000" b="1">
                <a:solidFill>
                  <a:schemeClr val="bg2"/>
                </a:solidFill>
                <a:latin typeface="Times New Roman" panose="02020603050405020304" pitchFamily="18" charset="0"/>
              </a:rPr>
              <a:t>[</a:t>
            </a:r>
            <a:r>
              <a:rPr kumimoji="1" lang="zh-CN" altLang="en-US" sz="2000" b="1">
                <a:solidFill>
                  <a:schemeClr val="bg2"/>
                </a:solidFill>
                <a:latin typeface="Times New Roman" panose="02020603050405020304" pitchFamily="18" charset="0"/>
              </a:rPr>
              <a:t>条件</a:t>
            </a:r>
            <a:r>
              <a:rPr kumimoji="1" lang="en-US" altLang="zh-CN" sz="2000" b="1">
                <a:solidFill>
                  <a:schemeClr val="bg2"/>
                </a:solidFill>
                <a:latin typeface="Times New Roman" panose="02020603050405020304" pitchFamily="18" charset="0"/>
              </a:rPr>
              <a:t>])/</a:t>
            </a:r>
            <a:r>
              <a:rPr kumimoji="1" lang="zh-CN" altLang="en-US" sz="2000" b="1">
                <a:solidFill>
                  <a:schemeClr val="bg2"/>
                </a:solidFill>
                <a:latin typeface="Times New Roman" panose="02020603050405020304" pitchFamily="18" charset="0"/>
              </a:rPr>
              <a:t>动作表达式</a:t>
            </a:r>
          </a:p>
        </p:txBody>
      </p:sp>
      <p:sp>
        <p:nvSpPr>
          <p:cNvPr id="527375" name="Text Box 15"/>
          <p:cNvSpPr txBox="1">
            <a:spLocks noChangeArrowheads="1"/>
          </p:cNvSpPr>
          <p:nvPr/>
        </p:nvSpPr>
        <p:spPr bwMode="auto">
          <a:xfrm>
            <a:off x="290513" y="1900238"/>
            <a:ext cx="8678862" cy="199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defRPr/>
            </a:pPr>
            <a:r>
              <a:rPr kumimoji="1" lang="zh-CN" altLang="en-US" sz="2400" b="1">
                <a:solidFill>
                  <a:schemeClr val="tx2"/>
                </a:solidFill>
                <a:effectLst>
                  <a:outerShdw blurRad="38100" dist="38100" dir="2700000" algn="tl">
                    <a:srgbClr val="C0C0C0"/>
                  </a:outerShdw>
                </a:effectLst>
                <a:latin typeface="Times New Roman" pitchFamily="18" charset="0"/>
                <a:ea typeface="楷体_GB2312" pitchFamily="49" charset="-122"/>
              </a:rPr>
              <a:t>状态变量</a:t>
            </a:r>
            <a:r>
              <a:rPr kumimoji="1" lang="zh-CN" altLang="en-US" sz="2400" b="1">
                <a:latin typeface="Times New Roman" pitchFamily="18" charset="0"/>
                <a:ea typeface="楷体_GB2312" pitchFamily="49" charset="-122"/>
              </a:rPr>
              <a:t>   是状态图所显示的类的属性。</a:t>
            </a:r>
          </a:p>
          <a:p>
            <a:pPr eaLnBrk="1" hangingPunct="1">
              <a:spcBef>
                <a:spcPct val="20000"/>
              </a:spcBef>
              <a:defRPr/>
            </a:pPr>
            <a:r>
              <a:rPr kumimoji="1" lang="zh-CN" altLang="en-US" sz="2400" b="1">
                <a:solidFill>
                  <a:schemeClr val="tx2"/>
                </a:solidFill>
                <a:effectLst>
                  <a:outerShdw blurRad="38100" dist="38100" dir="2700000" algn="tl">
                    <a:srgbClr val="C0C0C0"/>
                  </a:outerShdw>
                </a:effectLst>
                <a:latin typeface="Times New Roman" pitchFamily="18" charset="0"/>
                <a:ea typeface="楷体_GB2312" pitchFamily="49" charset="-122"/>
              </a:rPr>
              <a:t>活动</a:t>
            </a:r>
            <a:r>
              <a:rPr kumimoji="1" lang="zh-CN" altLang="en-US" sz="2400" b="1">
                <a:latin typeface="Times New Roman" pitchFamily="18" charset="0"/>
                <a:ea typeface="楷体_GB2312" pitchFamily="49" charset="-122"/>
              </a:rPr>
              <a:t>    列出了在该状态时要执行的事件和动作。有</a:t>
            </a:r>
            <a:r>
              <a:rPr kumimoji="1" lang="en-US" altLang="zh-CN" sz="2400" b="1">
                <a:latin typeface="Times New Roman" pitchFamily="18" charset="0"/>
                <a:ea typeface="楷体_GB2312" pitchFamily="49" charset="-122"/>
              </a:rPr>
              <a:t>3</a:t>
            </a:r>
            <a:r>
              <a:rPr kumimoji="1" lang="zh-CN" altLang="en-US" sz="2400" b="1">
                <a:latin typeface="Times New Roman" pitchFamily="18" charset="0"/>
                <a:ea typeface="楷体_GB2312" pitchFamily="49" charset="-122"/>
              </a:rPr>
              <a:t>个</a:t>
            </a:r>
            <a:r>
              <a:rPr kumimoji="1" lang="zh-CN" altLang="en-US" sz="2400" b="1">
                <a:solidFill>
                  <a:srgbClr val="FFFF66"/>
                </a:solidFill>
                <a:latin typeface="Times New Roman" pitchFamily="18" charset="0"/>
                <a:ea typeface="楷体_GB2312" pitchFamily="49" charset="-122"/>
              </a:rPr>
              <a:t>标准事件：</a:t>
            </a:r>
          </a:p>
          <a:p>
            <a:pPr eaLnBrk="1" hangingPunct="1">
              <a:defRPr/>
            </a:pPr>
            <a:r>
              <a:rPr kumimoji="1" lang="zh-CN" altLang="en-US" sz="2400" b="1">
                <a:latin typeface="Times New Roman" pitchFamily="18" charset="0"/>
                <a:ea typeface="楷体_GB2312" pitchFamily="49" charset="-122"/>
              </a:rPr>
              <a:t>          </a:t>
            </a:r>
            <a:r>
              <a:rPr kumimoji="1" lang="en-US" altLang="zh-CN" sz="2400" b="1">
                <a:latin typeface="Times New Roman" pitchFamily="18" charset="0"/>
                <a:ea typeface="楷体_GB2312" pitchFamily="49" charset="-122"/>
              </a:rPr>
              <a:t>entry</a:t>
            </a:r>
            <a:r>
              <a:rPr kumimoji="1" lang="zh-CN" altLang="en-US" sz="2400" b="1">
                <a:latin typeface="Times New Roman" pitchFamily="18" charset="0"/>
                <a:ea typeface="楷体_GB2312" pitchFamily="49" charset="-122"/>
              </a:rPr>
              <a:t>事件用于指明进入该状态时的特定动作。</a:t>
            </a:r>
          </a:p>
          <a:p>
            <a:pPr eaLnBrk="1" hangingPunct="1">
              <a:defRPr/>
            </a:pPr>
            <a:r>
              <a:rPr kumimoji="1" lang="zh-CN" altLang="en-US" sz="2400" b="1">
                <a:latin typeface="Times New Roman" pitchFamily="18" charset="0"/>
                <a:ea typeface="楷体_GB2312" pitchFamily="49" charset="-122"/>
              </a:rPr>
              <a:t>          </a:t>
            </a:r>
            <a:r>
              <a:rPr kumimoji="1" lang="en-US" altLang="zh-CN" sz="2400" b="1">
                <a:latin typeface="Times New Roman" pitchFamily="18" charset="0"/>
                <a:ea typeface="楷体_GB2312" pitchFamily="49" charset="-122"/>
              </a:rPr>
              <a:t>exit</a:t>
            </a:r>
            <a:r>
              <a:rPr kumimoji="1" lang="zh-CN" altLang="en-US" sz="2400" b="1">
                <a:latin typeface="Times New Roman" pitchFamily="18" charset="0"/>
                <a:ea typeface="楷体_GB2312" pitchFamily="49" charset="-122"/>
              </a:rPr>
              <a:t>事件用于指明退出该状态时的特定动作。 </a:t>
            </a:r>
          </a:p>
          <a:p>
            <a:pPr eaLnBrk="1" hangingPunct="1">
              <a:defRPr/>
            </a:pPr>
            <a:r>
              <a:rPr kumimoji="1" lang="zh-CN" altLang="en-US" sz="2400" b="1">
                <a:latin typeface="Times New Roman" pitchFamily="18" charset="0"/>
                <a:ea typeface="楷体_GB2312" pitchFamily="49" charset="-122"/>
              </a:rPr>
              <a:t>          </a:t>
            </a:r>
            <a:r>
              <a:rPr kumimoji="1" lang="en-US" altLang="zh-CN" sz="2400" b="1">
                <a:latin typeface="Times New Roman" pitchFamily="18" charset="0"/>
                <a:ea typeface="楷体_GB2312" pitchFamily="49" charset="-122"/>
              </a:rPr>
              <a:t>do</a:t>
            </a:r>
            <a:r>
              <a:rPr kumimoji="1" lang="zh-CN" altLang="en-US" sz="2400" b="1">
                <a:latin typeface="Times New Roman" pitchFamily="18" charset="0"/>
                <a:ea typeface="楷体_GB2312" pitchFamily="49" charset="-122"/>
              </a:rPr>
              <a:t>事件用于指明在该状态中时执行的动作。 </a:t>
            </a:r>
          </a:p>
        </p:txBody>
      </p:sp>
      <p:sp>
        <p:nvSpPr>
          <p:cNvPr id="527376" name="Text Box 16"/>
          <p:cNvSpPr txBox="1">
            <a:spLocks noChangeArrowheads="1"/>
          </p:cNvSpPr>
          <p:nvPr/>
        </p:nvSpPr>
        <p:spPr bwMode="auto">
          <a:xfrm>
            <a:off x="1071563" y="3962400"/>
            <a:ext cx="11318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kumimoji="1" lang="zh-CN" altLang="en-US" sz="2400" b="1">
                <a:latin typeface="Times New Roman" panose="02020603050405020304" pitchFamily="18" charset="0"/>
                <a:ea typeface="楷体_GB2312" pitchFamily="49" charset="-122"/>
              </a:rPr>
              <a:t>例</a:t>
            </a:r>
            <a:r>
              <a:rPr kumimoji="1" lang="en-US" altLang="zh-CN" sz="2400" b="1">
                <a:latin typeface="Times New Roman" panose="02020603050405020304" pitchFamily="18" charset="0"/>
                <a:ea typeface="楷体_GB2312" pitchFamily="49" charset="-122"/>
              </a:rPr>
              <a:t>:</a:t>
            </a:r>
          </a:p>
        </p:txBody>
      </p:sp>
      <p:grpSp>
        <p:nvGrpSpPr>
          <p:cNvPr id="527377" name="Group 17"/>
          <p:cNvGrpSpPr>
            <a:grpSpLocks/>
          </p:cNvGrpSpPr>
          <p:nvPr/>
        </p:nvGrpSpPr>
        <p:grpSpPr bwMode="auto">
          <a:xfrm>
            <a:off x="7172325" y="2946400"/>
            <a:ext cx="1319213" cy="914400"/>
            <a:chOff x="4518" y="1856"/>
            <a:chExt cx="831" cy="576"/>
          </a:xfrm>
        </p:grpSpPr>
        <p:sp>
          <p:nvSpPr>
            <p:cNvPr id="54293" name="AutoShape 18"/>
            <p:cNvSpPr>
              <a:spLocks/>
            </p:cNvSpPr>
            <p:nvPr/>
          </p:nvSpPr>
          <p:spPr bwMode="auto">
            <a:xfrm>
              <a:off x="4518" y="1856"/>
              <a:ext cx="188" cy="576"/>
            </a:xfrm>
            <a:prstGeom prst="rightBrace">
              <a:avLst>
                <a:gd name="adj1" fmla="val 25532"/>
                <a:gd name="adj2" fmla="val 50000"/>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54294" name="Text Box 19"/>
            <p:cNvSpPr txBox="1">
              <a:spLocks noChangeArrowheads="1"/>
            </p:cNvSpPr>
            <p:nvPr/>
          </p:nvSpPr>
          <p:spPr bwMode="auto">
            <a:xfrm>
              <a:off x="4727" y="2006"/>
              <a:ext cx="62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kumimoji="1" lang="zh-CN" altLang="en-US" sz="2000" b="1">
                  <a:latin typeface="Times New Roman" panose="02020603050405020304" pitchFamily="18" charset="0"/>
                </a:rPr>
                <a:t>无参数</a:t>
              </a:r>
            </a:p>
          </p:txBody>
        </p:sp>
      </p:grpSp>
      <p:grpSp>
        <p:nvGrpSpPr>
          <p:cNvPr id="54283" name="Group 21"/>
          <p:cNvGrpSpPr>
            <a:grpSpLocks/>
          </p:cNvGrpSpPr>
          <p:nvPr/>
        </p:nvGrpSpPr>
        <p:grpSpPr bwMode="auto">
          <a:xfrm>
            <a:off x="742950" y="1481138"/>
            <a:ext cx="2424113" cy="366712"/>
            <a:chOff x="468" y="933"/>
            <a:chExt cx="1527" cy="231"/>
          </a:xfrm>
        </p:grpSpPr>
        <p:sp>
          <p:nvSpPr>
            <p:cNvPr id="54291" name="Line 22"/>
            <p:cNvSpPr>
              <a:spLocks noChangeShapeType="1"/>
            </p:cNvSpPr>
            <p:nvPr/>
          </p:nvSpPr>
          <p:spPr bwMode="auto">
            <a:xfrm>
              <a:off x="468" y="1043"/>
              <a:ext cx="915" cy="0"/>
            </a:xfrm>
            <a:prstGeom prst="line">
              <a:avLst/>
            </a:prstGeom>
            <a:noFill/>
            <a:ln w="2857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292" name="Text Box 23"/>
            <p:cNvSpPr txBox="1">
              <a:spLocks noChangeArrowheads="1"/>
            </p:cNvSpPr>
            <p:nvPr/>
          </p:nvSpPr>
          <p:spPr bwMode="auto">
            <a:xfrm>
              <a:off x="1456" y="933"/>
              <a:ext cx="539"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kumimoji="1" lang="zh-CN" altLang="en-US" sz="1800" b="1">
                  <a:latin typeface="Times New Roman" panose="02020603050405020304" pitchFamily="18" charset="0"/>
                </a:rPr>
                <a:t>迁移</a:t>
              </a:r>
            </a:p>
          </p:txBody>
        </p:sp>
      </p:grpSp>
      <p:grpSp>
        <p:nvGrpSpPr>
          <p:cNvPr id="527384" name="Group 24"/>
          <p:cNvGrpSpPr>
            <a:grpSpLocks/>
          </p:cNvGrpSpPr>
          <p:nvPr/>
        </p:nvGrpSpPr>
        <p:grpSpPr bwMode="auto">
          <a:xfrm>
            <a:off x="2605088" y="4221163"/>
            <a:ext cx="4065587" cy="2474912"/>
            <a:chOff x="1641" y="2451"/>
            <a:chExt cx="2561" cy="1770"/>
          </a:xfrm>
        </p:grpSpPr>
        <p:sp>
          <p:nvSpPr>
            <p:cNvPr id="527385" name="Text Box 25"/>
            <p:cNvSpPr txBox="1">
              <a:spLocks noChangeArrowheads="1"/>
            </p:cNvSpPr>
            <p:nvPr/>
          </p:nvSpPr>
          <p:spPr bwMode="auto">
            <a:xfrm>
              <a:off x="2078" y="3978"/>
              <a:ext cx="1663" cy="2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fontAlgn="ctr" hangingPunct="1">
                <a:lnSpc>
                  <a:spcPct val="90000"/>
                </a:lnSpc>
                <a:spcBef>
                  <a:spcPct val="20000"/>
                </a:spcBef>
                <a:defRPr/>
              </a:pPr>
              <a:r>
                <a:rPr kumimoji="1" lang="en-US" altLang="zh-CN">
                  <a:solidFill>
                    <a:srgbClr val="FFFFFF"/>
                  </a:solidFill>
                  <a:effectLst>
                    <a:outerShdw blurRad="38100" dist="38100" dir="2700000" algn="tl">
                      <a:srgbClr val="C0C0C0"/>
                    </a:outerShdw>
                  </a:effectLst>
                  <a:latin typeface="宋体" pitchFamily="2" charset="-122"/>
                </a:rPr>
                <a:t>login </a:t>
              </a:r>
              <a:r>
                <a:rPr kumimoji="1" lang="zh-CN" altLang="en-US">
                  <a:solidFill>
                    <a:srgbClr val="FFFFFF"/>
                  </a:solidFill>
                  <a:effectLst>
                    <a:outerShdw blurRad="38100" dist="38100" dir="2700000" algn="tl">
                      <a:srgbClr val="C0C0C0"/>
                    </a:outerShdw>
                  </a:effectLst>
                  <a:latin typeface="宋体" pitchFamily="2" charset="-122"/>
                </a:rPr>
                <a:t>状态</a:t>
              </a:r>
            </a:p>
          </p:txBody>
        </p:sp>
        <p:sp>
          <p:nvSpPr>
            <p:cNvPr id="54288" name="AutoShape 26"/>
            <p:cNvSpPr>
              <a:spLocks noChangeArrowheads="1"/>
            </p:cNvSpPr>
            <p:nvPr/>
          </p:nvSpPr>
          <p:spPr bwMode="auto">
            <a:xfrm>
              <a:off x="1641" y="2451"/>
              <a:ext cx="2561" cy="1538"/>
            </a:xfrm>
            <a:prstGeom prst="roundRect">
              <a:avLst>
                <a:gd name="adj" fmla="val 16667"/>
              </a:avLst>
            </a:prstGeom>
            <a:solidFill>
              <a:srgbClr val="FFFF66"/>
            </a:solidFill>
            <a:ln w="28575">
              <a:solidFill>
                <a:srgbClr val="9A72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25000"/>
                </a:spcBef>
                <a:buClrTx/>
                <a:buFontTx/>
                <a:buNone/>
              </a:pPr>
              <a:r>
                <a:rPr kumimoji="1" lang="en-US" altLang="zh-CN" sz="2000" b="1">
                  <a:solidFill>
                    <a:schemeClr val="bg2"/>
                  </a:solidFill>
                  <a:latin typeface="Times New Roman" panose="02020603050405020304" pitchFamily="18" charset="0"/>
                  <a:ea typeface="楷体_GB2312" pitchFamily="49" charset="-122"/>
                </a:rPr>
                <a:t>login</a:t>
              </a:r>
            </a:p>
            <a:p>
              <a:pPr algn="ctr" eaLnBrk="1" hangingPunct="1">
                <a:spcBef>
                  <a:spcPct val="15000"/>
                </a:spcBef>
                <a:buClrTx/>
                <a:buFontTx/>
                <a:buNone/>
              </a:pPr>
              <a:r>
                <a:rPr kumimoji="1" lang="en-US" altLang="zh-CN" sz="2000" b="1">
                  <a:solidFill>
                    <a:schemeClr val="bg2"/>
                  </a:solidFill>
                  <a:latin typeface="Times New Roman" panose="02020603050405020304" pitchFamily="18" charset="0"/>
                  <a:ea typeface="楷体_GB2312" pitchFamily="49" charset="-122"/>
                </a:rPr>
                <a:t>login time=curent time</a:t>
              </a:r>
            </a:p>
            <a:p>
              <a:pPr algn="ctr" eaLnBrk="1" hangingPunct="1">
                <a:buClrTx/>
                <a:buFontTx/>
                <a:buNone/>
              </a:pPr>
              <a:r>
                <a:rPr kumimoji="1" lang="en-US" altLang="zh-CN" sz="2000" b="1">
                  <a:solidFill>
                    <a:schemeClr val="bg2"/>
                  </a:solidFill>
                  <a:latin typeface="Times New Roman" panose="02020603050405020304" pitchFamily="18" charset="0"/>
                  <a:ea typeface="楷体_GB2312" pitchFamily="49" charset="-122"/>
                </a:rPr>
                <a:t>entry/type “login”</a:t>
              </a:r>
            </a:p>
            <a:p>
              <a:pPr algn="ctr" eaLnBrk="1" hangingPunct="1">
                <a:spcBef>
                  <a:spcPct val="10000"/>
                </a:spcBef>
                <a:buClrTx/>
                <a:buFontTx/>
                <a:buNone/>
              </a:pPr>
              <a:r>
                <a:rPr kumimoji="1" lang="en-US" altLang="zh-CN" sz="2000" b="1">
                  <a:solidFill>
                    <a:schemeClr val="bg2"/>
                  </a:solidFill>
                  <a:latin typeface="Times New Roman" panose="02020603050405020304" pitchFamily="18" charset="0"/>
                  <a:ea typeface="楷体_GB2312" pitchFamily="49" charset="-122"/>
                </a:rPr>
                <a:t>do/get use name</a:t>
              </a:r>
            </a:p>
            <a:p>
              <a:pPr algn="ctr" eaLnBrk="1" hangingPunct="1">
                <a:spcBef>
                  <a:spcPct val="0"/>
                </a:spcBef>
                <a:buClrTx/>
                <a:buFontTx/>
                <a:buNone/>
              </a:pPr>
              <a:r>
                <a:rPr kumimoji="1" lang="en-US" altLang="zh-CN" sz="2000" b="1">
                  <a:solidFill>
                    <a:schemeClr val="bg2"/>
                  </a:solidFill>
                  <a:latin typeface="Times New Roman" panose="02020603050405020304" pitchFamily="18" charset="0"/>
                  <a:ea typeface="楷体_GB2312" pitchFamily="49" charset="-122"/>
                </a:rPr>
                <a:t>do/get password</a:t>
              </a:r>
            </a:p>
            <a:p>
              <a:pPr algn="ctr" eaLnBrk="1" hangingPunct="1">
                <a:spcBef>
                  <a:spcPct val="0"/>
                </a:spcBef>
                <a:buClrTx/>
                <a:buFontTx/>
                <a:buNone/>
              </a:pPr>
              <a:r>
                <a:rPr kumimoji="1" lang="en-US" altLang="zh-CN" sz="2000" b="1">
                  <a:solidFill>
                    <a:schemeClr val="bg2"/>
                  </a:solidFill>
                  <a:latin typeface="Times New Roman" panose="02020603050405020304" pitchFamily="18" charset="0"/>
                  <a:ea typeface="楷体_GB2312" pitchFamily="49" charset="-122"/>
                </a:rPr>
                <a:t>help/display help</a:t>
              </a:r>
            </a:p>
            <a:p>
              <a:pPr algn="ctr" eaLnBrk="1" hangingPunct="1">
                <a:spcBef>
                  <a:spcPct val="0"/>
                </a:spcBef>
                <a:buClrTx/>
                <a:buFontTx/>
                <a:buNone/>
              </a:pPr>
              <a:r>
                <a:rPr kumimoji="1" lang="en-US" altLang="zh-CN" sz="2000" b="1">
                  <a:solidFill>
                    <a:schemeClr val="bg2"/>
                  </a:solidFill>
                  <a:latin typeface="Times New Roman" panose="02020603050405020304" pitchFamily="18" charset="0"/>
                  <a:ea typeface="楷体_GB2312" pitchFamily="49" charset="-122"/>
                </a:rPr>
                <a:t>exit/login(use_name.password)</a:t>
              </a:r>
            </a:p>
          </p:txBody>
        </p:sp>
        <p:sp>
          <p:nvSpPr>
            <p:cNvPr id="54289" name="Line 27"/>
            <p:cNvSpPr>
              <a:spLocks noChangeShapeType="1"/>
            </p:cNvSpPr>
            <p:nvPr/>
          </p:nvSpPr>
          <p:spPr bwMode="auto">
            <a:xfrm>
              <a:off x="1650" y="2701"/>
              <a:ext cx="2544" cy="0"/>
            </a:xfrm>
            <a:prstGeom prst="line">
              <a:avLst/>
            </a:prstGeom>
            <a:noFill/>
            <a:ln w="28575">
              <a:solidFill>
                <a:srgbClr val="9A72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4290" name="Line 28"/>
            <p:cNvSpPr>
              <a:spLocks noChangeShapeType="1"/>
            </p:cNvSpPr>
            <p:nvPr/>
          </p:nvSpPr>
          <p:spPr bwMode="auto">
            <a:xfrm>
              <a:off x="1650" y="2912"/>
              <a:ext cx="2544" cy="0"/>
            </a:xfrm>
            <a:prstGeom prst="line">
              <a:avLst/>
            </a:prstGeom>
            <a:noFill/>
            <a:ln w="28575">
              <a:solidFill>
                <a:srgbClr val="9A72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4285" name="Oval 29">
            <a:hlinkClick r:id="" action="ppaction://hlinkshowjump?jump=previousslide"/>
          </p:cNvPr>
          <p:cNvSpPr>
            <a:spLocks noChangeArrowheads="1"/>
          </p:cNvSpPr>
          <p:nvPr/>
        </p:nvSpPr>
        <p:spPr bwMode="auto">
          <a:xfrm>
            <a:off x="6370638" y="6383338"/>
            <a:ext cx="754062" cy="334962"/>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CC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54286" name="Oval 30">
            <a:hlinkClick r:id="" action="ppaction://hlinkshowjump?jump=nextslide"/>
          </p:cNvPr>
          <p:cNvSpPr>
            <a:spLocks noChangeArrowheads="1"/>
          </p:cNvSpPr>
          <p:nvPr/>
        </p:nvSpPr>
        <p:spPr bwMode="auto">
          <a:xfrm>
            <a:off x="7237413" y="6388100"/>
            <a:ext cx="754062" cy="334963"/>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CC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Tree>
  </p:cSld>
  <p:clrMapOvr>
    <a:masterClrMapping/>
  </p:clrMapOvr>
  <p:transition advClick="0">
    <p:wheel spokes="8"/>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grpId="0" nodeType="afterEffect">
                                  <p:stCondLst>
                                    <p:cond delay="3000"/>
                                  </p:stCondLst>
                                  <p:childTnLst>
                                    <p:set>
                                      <p:cBhvr>
                                        <p:cTn id="6" dur="1" fill="hold">
                                          <p:stCondLst>
                                            <p:cond delay="0"/>
                                          </p:stCondLst>
                                        </p:cTn>
                                        <p:tgtEl>
                                          <p:spTgt spid="527374"/>
                                        </p:tgtEl>
                                        <p:attrNameLst>
                                          <p:attrName>style.visibility</p:attrName>
                                        </p:attrNameLst>
                                      </p:cBhvr>
                                      <p:to>
                                        <p:strVal val="visible"/>
                                      </p:to>
                                    </p:set>
                                    <p:animEffect transition="in" filter="dissolve">
                                      <p:cBhvr>
                                        <p:cTn id="7" dur="500"/>
                                        <p:tgtEl>
                                          <p:spTgt spid="52737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27375"/>
                                        </p:tgtEl>
                                        <p:attrNameLst>
                                          <p:attrName>style.visibility</p:attrName>
                                        </p:attrNameLst>
                                      </p:cBhvr>
                                      <p:to>
                                        <p:strVal val="visible"/>
                                      </p:to>
                                    </p:set>
                                    <p:animEffect transition="in" filter="wipe(up)">
                                      <p:cBhvr>
                                        <p:cTn id="12" dur="500"/>
                                        <p:tgtEl>
                                          <p:spTgt spid="52737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527377"/>
                                        </p:tgtEl>
                                        <p:attrNameLst>
                                          <p:attrName>style.visibility</p:attrName>
                                        </p:attrNameLst>
                                      </p:cBhvr>
                                      <p:to>
                                        <p:strVal val="visible"/>
                                      </p:to>
                                    </p:set>
                                    <p:animEffect transition="in" filter="wipe(left)">
                                      <p:cBhvr>
                                        <p:cTn id="17" dur="500"/>
                                        <p:tgtEl>
                                          <p:spTgt spid="52737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grpId="0" nodeType="clickEffect">
                                  <p:stCondLst>
                                    <p:cond delay="0"/>
                                  </p:stCondLst>
                                  <p:childTnLst>
                                    <p:set>
                                      <p:cBhvr>
                                        <p:cTn id="21" dur="1" fill="hold">
                                          <p:stCondLst>
                                            <p:cond delay="499"/>
                                          </p:stCondLst>
                                        </p:cTn>
                                        <p:tgtEl>
                                          <p:spTgt spid="527376"/>
                                        </p:tgtEl>
                                        <p:attrNameLst>
                                          <p:attrName>style.visibility</p:attrName>
                                        </p:attrNameLst>
                                      </p:cBhvr>
                                      <p:to>
                                        <p:strVal val="visible"/>
                                      </p:to>
                                    </p:set>
                                  </p:childTnLst>
                                </p:cTn>
                              </p:par>
                            </p:childTnLst>
                          </p:cTn>
                        </p:par>
                        <p:par>
                          <p:cTn id="22" fill="hold" nodeType="afterGroup">
                            <p:stCondLst>
                              <p:cond delay="500"/>
                            </p:stCondLst>
                            <p:childTnLst>
                              <p:par>
                                <p:cTn id="23" presetID="1" presetClass="entr" presetSubtype="0" fill="hold" nodeType="afterEffect">
                                  <p:stCondLst>
                                    <p:cond delay="0"/>
                                  </p:stCondLst>
                                  <p:childTnLst>
                                    <p:set>
                                      <p:cBhvr>
                                        <p:cTn id="24" dur="1" fill="hold">
                                          <p:stCondLst>
                                            <p:cond delay="499"/>
                                          </p:stCondLst>
                                        </p:cTn>
                                        <p:tgtEl>
                                          <p:spTgt spid="5273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7374" grpId="0" animBg="1" autoUpdateAnimBg="0"/>
      <p:bldP spid="527375" grpId="0" autoUpdateAnimBg="0"/>
      <p:bldP spid="527376" grpId="0"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日期占位符 2"/>
          <p:cNvSpPr>
            <a:spLocks noGrp="1"/>
          </p:cNvSpPr>
          <p:nvPr>
            <p:ph type="dt" sz="quarter" idx="10"/>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BA12B2F6-CB4B-40B3-9C8F-9E8F6266F5B4}" type="datetime8">
              <a:rPr lang="zh-CN" altLang="en-US" sz="1400" smtClean="0"/>
              <a:pPr>
                <a:spcBef>
                  <a:spcPct val="0"/>
                </a:spcBef>
                <a:buClrTx/>
                <a:buFontTx/>
                <a:buNone/>
              </a:pPr>
              <a:t>2020年5月12日3时0分</a:t>
            </a:fld>
            <a:endParaRPr lang="en-US" altLang="zh-CN" sz="1400" smtClean="0"/>
          </a:p>
        </p:txBody>
      </p:sp>
      <p:sp>
        <p:nvSpPr>
          <p:cNvPr id="55299" name="灯片编号占位符 4"/>
          <p:cNvSpPr>
            <a:spLocks noGrp="1"/>
          </p:cNvSpPr>
          <p:nvPr>
            <p:ph type="sldNum" sz="quarter" idx="12"/>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36D34399-8F5B-4450-82A4-0071D9D1FE93}" type="slidenum">
              <a:rPr lang="en-US" altLang="zh-CN" sz="1400" smtClean="0"/>
              <a:pPr>
                <a:spcBef>
                  <a:spcPct val="0"/>
                </a:spcBef>
                <a:buClrTx/>
                <a:buFontTx/>
                <a:buNone/>
              </a:pPr>
              <a:t>40</a:t>
            </a:fld>
            <a:endParaRPr lang="en-US" altLang="zh-CN" sz="1400" smtClean="0"/>
          </a:p>
        </p:txBody>
      </p:sp>
      <p:sp>
        <p:nvSpPr>
          <p:cNvPr id="528387" name="Text Box 3"/>
          <p:cNvSpPr txBox="1">
            <a:spLocks noChangeArrowheads="1"/>
          </p:cNvSpPr>
          <p:nvPr/>
        </p:nvSpPr>
        <p:spPr bwMode="auto">
          <a:xfrm>
            <a:off x="381000" y="385763"/>
            <a:ext cx="8458200"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1" hangingPunct="1">
              <a:spcBef>
                <a:spcPct val="50000"/>
              </a:spcBef>
              <a:defRPr/>
            </a:pPr>
            <a:r>
              <a:rPr kumimoji="1" lang="zh-CN" altLang="en-US" sz="2000" b="1">
                <a:effectLst>
                  <a:outerShdw blurRad="38100" dist="38100" dir="2700000" algn="tl">
                    <a:srgbClr val="C0C0C0"/>
                  </a:outerShdw>
                </a:effectLst>
                <a:latin typeface="Times New Roman" pitchFamily="18" charset="0"/>
              </a:rPr>
              <a:t>　　</a:t>
            </a:r>
            <a:r>
              <a:rPr kumimoji="1" lang="zh-CN" altLang="en-US" sz="2400" b="1">
                <a:effectLst>
                  <a:outerShdw blurRad="38100" dist="38100" dir="2700000" algn="tl">
                    <a:srgbClr val="C0C0C0"/>
                  </a:outerShdw>
                </a:effectLst>
                <a:latin typeface="Times New Roman" pitchFamily="18" charset="0"/>
                <a:ea typeface="楷体_GB2312" pitchFamily="49" charset="-122"/>
              </a:rPr>
              <a:t>状态</a:t>
            </a:r>
            <a:r>
              <a:rPr kumimoji="1" lang="zh-CN" altLang="en-US" sz="2400" b="1">
                <a:effectLst>
                  <a:outerShdw blurRad="38100" dist="38100" dir="2700000" algn="tl">
                    <a:srgbClr val="C0C0C0"/>
                  </a:outerShdw>
                </a:effectLst>
                <a:latin typeface="楷体_GB2312" pitchFamily="49" charset="-122"/>
                <a:ea typeface="楷体_GB2312" pitchFamily="49" charset="-122"/>
              </a:rPr>
              <a:t>迁移　一个对象的状态的变迁称为状态迁移。通常是由事件触发的</a:t>
            </a:r>
            <a:r>
              <a:rPr kumimoji="1" lang="en-US" altLang="zh-CN" sz="2400" b="1">
                <a:effectLst>
                  <a:outerShdw blurRad="38100" dist="38100" dir="2700000" algn="tl">
                    <a:srgbClr val="C0C0C0"/>
                  </a:outerShdw>
                </a:effectLst>
                <a:latin typeface="楷体_GB2312" pitchFamily="49" charset="-122"/>
                <a:ea typeface="楷体_GB2312" pitchFamily="49" charset="-122"/>
              </a:rPr>
              <a:t>,</a:t>
            </a:r>
            <a:r>
              <a:rPr kumimoji="1" lang="zh-CN" altLang="en-US" sz="2400" b="1">
                <a:effectLst>
                  <a:outerShdw blurRad="38100" dist="38100" dir="2700000" algn="tl">
                    <a:srgbClr val="C0C0C0"/>
                  </a:outerShdw>
                </a:effectLst>
                <a:latin typeface="楷体_GB2312" pitchFamily="49" charset="-122"/>
                <a:ea typeface="楷体_GB2312" pitchFamily="49" charset="-122"/>
              </a:rPr>
              <a:t>此时应标出触发转移的事件表达式。如果转移上未标明事件</a:t>
            </a:r>
            <a:r>
              <a:rPr kumimoji="1" lang="en-US" altLang="zh-CN" sz="2400" b="1">
                <a:effectLst>
                  <a:outerShdw blurRad="38100" dist="38100" dir="2700000" algn="tl">
                    <a:srgbClr val="C0C0C0"/>
                  </a:outerShdw>
                </a:effectLst>
                <a:latin typeface="楷体_GB2312" pitchFamily="49" charset="-122"/>
                <a:ea typeface="楷体_GB2312" pitchFamily="49" charset="-122"/>
              </a:rPr>
              <a:t>,</a:t>
            </a:r>
            <a:r>
              <a:rPr kumimoji="1" lang="zh-CN" altLang="en-US" sz="2400" b="1">
                <a:effectLst>
                  <a:outerShdw blurRad="38100" dist="38100" dir="2700000" algn="tl">
                    <a:srgbClr val="C0C0C0"/>
                  </a:outerShdw>
                </a:effectLst>
                <a:latin typeface="楷体_GB2312" pitchFamily="49" charset="-122"/>
                <a:ea typeface="楷体_GB2312" pitchFamily="49" charset="-122"/>
              </a:rPr>
              <a:t>则表示在源状态的内部活动执行完毕后自动触发转移。</a:t>
            </a:r>
          </a:p>
        </p:txBody>
      </p:sp>
      <p:sp>
        <p:nvSpPr>
          <p:cNvPr id="55301" name="Rectangle 4"/>
          <p:cNvSpPr>
            <a:spLocks noChangeArrowheads="1"/>
          </p:cNvSpPr>
          <p:nvPr/>
        </p:nvSpPr>
        <p:spPr bwMode="auto">
          <a:xfrm>
            <a:off x="6781800" y="0"/>
            <a:ext cx="2133600" cy="381000"/>
          </a:xfrm>
          <a:prstGeom prst="rect">
            <a:avLst/>
          </a:prstGeom>
          <a:noFill/>
          <a:ln>
            <a:noFill/>
          </a:ln>
          <a:effectLst/>
          <a:extLst>
            <a:ext uri="{909E8E84-426E-40DD-AFC4-6F175D3DCCD1}">
              <a14:hiddenFill xmlns:a14="http://schemas.microsoft.com/office/drawing/2010/main">
                <a:solidFill>
                  <a:srgbClr val="005E5C"/>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zh-CN" altLang="en-US" sz="800">
                <a:latin typeface="宋体" panose="02010600030101010101" pitchFamily="2" charset="-122"/>
              </a:rPr>
              <a:t>状态图</a:t>
            </a:r>
          </a:p>
        </p:txBody>
      </p:sp>
      <p:sp>
        <p:nvSpPr>
          <p:cNvPr id="55302" name="Oval 5"/>
          <p:cNvSpPr>
            <a:spLocks noChangeArrowheads="1"/>
          </p:cNvSpPr>
          <p:nvPr/>
        </p:nvSpPr>
        <p:spPr bwMode="auto">
          <a:xfrm>
            <a:off x="685800" y="533400"/>
            <a:ext cx="152400" cy="152400"/>
          </a:xfrm>
          <a:prstGeom prst="ellipse">
            <a:avLst/>
          </a:prstGeom>
          <a:gradFill rotWithShape="0">
            <a:gsLst>
              <a:gs pos="0">
                <a:srgbClr val="663300"/>
              </a:gs>
              <a:gs pos="100000">
                <a:srgbClr val="FFFF00"/>
              </a:gs>
            </a:gsLst>
            <a:path path="shape">
              <a:fillToRect l="50000" t="50000" r="50000" b="50000"/>
            </a:path>
          </a:gradFill>
          <a:ln w="9525">
            <a:solidFill>
              <a:srgbClr val="FFCC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55303" name="Oval 6">
            <a:hlinkClick r:id="" action="ppaction://hlinkshowjump?jump=previousslide"/>
          </p:cNvPr>
          <p:cNvSpPr>
            <a:spLocks noChangeArrowheads="1"/>
          </p:cNvSpPr>
          <p:nvPr/>
        </p:nvSpPr>
        <p:spPr bwMode="auto">
          <a:xfrm>
            <a:off x="6356350" y="6365875"/>
            <a:ext cx="762000" cy="381000"/>
          </a:xfrm>
          <a:prstGeom prst="ellipse">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round/>
                <a:headEnd/>
                <a:tailEnd/>
              </a14:hiddenLine>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55304" name="Oval 7">
            <a:hlinkClick r:id="" action="ppaction://hlinkshowjump?jump=nextslide"/>
          </p:cNvPr>
          <p:cNvSpPr>
            <a:spLocks noChangeArrowheads="1"/>
          </p:cNvSpPr>
          <p:nvPr/>
        </p:nvSpPr>
        <p:spPr bwMode="auto">
          <a:xfrm>
            <a:off x="7245350" y="6365875"/>
            <a:ext cx="762000" cy="381000"/>
          </a:xfrm>
          <a:prstGeom prst="ellipse">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round/>
                <a:headEnd/>
                <a:tailEnd/>
              </a14:hiddenLine>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grpSp>
        <p:nvGrpSpPr>
          <p:cNvPr id="528392" name="Group 8"/>
          <p:cNvGrpSpPr>
            <a:grpSpLocks/>
          </p:cNvGrpSpPr>
          <p:nvPr/>
        </p:nvGrpSpPr>
        <p:grpSpPr bwMode="auto">
          <a:xfrm>
            <a:off x="1544638" y="2125663"/>
            <a:ext cx="6180137" cy="3727450"/>
            <a:chOff x="1069" y="781"/>
            <a:chExt cx="3893" cy="2348"/>
          </a:xfrm>
        </p:grpSpPr>
        <p:sp>
          <p:nvSpPr>
            <p:cNvPr id="55307" name="Line 9"/>
            <p:cNvSpPr>
              <a:spLocks noChangeShapeType="1"/>
            </p:cNvSpPr>
            <p:nvPr/>
          </p:nvSpPr>
          <p:spPr bwMode="auto">
            <a:xfrm flipV="1">
              <a:off x="1625" y="1785"/>
              <a:ext cx="0" cy="1100"/>
            </a:xfrm>
            <a:prstGeom prst="line">
              <a:avLst/>
            </a:prstGeom>
            <a:noFill/>
            <a:ln w="38100">
              <a:solidFill>
                <a:schemeClr val="hlink"/>
              </a:solidFill>
              <a:round/>
              <a:headEnd/>
              <a:tailEnd type="arrow" w="lg"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55308" name="Line 10"/>
            <p:cNvSpPr>
              <a:spLocks noChangeShapeType="1"/>
            </p:cNvSpPr>
            <p:nvPr/>
          </p:nvSpPr>
          <p:spPr bwMode="auto">
            <a:xfrm flipV="1">
              <a:off x="2637" y="2369"/>
              <a:ext cx="0" cy="220"/>
            </a:xfrm>
            <a:prstGeom prst="line">
              <a:avLst/>
            </a:prstGeom>
            <a:noFill/>
            <a:ln w="38100">
              <a:solidFill>
                <a:schemeClr val="hlink"/>
              </a:solidFill>
              <a:round/>
              <a:headEnd/>
              <a:tailEnd type="arrow" w="lg"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55309" name="Rectangle 11"/>
            <p:cNvSpPr>
              <a:spLocks noChangeArrowheads="1"/>
            </p:cNvSpPr>
            <p:nvPr/>
          </p:nvSpPr>
          <p:spPr bwMode="auto">
            <a:xfrm>
              <a:off x="1069" y="781"/>
              <a:ext cx="3893" cy="2348"/>
            </a:xfrm>
            <a:prstGeom prst="rect">
              <a:avLst/>
            </a:prstGeom>
            <a:noFill/>
            <a:ln w="38100">
              <a:solidFill>
                <a:schemeClr val="hlink"/>
              </a:solidFill>
              <a:miter lim="800000"/>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55310" name="Oval 12"/>
            <p:cNvSpPr>
              <a:spLocks noChangeArrowheads="1"/>
            </p:cNvSpPr>
            <p:nvPr/>
          </p:nvSpPr>
          <p:spPr bwMode="auto">
            <a:xfrm>
              <a:off x="1285" y="1029"/>
              <a:ext cx="150" cy="138"/>
            </a:xfrm>
            <a:prstGeom prst="ellipse">
              <a:avLst/>
            </a:prstGeom>
            <a:solidFill>
              <a:schemeClr val="accent1"/>
            </a:solidFill>
            <a:ln w="38100">
              <a:solidFill>
                <a:schemeClr val="hlink"/>
              </a:solidFill>
              <a:round/>
              <a:headEnd/>
              <a:tailEnd/>
            </a:ln>
            <a:effectLst>
              <a:outerShdw dist="35921" dir="2700000" algn="ctr" rotWithShape="0">
                <a:schemeClr val="bg2"/>
              </a:outerShdw>
            </a:effec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55311" name="Line 13"/>
            <p:cNvSpPr>
              <a:spLocks noChangeShapeType="1"/>
            </p:cNvSpPr>
            <p:nvPr/>
          </p:nvSpPr>
          <p:spPr bwMode="auto">
            <a:xfrm flipV="1">
              <a:off x="1435" y="1098"/>
              <a:ext cx="777" cy="0"/>
            </a:xfrm>
            <a:prstGeom prst="line">
              <a:avLst/>
            </a:prstGeom>
            <a:noFill/>
            <a:ln w="38100">
              <a:solidFill>
                <a:schemeClr val="hlink"/>
              </a:solidFill>
              <a:round/>
              <a:headEnd/>
              <a:tailEnd type="arrow" w="lg"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55312" name="Line 14"/>
            <p:cNvSpPr>
              <a:spLocks noChangeShapeType="1"/>
            </p:cNvSpPr>
            <p:nvPr/>
          </p:nvSpPr>
          <p:spPr bwMode="auto">
            <a:xfrm>
              <a:off x="3090" y="1132"/>
              <a:ext cx="488" cy="0"/>
            </a:xfrm>
            <a:prstGeom prst="line">
              <a:avLst/>
            </a:prstGeom>
            <a:noFill/>
            <a:ln w="38100">
              <a:solidFill>
                <a:schemeClr val="hlink"/>
              </a:solidFill>
              <a:round/>
              <a:headEnd/>
              <a:tailEnd type="arrow" w="lg"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55313" name="Line 15"/>
            <p:cNvSpPr>
              <a:spLocks noChangeShapeType="1"/>
            </p:cNvSpPr>
            <p:nvPr/>
          </p:nvSpPr>
          <p:spPr bwMode="auto">
            <a:xfrm>
              <a:off x="4106" y="1308"/>
              <a:ext cx="0" cy="736"/>
            </a:xfrm>
            <a:prstGeom prst="line">
              <a:avLst/>
            </a:prstGeom>
            <a:noFill/>
            <a:ln w="38100">
              <a:solidFill>
                <a:schemeClr val="hlink"/>
              </a:solidFill>
              <a:round/>
              <a:headEnd/>
              <a:tailEnd type="arrow" w="lg"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55314" name="Line 16"/>
            <p:cNvSpPr>
              <a:spLocks noChangeShapeType="1"/>
            </p:cNvSpPr>
            <p:nvPr/>
          </p:nvSpPr>
          <p:spPr bwMode="auto">
            <a:xfrm>
              <a:off x="3070" y="2232"/>
              <a:ext cx="643" cy="0"/>
            </a:xfrm>
            <a:prstGeom prst="line">
              <a:avLst/>
            </a:prstGeom>
            <a:noFill/>
            <a:ln w="38100">
              <a:solidFill>
                <a:schemeClr val="hlink"/>
              </a:solidFill>
              <a:round/>
              <a:headEnd/>
              <a:tailEnd type="arrow" w="lg"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55315" name="Line 17"/>
            <p:cNvSpPr>
              <a:spLocks noChangeShapeType="1"/>
            </p:cNvSpPr>
            <p:nvPr/>
          </p:nvSpPr>
          <p:spPr bwMode="auto">
            <a:xfrm flipV="1">
              <a:off x="4617" y="2181"/>
              <a:ext cx="215" cy="1"/>
            </a:xfrm>
            <a:prstGeom prst="line">
              <a:avLst/>
            </a:prstGeom>
            <a:noFill/>
            <a:ln w="38100">
              <a:solidFill>
                <a:schemeClr val="hlink"/>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55316" name="Line 18"/>
            <p:cNvSpPr>
              <a:spLocks noChangeShapeType="1"/>
            </p:cNvSpPr>
            <p:nvPr/>
          </p:nvSpPr>
          <p:spPr bwMode="auto">
            <a:xfrm flipH="1">
              <a:off x="4473" y="1132"/>
              <a:ext cx="364" cy="0"/>
            </a:xfrm>
            <a:prstGeom prst="line">
              <a:avLst/>
            </a:prstGeom>
            <a:noFill/>
            <a:ln w="38100">
              <a:solidFill>
                <a:schemeClr val="hlink"/>
              </a:solidFill>
              <a:round/>
              <a:headEnd/>
              <a:tailEnd type="arrow" w="lg"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55317" name="Line 19"/>
            <p:cNvSpPr>
              <a:spLocks noChangeShapeType="1"/>
            </p:cNvSpPr>
            <p:nvPr/>
          </p:nvSpPr>
          <p:spPr bwMode="auto">
            <a:xfrm>
              <a:off x="4135" y="2335"/>
              <a:ext cx="1" cy="254"/>
            </a:xfrm>
            <a:prstGeom prst="line">
              <a:avLst/>
            </a:prstGeom>
            <a:noFill/>
            <a:ln w="38100">
              <a:solidFill>
                <a:schemeClr val="hlink"/>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55318" name="Line 20"/>
            <p:cNvSpPr>
              <a:spLocks noChangeShapeType="1"/>
            </p:cNvSpPr>
            <p:nvPr/>
          </p:nvSpPr>
          <p:spPr bwMode="auto">
            <a:xfrm flipH="1">
              <a:off x="2629" y="2580"/>
              <a:ext cx="1514" cy="0"/>
            </a:xfrm>
            <a:prstGeom prst="line">
              <a:avLst/>
            </a:prstGeom>
            <a:noFill/>
            <a:ln w="38100">
              <a:solidFill>
                <a:schemeClr val="hlink"/>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55319" name="Line 21"/>
            <p:cNvSpPr>
              <a:spLocks noChangeShapeType="1"/>
            </p:cNvSpPr>
            <p:nvPr/>
          </p:nvSpPr>
          <p:spPr bwMode="auto">
            <a:xfrm>
              <a:off x="4393" y="2326"/>
              <a:ext cx="0" cy="550"/>
            </a:xfrm>
            <a:prstGeom prst="line">
              <a:avLst/>
            </a:prstGeom>
            <a:noFill/>
            <a:ln w="38100">
              <a:solidFill>
                <a:schemeClr val="hlink"/>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55320" name="Line 22"/>
            <p:cNvSpPr>
              <a:spLocks noChangeShapeType="1"/>
            </p:cNvSpPr>
            <p:nvPr/>
          </p:nvSpPr>
          <p:spPr bwMode="auto">
            <a:xfrm flipH="1">
              <a:off x="1620" y="2876"/>
              <a:ext cx="2783" cy="0"/>
            </a:xfrm>
            <a:prstGeom prst="line">
              <a:avLst/>
            </a:prstGeom>
            <a:noFill/>
            <a:ln w="38100">
              <a:solidFill>
                <a:schemeClr val="hlink"/>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55321" name="Line 23"/>
            <p:cNvSpPr>
              <a:spLocks noChangeShapeType="1"/>
            </p:cNvSpPr>
            <p:nvPr/>
          </p:nvSpPr>
          <p:spPr bwMode="auto">
            <a:xfrm flipV="1">
              <a:off x="1623" y="1167"/>
              <a:ext cx="0" cy="343"/>
            </a:xfrm>
            <a:prstGeom prst="line">
              <a:avLst/>
            </a:prstGeom>
            <a:noFill/>
            <a:ln w="38100">
              <a:solidFill>
                <a:schemeClr val="hlink"/>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55322" name="Line 24"/>
            <p:cNvSpPr>
              <a:spLocks noChangeShapeType="1"/>
            </p:cNvSpPr>
            <p:nvPr/>
          </p:nvSpPr>
          <p:spPr bwMode="auto">
            <a:xfrm>
              <a:off x="1623" y="1175"/>
              <a:ext cx="564" cy="0"/>
            </a:xfrm>
            <a:prstGeom prst="line">
              <a:avLst/>
            </a:prstGeom>
            <a:noFill/>
            <a:ln w="38100">
              <a:solidFill>
                <a:schemeClr val="hlink"/>
              </a:solidFill>
              <a:round/>
              <a:headEnd/>
              <a:tailEnd type="arrow" w="lg"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55323" name="Text Box 25"/>
            <p:cNvSpPr txBox="1">
              <a:spLocks noChangeArrowheads="1"/>
            </p:cNvSpPr>
            <p:nvPr/>
          </p:nvSpPr>
          <p:spPr bwMode="auto">
            <a:xfrm>
              <a:off x="2294" y="1015"/>
              <a:ext cx="692" cy="231"/>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hlink"/>
                  </a:solidFill>
                  <a:miter lim="800000"/>
                  <a:headEnd/>
                  <a:tailEnd/>
                </a14:hiddenLine>
              </a:ext>
            </a:extLst>
          </p:spPr>
          <p:txBody>
            <a:bodyPr wrap="none">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zh-CN" altLang="en-US" sz="1800" b="1">
                  <a:latin typeface="Times New Roman" panose="02020603050405020304" pitchFamily="18" charset="0"/>
                </a:rPr>
                <a:t>在第一层</a:t>
              </a:r>
            </a:p>
          </p:txBody>
        </p:sp>
        <p:sp>
          <p:nvSpPr>
            <p:cNvPr id="55324" name="Text Box 26"/>
            <p:cNvSpPr txBox="1">
              <a:spLocks noChangeArrowheads="1"/>
            </p:cNvSpPr>
            <p:nvPr/>
          </p:nvSpPr>
          <p:spPr bwMode="auto">
            <a:xfrm>
              <a:off x="3099" y="896"/>
              <a:ext cx="404" cy="231"/>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hlink"/>
                  </a:solidFill>
                  <a:miter lim="800000"/>
                  <a:headEnd/>
                  <a:tailEnd/>
                </a14:hiddenLine>
              </a:ext>
            </a:extLst>
          </p:spPr>
          <p:txBody>
            <a:bodyPr wrap="none">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zh-CN" altLang="en-US" sz="1800" b="1">
                  <a:latin typeface="Times New Roman" panose="02020603050405020304" pitchFamily="18" charset="0"/>
                </a:rPr>
                <a:t>上行</a:t>
              </a:r>
            </a:p>
          </p:txBody>
        </p:sp>
        <p:sp>
          <p:nvSpPr>
            <p:cNvPr id="55325" name="Text Box 27"/>
            <p:cNvSpPr txBox="1">
              <a:spLocks noChangeArrowheads="1"/>
            </p:cNvSpPr>
            <p:nvPr/>
          </p:nvSpPr>
          <p:spPr bwMode="auto">
            <a:xfrm>
              <a:off x="3686" y="1045"/>
              <a:ext cx="692" cy="231"/>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hlink"/>
                  </a:solidFill>
                  <a:miter lim="800000"/>
                  <a:headEnd/>
                  <a:tailEnd/>
                </a14:hiddenLine>
              </a:ext>
            </a:extLst>
          </p:spPr>
          <p:txBody>
            <a:bodyPr wrap="none">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zh-CN" altLang="en-US" sz="1800" b="1">
                  <a:latin typeface="Times New Roman" panose="02020603050405020304" pitchFamily="18" charset="0"/>
                </a:rPr>
                <a:t>向上移动</a:t>
              </a:r>
            </a:p>
          </p:txBody>
        </p:sp>
        <p:sp>
          <p:nvSpPr>
            <p:cNvPr id="55326" name="Text Box 28"/>
            <p:cNvSpPr txBox="1">
              <a:spLocks noChangeArrowheads="1"/>
            </p:cNvSpPr>
            <p:nvPr/>
          </p:nvSpPr>
          <p:spPr bwMode="auto">
            <a:xfrm>
              <a:off x="3721" y="1520"/>
              <a:ext cx="404" cy="231"/>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hlink"/>
                  </a:solidFill>
                  <a:miter lim="800000"/>
                  <a:headEnd/>
                  <a:tailEnd/>
                </a14:hiddenLine>
              </a:ext>
            </a:extLst>
          </p:spPr>
          <p:txBody>
            <a:bodyPr wrap="none">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zh-CN" altLang="en-US" sz="1800" b="1">
                  <a:latin typeface="Times New Roman" panose="02020603050405020304" pitchFamily="18" charset="0"/>
                </a:rPr>
                <a:t>到达</a:t>
              </a:r>
            </a:p>
          </p:txBody>
        </p:sp>
        <p:sp>
          <p:nvSpPr>
            <p:cNvPr id="55327" name="Text Box 29"/>
            <p:cNvSpPr txBox="1">
              <a:spLocks noChangeArrowheads="1"/>
            </p:cNvSpPr>
            <p:nvPr/>
          </p:nvSpPr>
          <p:spPr bwMode="auto">
            <a:xfrm>
              <a:off x="4413" y="1520"/>
              <a:ext cx="404" cy="231"/>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hlink"/>
                  </a:solidFill>
                  <a:miter lim="800000"/>
                  <a:headEnd/>
                  <a:tailEnd/>
                </a14:hiddenLine>
              </a:ext>
            </a:extLst>
          </p:spPr>
          <p:txBody>
            <a:bodyPr wrap="none">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zh-CN" altLang="en-US" sz="1800" b="1">
                  <a:latin typeface="Times New Roman" panose="02020603050405020304" pitchFamily="18" charset="0"/>
                </a:rPr>
                <a:t>上行</a:t>
              </a:r>
            </a:p>
          </p:txBody>
        </p:sp>
        <p:sp>
          <p:nvSpPr>
            <p:cNvPr id="55328" name="Text Box 30"/>
            <p:cNvSpPr txBox="1">
              <a:spLocks noChangeArrowheads="1"/>
            </p:cNvSpPr>
            <p:nvPr/>
          </p:nvSpPr>
          <p:spPr bwMode="auto">
            <a:xfrm>
              <a:off x="3948" y="2083"/>
              <a:ext cx="404" cy="231"/>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hlink"/>
                  </a:solidFill>
                  <a:miter lim="800000"/>
                  <a:headEnd/>
                  <a:tailEnd/>
                </a14:hiddenLine>
              </a:ext>
            </a:extLst>
          </p:spPr>
          <p:txBody>
            <a:bodyPr wrap="none">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zh-CN" altLang="en-US" sz="1800" b="1">
                  <a:latin typeface="Times New Roman" panose="02020603050405020304" pitchFamily="18" charset="0"/>
                </a:rPr>
                <a:t>空闲</a:t>
              </a:r>
            </a:p>
          </p:txBody>
        </p:sp>
        <p:sp>
          <p:nvSpPr>
            <p:cNvPr id="55329" name="Text Box 31"/>
            <p:cNvSpPr txBox="1">
              <a:spLocks noChangeArrowheads="1"/>
            </p:cNvSpPr>
            <p:nvPr/>
          </p:nvSpPr>
          <p:spPr bwMode="auto">
            <a:xfrm>
              <a:off x="3171" y="1960"/>
              <a:ext cx="404" cy="231"/>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hlink"/>
                  </a:solidFill>
                  <a:miter lim="800000"/>
                  <a:headEnd/>
                  <a:tailEnd/>
                </a14:hiddenLine>
              </a:ext>
            </a:extLst>
          </p:spPr>
          <p:txBody>
            <a:bodyPr wrap="none">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zh-CN" altLang="en-US" sz="1800" b="1">
                  <a:latin typeface="Times New Roman" panose="02020603050405020304" pitchFamily="18" charset="0"/>
                </a:rPr>
                <a:t>到达</a:t>
              </a:r>
            </a:p>
          </p:txBody>
        </p:sp>
        <p:sp>
          <p:nvSpPr>
            <p:cNvPr id="55330" name="Text Box 32"/>
            <p:cNvSpPr txBox="1">
              <a:spLocks noChangeArrowheads="1"/>
            </p:cNvSpPr>
            <p:nvPr/>
          </p:nvSpPr>
          <p:spPr bwMode="auto">
            <a:xfrm>
              <a:off x="2295" y="2110"/>
              <a:ext cx="692" cy="231"/>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hlink"/>
                  </a:solidFill>
                  <a:miter lim="800000"/>
                  <a:headEnd/>
                  <a:tailEnd/>
                </a14:hiddenLine>
              </a:ext>
            </a:extLst>
          </p:spPr>
          <p:txBody>
            <a:bodyPr wrap="none">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zh-CN" altLang="en-US" sz="1800" b="1">
                  <a:latin typeface="Times New Roman" panose="02020603050405020304" pitchFamily="18" charset="0"/>
                </a:rPr>
                <a:t>向下移动</a:t>
              </a:r>
            </a:p>
          </p:txBody>
        </p:sp>
        <p:sp>
          <p:nvSpPr>
            <p:cNvPr id="55331" name="Text Box 33"/>
            <p:cNvSpPr txBox="1">
              <a:spLocks noChangeArrowheads="1"/>
            </p:cNvSpPr>
            <p:nvPr/>
          </p:nvSpPr>
          <p:spPr bwMode="auto">
            <a:xfrm>
              <a:off x="3160" y="2580"/>
              <a:ext cx="404" cy="231"/>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hlink"/>
                  </a:solidFill>
                  <a:miter lim="800000"/>
                  <a:headEnd/>
                  <a:tailEnd/>
                </a14:hiddenLine>
              </a:ext>
            </a:extLst>
          </p:spPr>
          <p:txBody>
            <a:bodyPr wrap="none">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zh-CN" altLang="en-US" sz="1800" b="1">
                  <a:latin typeface="Times New Roman" panose="02020603050405020304" pitchFamily="18" charset="0"/>
                </a:rPr>
                <a:t>下行</a:t>
              </a:r>
            </a:p>
          </p:txBody>
        </p:sp>
        <p:sp>
          <p:nvSpPr>
            <p:cNvPr id="55332" name="Text Box 34"/>
            <p:cNvSpPr txBox="1">
              <a:spLocks noChangeArrowheads="1"/>
            </p:cNvSpPr>
            <p:nvPr/>
          </p:nvSpPr>
          <p:spPr bwMode="auto">
            <a:xfrm>
              <a:off x="3044" y="2886"/>
              <a:ext cx="404" cy="231"/>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hlink"/>
                  </a:solidFill>
                  <a:miter lim="800000"/>
                  <a:headEnd/>
                  <a:tailEnd/>
                </a14:hiddenLine>
              </a:ext>
            </a:extLst>
          </p:spPr>
          <p:txBody>
            <a:bodyPr wrap="none">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zh-CN" altLang="en-US" sz="1800" b="1">
                  <a:latin typeface="Times New Roman" panose="02020603050405020304" pitchFamily="18" charset="0"/>
                </a:rPr>
                <a:t>超时</a:t>
              </a:r>
            </a:p>
          </p:txBody>
        </p:sp>
        <p:sp>
          <p:nvSpPr>
            <p:cNvPr id="55333" name="Text Box 35"/>
            <p:cNvSpPr txBox="1">
              <a:spLocks noChangeArrowheads="1"/>
            </p:cNvSpPr>
            <p:nvPr/>
          </p:nvSpPr>
          <p:spPr bwMode="auto">
            <a:xfrm>
              <a:off x="1183" y="1522"/>
              <a:ext cx="980" cy="231"/>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hlink"/>
                  </a:solidFill>
                  <a:miter lim="800000"/>
                  <a:headEnd/>
                  <a:tailEnd/>
                </a14:hiddenLine>
              </a:ext>
            </a:extLst>
          </p:spPr>
          <p:txBody>
            <a:bodyPr wrap="none">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zh-CN" altLang="en-US" sz="1800" b="1">
                  <a:latin typeface="Times New Roman" panose="02020603050405020304" pitchFamily="18" charset="0"/>
                </a:rPr>
                <a:t>向第一层移动</a:t>
              </a:r>
            </a:p>
          </p:txBody>
        </p:sp>
        <p:sp>
          <p:nvSpPr>
            <p:cNvPr id="55334" name="Text Box 36"/>
            <p:cNvSpPr txBox="1">
              <a:spLocks noChangeArrowheads="1"/>
            </p:cNvSpPr>
            <p:nvPr/>
          </p:nvSpPr>
          <p:spPr bwMode="auto">
            <a:xfrm>
              <a:off x="1653" y="1279"/>
              <a:ext cx="404" cy="231"/>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hlink"/>
                  </a:solidFill>
                  <a:miter lim="800000"/>
                  <a:headEnd/>
                  <a:tailEnd/>
                </a14:hiddenLine>
              </a:ext>
            </a:extLst>
          </p:spPr>
          <p:txBody>
            <a:bodyPr wrap="none">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zh-CN" altLang="en-US" sz="1800" b="1">
                  <a:latin typeface="Times New Roman" panose="02020603050405020304" pitchFamily="18" charset="0"/>
                </a:rPr>
                <a:t>到达</a:t>
              </a:r>
            </a:p>
          </p:txBody>
        </p:sp>
        <p:sp>
          <p:nvSpPr>
            <p:cNvPr id="528421" name="AutoShape 37"/>
            <p:cNvSpPr>
              <a:spLocks noChangeArrowheads="1"/>
            </p:cNvSpPr>
            <p:nvPr/>
          </p:nvSpPr>
          <p:spPr bwMode="auto">
            <a:xfrm>
              <a:off x="2218" y="962"/>
              <a:ext cx="846" cy="330"/>
            </a:xfrm>
            <a:prstGeom prst="roundRect">
              <a:avLst>
                <a:gd name="adj" fmla="val 16667"/>
              </a:avLst>
            </a:prstGeom>
            <a:noFill/>
            <a:ln w="28575">
              <a:solidFill>
                <a:schemeClr val="tx2"/>
              </a:solidFill>
              <a:round/>
              <a:headEnd/>
              <a:tailEnd/>
            </a:ln>
            <a:effectLst>
              <a:prstShdw prst="shdw17" dist="17961" dir="2700000">
                <a:schemeClr val="tx2">
                  <a:gamma/>
                  <a:shade val="60000"/>
                  <a:invGamma/>
                </a:schemeClr>
              </a:prstShdw>
            </a:effectLst>
            <a:extLst>
              <a:ext uri="{909E8E84-426E-40DD-AFC4-6F175D3DCCD1}">
                <a14:hiddenFill xmlns:a14="http://schemas.microsoft.com/office/drawing/2010/main">
                  <a:solidFill>
                    <a:schemeClr val="accent1"/>
                  </a:solidFill>
                </a14:hiddenFill>
              </a:ext>
            </a:extLst>
          </p:spPr>
          <p:txBody>
            <a:bodyPr wrap="none" anchor="ctr"/>
            <a:lstStyle/>
            <a:p>
              <a:pPr algn="ctr" eaLnBrk="1" hangingPunct="1">
                <a:defRPr/>
              </a:pPr>
              <a:endParaRPr kumimoji="1" lang="zh-CN" altLang="zh-CN" b="1">
                <a:latin typeface="Times New Roman" pitchFamily="18" charset="0"/>
              </a:endParaRPr>
            </a:p>
          </p:txBody>
        </p:sp>
        <p:sp>
          <p:nvSpPr>
            <p:cNvPr id="528422" name="AutoShape 38"/>
            <p:cNvSpPr>
              <a:spLocks noChangeArrowheads="1"/>
            </p:cNvSpPr>
            <p:nvPr/>
          </p:nvSpPr>
          <p:spPr bwMode="auto">
            <a:xfrm>
              <a:off x="3615" y="980"/>
              <a:ext cx="846" cy="330"/>
            </a:xfrm>
            <a:prstGeom prst="roundRect">
              <a:avLst>
                <a:gd name="adj" fmla="val 16667"/>
              </a:avLst>
            </a:prstGeom>
            <a:noFill/>
            <a:ln w="28575">
              <a:solidFill>
                <a:schemeClr val="tx2"/>
              </a:solidFill>
              <a:round/>
              <a:headEnd/>
              <a:tailEnd/>
            </a:ln>
            <a:effectLst>
              <a:prstShdw prst="shdw17" dist="17961" dir="2700000">
                <a:schemeClr val="tx2">
                  <a:gamma/>
                  <a:shade val="60000"/>
                  <a:invGamma/>
                </a:schemeClr>
              </a:prstShdw>
            </a:effectLst>
            <a:extLst>
              <a:ext uri="{909E8E84-426E-40DD-AFC4-6F175D3DCCD1}">
                <a14:hiddenFill xmlns:a14="http://schemas.microsoft.com/office/drawing/2010/main">
                  <a:solidFill>
                    <a:schemeClr val="accent1"/>
                  </a:solidFill>
                </a14:hiddenFill>
              </a:ext>
            </a:extLst>
          </p:spPr>
          <p:txBody>
            <a:bodyPr wrap="none" anchor="ctr"/>
            <a:lstStyle/>
            <a:p>
              <a:pPr algn="ctr" eaLnBrk="1" hangingPunct="1">
                <a:defRPr/>
              </a:pPr>
              <a:endParaRPr kumimoji="1" lang="zh-CN" altLang="zh-CN" b="1">
                <a:latin typeface="Times New Roman" pitchFamily="18" charset="0"/>
              </a:endParaRPr>
            </a:p>
          </p:txBody>
        </p:sp>
        <p:sp>
          <p:nvSpPr>
            <p:cNvPr id="528423" name="AutoShape 39"/>
            <p:cNvSpPr>
              <a:spLocks noChangeArrowheads="1"/>
            </p:cNvSpPr>
            <p:nvPr/>
          </p:nvSpPr>
          <p:spPr bwMode="auto">
            <a:xfrm>
              <a:off x="3761" y="2075"/>
              <a:ext cx="846" cy="269"/>
            </a:xfrm>
            <a:prstGeom prst="roundRect">
              <a:avLst>
                <a:gd name="adj" fmla="val 16667"/>
              </a:avLst>
            </a:prstGeom>
            <a:noFill/>
            <a:ln w="28575">
              <a:solidFill>
                <a:schemeClr val="tx2"/>
              </a:solidFill>
              <a:round/>
              <a:headEnd/>
              <a:tailEnd/>
            </a:ln>
            <a:effectLst>
              <a:prstShdw prst="shdw17" dist="17961" dir="2700000">
                <a:schemeClr val="tx2">
                  <a:gamma/>
                  <a:shade val="60000"/>
                  <a:invGamma/>
                </a:schemeClr>
              </a:prstShdw>
            </a:effectLst>
            <a:extLst>
              <a:ext uri="{909E8E84-426E-40DD-AFC4-6F175D3DCCD1}">
                <a14:hiddenFill xmlns:a14="http://schemas.microsoft.com/office/drawing/2010/main">
                  <a:solidFill>
                    <a:schemeClr val="accent1"/>
                  </a:solidFill>
                </a14:hiddenFill>
              </a:ext>
            </a:extLst>
          </p:spPr>
          <p:txBody>
            <a:bodyPr wrap="none" anchor="ctr"/>
            <a:lstStyle/>
            <a:p>
              <a:pPr algn="ctr" eaLnBrk="1" hangingPunct="1">
                <a:defRPr/>
              </a:pPr>
              <a:endParaRPr kumimoji="1" lang="zh-CN" altLang="zh-CN" b="1">
                <a:latin typeface="Times New Roman" pitchFamily="18" charset="0"/>
              </a:endParaRPr>
            </a:p>
          </p:txBody>
        </p:sp>
        <p:sp>
          <p:nvSpPr>
            <p:cNvPr id="528424" name="AutoShape 40"/>
            <p:cNvSpPr>
              <a:spLocks noChangeArrowheads="1"/>
            </p:cNvSpPr>
            <p:nvPr/>
          </p:nvSpPr>
          <p:spPr bwMode="auto">
            <a:xfrm>
              <a:off x="1161" y="1503"/>
              <a:ext cx="1019" cy="276"/>
            </a:xfrm>
            <a:prstGeom prst="roundRect">
              <a:avLst>
                <a:gd name="adj" fmla="val 16667"/>
              </a:avLst>
            </a:prstGeom>
            <a:noFill/>
            <a:ln w="28575">
              <a:solidFill>
                <a:schemeClr val="tx2"/>
              </a:solidFill>
              <a:round/>
              <a:headEnd/>
              <a:tailEnd/>
            </a:ln>
            <a:effectLst>
              <a:prstShdw prst="shdw17" dist="17961" dir="2700000">
                <a:schemeClr val="tx2">
                  <a:gamma/>
                  <a:shade val="60000"/>
                  <a:invGamma/>
                </a:schemeClr>
              </a:prstShdw>
            </a:effectLst>
            <a:extLst>
              <a:ext uri="{909E8E84-426E-40DD-AFC4-6F175D3DCCD1}">
                <a14:hiddenFill xmlns:a14="http://schemas.microsoft.com/office/drawing/2010/main">
                  <a:solidFill>
                    <a:schemeClr val="accent1"/>
                  </a:solidFill>
                </a14:hiddenFill>
              </a:ext>
            </a:extLst>
          </p:spPr>
          <p:txBody>
            <a:bodyPr wrap="none" anchor="ctr"/>
            <a:lstStyle/>
            <a:p>
              <a:pPr algn="ctr" eaLnBrk="1" hangingPunct="1">
                <a:defRPr/>
              </a:pPr>
              <a:endParaRPr kumimoji="1" lang="zh-CN" altLang="zh-CN" b="1">
                <a:latin typeface="Times New Roman" pitchFamily="18" charset="0"/>
              </a:endParaRPr>
            </a:p>
          </p:txBody>
        </p:sp>
        <p:sp>
          <p:nvSpPr>
            <p:cNvPr id="528425" name="AutoShape 41"/>
            <p:cNvSpPr>
              <a:spLocks noChangeArrowheads="1"/>
            </p:cNvSpPr>
            <p:nvPr/>
          </p:nvSpPr>
          <p:spPr bwMode="auto">
            <a:xfrm>
              <a:off x="2225" y="2067"/>
              <a:ext cx="846" cy="276"/>
            </a:xfrm>
            <a:prstGeom prst="roundRect">
              <a:avLst>
                <a:gd name="adj" fmla="val 16667"/>
              </a:avLst>
            </a:prstGeom>
            <a:noFill/>
            <a:ln w="28575">
              <a:solidFill>
                <a:schemeClr val="tx2"/>
              </a:solidFill>
              <a:round/>
              <a:headEnd/>
              <a:tailEnd/>
            </a:ln>
            <a:effectLst>
              <a:prstShdw prst="shdw17" dist="17961" dir="2700000">
                <a:schemeClr val="tx2">
                  <a:gamma/>
                  <a:shade val="60000"/>
                  <a:invGamma/>
                </a:schemeClr>
              </a:prstShdw>
            </a:effectLst>
            <a:extLst>
              <a:ext uri="{909E8E84-426E-40DD-AFC4-6F175D3DCCD1}">
                <a14:hiddenFill xmlns:a14="http://schemas.microsoft.com/office/drawing/2010/main">
                  <a:solidFill>
                    <a:schemeClr val="accent1"/>
                  </a:solidFill>
                </a14:hiddenFill>
              </a:ext>
            </a:extLst>
          </p:spPr>
          <p:txBody>
            <a:bodyPr wrap="none" anchor="ctr"/>
            <a:lstStyle/>
            <a:p>
              <a:pPr algn="ctr" eaLnBrk="1" hangingPunct="1">
                <a:defRPr/>
              </a:pPr>
              <a:endParaRPr kumimoji="1" lang="zh-CN" altLang="zh-CN" b="1">
                <a:latin typeface="Times New Roman" pitchFamily="18" charset="0"/>
              </a:endParaRPr>
            </a:p>
          </p:txBody>
        </p:sp>
        <p:sp>
          <p:nvSpPr>
            <p:cNvPr id="55340" name="Line 42"/>
            <p:cNvSpPr>
              <a:spLocks noChangeShapeType="1"/>
            </p:cNvSpPr>
            <p:nvPr/>
          </p:nvSpPr>
          <p:spPr bwMode="auto">
            <a:xfrm>
              <a:off x="4832" y="1138"/>
              <a:ext cx="0" cy="1050"/>
            </a:xfrm>
            <a:prstGeom prst="line">
              <a:avLst/>
            </a:prstGeom>
            <a:noFill/>
            <a:ln w="38100">
              <a:solidFill>
                <a:schemeClr val="hlink"/>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grpSp>
      <p:sp>
        <p:nvSpPr>
          <p:cNvPr id="528427" name="Text Box 43"/>
          <p:cNvSpPr txBox="1">
            <a:spLocks noChangeArrowheads="1"/>
          </p:cNvSpPr>
          <p:nvPr/>
        </p:nvSpPr>
        <p:spPr bwMode="auto">
          <a:xfrm>
            <a:off x="3346450" y="6103938"/>
            <a:ext cx="2492375" cy="312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fontAlgn="ctr" hangingPunct="1">
              <a:lnSpc>
                <a:spcPct val="90000"/>
              </a:lnSpc>
              <a:spcBef>
                <a:spcPct val="20000"/>
              </a:spcBef>
              <a:defRPr/>
            </a:pPr>
            <a:r>
              <a:rPr kumimoji="1" lang="zh-CN" altLang="en-US" sz="1600">
                <a:effectLst>
                  <a:outerShdw blurRad="38100" dist="38100" dir="2700000" algn="tl">
                    <a:srgbClr val="C0C0C0"/>
                  </a:outerShdw>
                </a:effectLst>
                <a:latin typeface="宋体" pitchFamily="2" charset="-122"/>
              </a:rPr>
              <a:t>电梯状态图</a:t>
            </a:r>
          </a:p>
        </p:txBody>
      </p:sp>
    </p:spTree>
  </p:cSld>
  <p:clrMapOvr>
    <a:masterClrMapping/>
  </p:clrMapOvr>
  <p:transition advClick="0">
    <p:wheel spokes="8"/>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499"/>
                                          </p:stCondLst>
                                        </p:cTn>
                                        <p:tgtEl>
                                          <p:spTgt spid="528392"/>
                                        </p:tgtEl>
                                        <p:attrNameLst>
                                          <p:attrName>style.visibility</p:attrName>
                                        </p:attrNameLst>
                                      </p:cBhvr>
                                      <p:to>
                                        <p:strVal val="visible"/>
                                      </p:to>
                                    </p:set>
                                  </p:childTnLst>
                                </p:cTn>
                              </p:par>
                            </p:childTnLst>
                          </p:cTn>
                        </p:par>
                        <p:par>
                          <p:cTn id="7" fill="hold" nodeType="afterGroup">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5284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8427" grpId="0"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日期占位符 2"/>
          <p:cNvSpPr>
            <a:spLocks noGrp="1"/>
          </p:cNvSpPr>
          <p:nvPr>
            <p:ph type="dt" sz="quarter" idx="10"/>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64B62DF9-57A5-4FDD-AE16-DB92978A4B52}" type="datetime8">
              <a:rPr lang="zh-CN" altLang="en-US" sz="1400" smtClean="0"/>
              <a:pPr>
                <a:spcBef>
                  <a:spcPct val="0"/>
                </a:spcBef>
                <a:buClrTx/>
                <a:buFontTx/>
                <a:buNone/>
              </a:pPr>
              <a:t>2020年5月12日3时0分</a:t>
            </a:fld>
            <a:endParaRPr lang="en-US" altLang="zh-CN" sz="1400" smtClean="0"/>
          </a:p>
        </p:txBody>
      </p:sp>
      <p:sp>
        <p:nvSpPr>
          <p:cNvPr id="56323" name="灯片编号占位符 4"/>
          <p:cNvSpPr>
            <a:spLocks noGrp="1"/>
          </p:cNvSpPr>
          <p:nvPr>
            <p:ph type="sldNum" sz="quarter" idx="12"/>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14FF3A95-CC7D-4EA8-9B1E-6F1D72C58D9D}" type="slidenum">
              <a:rPr lang="en-US" altLang="zh-CN" sz="1400" smtClean="0"/>
              <a:pPr>
                <a:spcBef>
                  <a:spcPct val="0"/>
                </a:spcBef>
                <a:buClrTx/>
                <a:buFontTx/>
                <a:buNone/>
              </a:pPr>
              <a:t>41</a:t>
            </a:fld>
            <a:endParaRPr lang="en-US" altLang="zh-CN" sz="1400" smtClean="0"/>
          </a:p>
        </p:txBody>
      </p:sp>
      <p:sp>
        <p:nvSpPr>
          <p:cNvPr id="56324" name="Text Box 2"/>
          <p:cNvSpPr>
            <a:spLocks noGrp="1" noChangeArrowheads="1"/>
          </p:cNvSpPr>
          <p:nvPr>
            <p:ph type="title"/>
          </p:nvPr>
        </p:nvSpPr>
        <p:spPr>
          <a:xfrm>
            <a:off x="271463" y="338138"/>
            <a:ext cx="6742112" cy="620712"/>
          </a:xfrm>
          <a:noFill/>
        </p:spPr>
        <p:txBody>
          <a:bodyPr/>
          <a:lstStyle/>
          <a:p>
            <a:pPr algn="l" eaLnBrk="1" hangingPunct="1">
              <a:spcBef>
                <a:spcPct val="50000"/>
              </a:spcBef>
            </a:pPr>
            <a:r>
              <a:rPr lang="en-US" altLang="zh-CN" sz="2400" b="1" smtClean="0">
                <a:latin typeface="楷体_GB2312" pitchFamily="49" charset="-122"/>
                <a:ea typeface="楷体_GB2312" pitchFamily="49" charset="-122"/>
              </a:rPr>
              <a:t>   </a:t>
            </a:r>
            <a:r>
              <a:rPr lang="zh-CN" altLang="en-US" sz="2400" b="1" smtClean="0">
                <a:latin typeface="楷体_GB2312" pitchFamily="49" charset="-122"/>
                <a:ea typeface="楷体_GB2312" pitchFamily="49" charset="-122"/>
              </a:rPr>
              <a:t>细化的状态表示</a:t>
            </a:r>
          </a:p>
        </p:txBody>
      </p:sp>
      <p:sp>
        <p:nvSpPr>
          <p:cNvPr id="56325" name="Text Box 3"/>
          <p:cNvSpPr txBox="1">
            <a:spLocks noChangeArrowheads="1"/>
          </p:cNvSpPr>
          <p:nvPr/>
        </p:nvSpPr>
        <p:spPr bwMode="auto">
          <a:xfrm>
            <a:off x="287338" y="935038"/>
            <a:ext cx="61118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kumimoji="1" lang="en-US" altLang="zh-CN" sz="2400">
                <a:latin typeface="Times New Roman" panose="02020603050405020304" pitchFamily="18" charset="0"/>
              </a:rPr>
              <a:t>     UML</a:t>
            </a:r>
            <a:r>
              <a:rPr kumimoji="1" lang="zh-CN" altLang="en-US" sz="2400" b="1">
                <a:latin typeface="Times New Roman" panose="02020603050405020304" pitchFamily="18" charset="0"/>
                <a:ea typeface="楷体_GB2312" pitchFamily="49" charset="-122"/>
              </a:rPr>
              <a:t>给出了电梯细化的状态表示</a:t>
            </a:r>
          </a:p>
        </p:txBody>
      </p:sp>
      <p:sp>
        <p:nvSpPr>
          <p:cNvPr id="56326" name="AutoShape 4"/>
          <p:cNvSpPr>
            <a:spLocks noChangeArrowheads="1"/>
          </p:cNvSpPr>
          <p:nvPr/>
        </p:nvSpPr>
        <p:spPr bwMode="auto">
          <a:xfrm>
            <a:off x="6908800" y="439738"/>
            <a:ext cx="1203325" cy="1219200"/>
          </a:xfrm>
          <a:prstGeom prst="roundRect">
            <a:avLst>
              <a:gd name="adj" fmla="val 16667"/>
            </a:avLst>
          </a:prstGeom>
          <a:solidFill>
            <a:srgbClr val="FFFF66"/>
          </a:solidFill>
          <a:ln w="38100">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FontTx/>
              <a:buNone/>
            </a:pPr>
            <a:r>
              <a:rPr kumimoji="1" lang="zh-CN" altLang="en-US" sz="1600" b="1">
                <a:solidFill>
                  <a:schemeClr val="bg2"/>
                </a:solidFill>
                <a:latin typeface="Times New Roman" panose="02020603050405020304" pitchFamily="18" charset="0"/>
              </a:rPr>
              <a:t>状态名</a:t>
            </a:r>
          </a:p>
          <a:p>
            <a:pPr algn="ctr" eaLnBrk="1" hangingPunct="1">
              <a:spcBef>
                <a:spcPct val="50000"/>
              </a:spcBef>
              <a:buClrTx/>
              <a:buFontTx/>
              <a:buNone/>
            </a:pPr>
            <a:r>
              <a:rPr kumimoji="1" lang="zh-CN" altLang="en-US" sz="1600" b="1">
                <a:solidFill>
                  <a:schemeClr val="bg2"/>
                </a:solidFill>
                <a:latin typeface="Times New Roman" panose="02020603050405020304" pitchFamily="18" charset="0"/>
              </a:rPr>
              <a:t>状态变量</a:t>
            </a:r>
          </a:p>
          <a:p>
            <a:pPr algn="ctr" eaLnBrk="1" hangingPunct="1">
              <a:spcBef>
                <a:spcPct val="50000"/>
              </a:spcBef>
              <a:buClrTx/>
              <a:buFontTx/>
              <a:buNone/>
            </a:pPr>
            <a:r>
              <a:rPr kumimoji="1" lang="zh-CN" altLang="en-US" sz="1600" b="1">
                <a:solidFill>
                  <a:schemeClr val="bg2"/>
                </a:solidFill>
                <a:latin typeface="Times New Roman" panose="02020603050405020304" pitchFamily="18" charset="0"/>
              </a:rPr>
              <a:t>活动</a:t>
            </a:r>
          </a:p>
        </p:txBody>
      </p:sp>
      <p:sp>
        <p:nvSpPr>
          <p:cNvPr id="56327" name="Line 5"/>
          <p:cNvSpPr>
            <a:spLocks noChangeShapeType="1"/>
          </p:cNvSpPr>
          <p:nvPr/>
        </p:nvSpPr>
        <p:spPr bwMode="auto">
          <a:xfrm>
            <a:off x="6908800" y="946150"/>
            <a:ext cx="117475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328" name="Line 6"/>
          <p:cNvSpPr>
            <a:spLocks noChangeShapeType="1"/>
          </p:cNvSpPr>
          <p:nvPr/>
        </p:nvSpPr>
        <p:spPr bwMode="auto">
          <a:xfrm>
            <a:off x="6918325" y="1327150"/>
            <a:ext cx="1174750"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329" name="Line 7"/>
          <p:cNvSpPr>
            <a:spLocks noChangeShapeType="1"/>
          </p:cNvSpPr>
          <p:nvPr/>
        </p:nvSpPr>
        <p:spPr bwMode="auto">
          <a:xfrm>
            <a:off x="6443663" y="1149350"/>
            <a:ext cx="479425"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330" name="Line 8"/>
          <p:cNvSpPr>
            <a:spLocks noChangeShapeType="1"/>
          </p:cNvSpPr>
          <p:nvPr/>
        </p:nvSpPr>
        <p:spPr bwMode="auto">
          <a:xfrm>
            <a:off x="8097838" y="1163638"/>
            <a:ext cx="422275" cy="1587"/>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56331" name="Group 9"/>
          <p:cNvGrpSpPr>
            <a:grpSpLocks/>
          </p:cNvGrpSpPr>
          <p:nvPr/>
        </p:nvGrpSpPr>
        <p:grpSpPr bwMode="auto">
          <a:xfrm>
            <a:off x="857250" y="1809750"/>
            <a:ext cx="7556500" cy="4699000"/>
            <a:chOff x="540" y="1140"/>
            <a:chExt cx="4760" cy="2960"/>
          </a:xfrm>
        </p:grpSpPr>
        <p:sp>
          <p:nvSpPr>
            <p:cNvPr id="529418" name="Text Box 10"/>
            <p:cNvSpPr txBox="1">
              <a:spLocks noChangeArrowheads="1"/>
            </p:cNvSpPr>
            <p:nvPr/>
          </p:nvSpPr>
          <p:spPr bwMode="auto">
            <a:xfrm>
              <a:off x="2077" y="3903"/>
              <a:ext cx="1570" cy="1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fontAlgn="ctr" hangingPunct="1">
                <a:lnSpc>
                  <a:spcPct val="90000"/>
                </a:lnSpc>
                <a:spcBef>
                  <a:spcPct val="20000"/>
                </a:spcBef>
                <a:defRPr/>
              </a:pPr>
              <a:r>
                <a:rPr kumimoji="1" lang="zh-CN" altLang="en-US" sz="1600">
                  <a:solidFill>
                    <a:srgbClr val="FFFFFF"/>
                  </a:solidFill>
                  <a:effectLst>
                    <a:outerShdw blurRad="38100" dist="38100" dir="2700000" algn="tl">
                      <a:srgbClr val="C0C0C0"/>
                    </a:outerShdw>
                  </a:effectLst>
                  <a:latin typeface="宋体" pitchFamily="2" charset="-122"/>
                </a:rPr>
                <a:t>细化电梯状态图</a:t>
              </a:r>
            </a:p>
          </p:txBody>
        </p:sp>
        <p:sp>
          <p:nvSpPr>
            <p:cNvPr id="56336" name="Line 11"/>
            <p:cNvSpPr>
              <a:spLocks noChangeShapeType="1"/>
            </p:cNvSpPr>
            <p:nvPr/>
          </p:nvSpPr>
          <p:spPr bwMode="auto">
            <a:xfrm flipH="1" flipV="1">
              <a:off x="4645" y="1600"/>
              <a:ext cx="482" cy="0"/>
            </a:xfrm>
            <a:prstGeom prst="line">
              <a:avLst/>
            </a:prstGeom>
            <a:noFill/>
            <a:ln w="38100">
              <a:solidFill>
                <a:schemeClr val="hlink"/>
              </a:solidFill>
              <a:round/>
              <a:headEnd/>
              <a:tailEnd type="arrow" w="lg"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56337" name="Line 12"/>
            <p:cNvSpPr>
              <a:spLocks noChangeShapeType="1"/>
            </p:cNvSpPr>
            <p:nvPr/>
          </p:nvSpPr>
          <p:spPr bwMode="auto">
            <a:xfrm flipV="1">
              <a:off x="1192" y="2407"/>
              <a:ext cx="0" cy="1109"/>
            </a:xfrm>
            <a:prstGeom prst="line">
              <a:avLst/>
            </a:prstGeom>
            <a:noFill/>
            <a:ln w="38100">
              <a:solidFill>
                <a:schemeClr val="hlink"/>
              </a:solidFill>
              <a:round/>
              <a:headEnd/>
              <a:tailEnd type="arrow" w="lg"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56338" name="Line 13"/>
            <p:cNvSpPr>
              <a:spLocks noChangeShapeType="1"/>
            </p:cNvSpPr>
            <p:nvPr/>
          </p:nvSpPr>
          <p:spPr bwMode="auto">
            <a:xfrm flipV="1">
              <a:off x="2384" y="3049"/>
              <a:ext cx="0" cy="230"/>
            </a:xfrm>
            <a:prstGeom prst="line">
              <a:avLst/>
            </a:prstGeom>
            <a:noFill/>
            <a:ln w="38100">
              <a:solidFill>
                <a:schemeClr val="hlink"/>
              </a:solidFill>
              <a:round/>
              <a:headEnd/>
              <a:tailEnd type="arrow" w="lg"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56339" name="Rectangle 14"/>
            <p:cNvSpPr>
              <a:spLocks noChangeArrowheads="1"/>
            </p:cNvSpPr>
            <p:nvPr/>
          </p:nvSpPr>
          <p:spPr bwMode="auto">
            <a:xfrm>
              <a:off x="540" y="1140"/>
              <a:ext cx="4760" cy="2678"/>
            </a:xfrm>
            <a:prstGeom prst="rect">
              <a:avLst/>
            </a:prstGeom>
            <a:noFill/>
            <a:ln w="38100">
              <a:solidFill>
                <a:schemeClr val="hlink"/>
              </a:solidFill>
              <a:miter lim="800000"/>
              <a:headEnd/>
              <a:tailEnd/>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56340" name="Oval 15"/>
            <p:cNvSpPr>
              <a:spLocks noChangeArrowheads="1"/>
            </p:cNvSpPr>
            <p:nvPr/>
          </p:nvSpPr>
          <p:spPr bwMode="auto">
            <a:xfrm>
              <a:off x="816" y="1342"/>
              <a:ext cx="174" cy="144"/>
            </a:xfrm>
            <a:prstGeom prst="ellipse">
              <a:avLst/>
            </a:prstGeom>
            <a:solidFill>
              <a:schemeClr val="accent1"/>
            </a:solidFill>
            <a:ln w="38100">
              <a:solidFill>
                <a:schemeClr val="hlink"/>
              </a:solidFill>
              <a:round/>
              <a:headEnd/>
              <a:tailEnd/>
            </a:ln>
            <a:effectLst>
              <a:outerShdw dist="35921" dir="2700000" algn="ctr" rotWithShape="0">
                <a:schemeClr val="bg2"/>
              </a:outerShdw>
            </a:effec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56341" name="Line 16"/>
            <p:cNvSpPr>
              <a:spLocks noChangeShapeType="1"/>
            </p:cNvSpPr>
            <p:nvPr/>
          </p:nvSpPr>
          <p:spPr bwMode="auto">
            <a:xfrm flipV="1">
              <a:off x="990" y="1414"/>
              <a:ext cx="902" cy="0"/>
            </a:xfrm>
            <a:prstGeom prst="line">
              <a:avLst/>
            </a:prstGeom>
            <a:noFill/>
            <a:ln w="38100">
              <a:solidFill>
                <a:schemeClr val="hlink"/>
              </a:solidFill>
              <a:round/>
              <a:headEnd/>
              <a:tailEnd type="arrow" w="lg"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56342" name="Line 17"/>
            <p:cNvSpPr>
              <a:spLocks noChangeShapeType="1"/>
            </p:cNvSpPr>
            <p:nvPr/>
          </p:nvSpPr>
          <p:spPr bwMode="auto">
            <a:xfrm>
              <a:off x="2910" y="1606"/>
              <a:ext cx="566" cy="0"/>
            </a:xfrm>
            <a:prstGeom prst="line">
              <a:avLst/>
            </a:prstGeom>
            <a:noFill/>
            <a:ln w="38100">
              <a:solidFill>
                <a:schemeClr val="hlink"/>
              </a:solidFill>
              <a:round/>
              <a:headEnd/>
              <a:tailEnd type="arrow" w="lg"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56343" name="Line 18"/>
            <p:cNvSpPr>
              <a:spLocks noChangeShapeType="1"/>
            </p:cNvSpPr>
            <p:nvPr/>
          </p:nvSpPr>
          <p:spPr bwMode="auto">
            <a:xfrm>
              <a:off x="4054" y="2062"/>
              <a:ext cx="0" cy="263"/>
            </a:xfrm>
            <a:prstGeom prst="line">
              <a:avLst/>
            </a:prstGeom>
            <a:noFill/>
            <a:ln w="38100">
              <a:solidFill>
                <a:schemeClr val="hlink"/>
              </a:solidFill>
              <a:round/>
              <a:headEnd/>
              <a:tailEnd type="arrow" w="lg"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56344" name="Line 19"/>
            <p:cNvSpPr>
              <a:spLocks noChangeShapeType="1"/>
            </p:cNvSpPr>
            <p:nvPr/>
          </p:nvSpPr>
          <p:spPr bwMode="auto">
            <a:xfrm>
              <a:off x="2887" y="2661"/>
              <a:ext cx="641" cy="2"/>
            </a:xfrm>
            <a:prstGeom prst="line">
              <a:avLst/>
            </a:prstGeom>
            <a:noFill/>
            <a:ln w="38100">
              <a:solidFill>
                <a:schemeClr val="hlink"/>
              </a:solidFill>
              <a:round/>
              <a:headEnd/>
              <a:tailEnd type="arrow" w="lg"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56345" name="Line 20"/>
            <p:cNvSpPr>
              <a:spLocks noChangeShapeType="1"/>
            </p:cNvSpPr>
            <p:nvPr/>
          </p:nvSpPr>
          <p:spPr bwMode="auto">
            <a:xfrm flipV="1">
              <a:off x="4681" y="2672"/>
              <a:ext cx="450" cy="2"/>
            </a:xfrm>
            <a:prstGeom prst="line">
              <a:avLst/>
            </a:prstGeom>
            <a:noFill/>
            <a:ln w="38100">
              <a:solidFill>
                <a:schemeClr val="hlink"/>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56346" name="Line 21"/>
            <p:cNvSpPr>
              <a:spLocks noChangeShapeType="1"/>
            </p:cNvSpPr>
            <p:nvPr/>
          </p:nvSpPr>
          <p:spPr bwMode="auto">
            <a:xfrm>
              <a:off x="4122" y="3078"/>
              <a:ext cx="2" cy="201"/>
            </a:xfrm>
            <a:prstGeom prst="line">
              <a:avLst/>
            </a:prstGeom>
            <a:noFill/>
            <a:ln w="38100">
              <a:solidFill>
                <a:schemeClr val="hlink"/>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56347" name="Line 22"/>
            <p:cNvSpPr>
              <a:spLocks noChangeShapeType="1"/>
            </p:cNvSpPr>
            <p:nvPr/>
          </p:nvSpPr>
          <p:spPr bwMode="auto">
            <a:xfrm flipH="1">
              <a:off x="2375" y="3269"/>
              <a:ext cx="1756" cy="0"/>
            </a:xfrm>
            <a:prstGeom prst="line">
              <a:avLst/>
            </a:prstGeom>
            <a:noFill/>
            <a:ln w="38100">
              <a:solidFill>
                <a:schemeClr val="hlink"/>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56348" name="Line 23"/>
            <p:cNvSpPr>
              <a:spLocks noChangeShapeType="1"/>
            </p:cNvSpPr>
            <p:nvPr/>
          </p:nvSpPr>
          <p:spPr bwMode="auto">
            <a:xfrm flipH="1">
              <a:off x="4421" y="3079"/>
              <a:ext cx="1" cy="415"/>
            </a:xfrm>
            <a:prstGeom prst="line">
              <a:avLst/>
            </a:prstGeom>
            <a:noFill/>
            <a:ln w="38100">
              <a:solidFill>
                <a:schemeClr val="hlink"/>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56349" name="Line 24"/>
            <p:cNvSpPr>
              <a:spLocks noChangeShapeType="1"/>
            </p:cNvSpPr>
            <p:nvPr/>
          </p:nvSpPr>
          <p:spPr bwMode="auto">
            <a:xfrm flipH="1">
              <a:off x="1205" y="3503"/>
              <a:ext cx="3228" cy="0"/>
            </a:xfrm>
            <a:prstGeom prst="line">
              <a:avLst/>
            </a:prstGeom>
            <a:noFill/>
            <a:ln w="38100">
              <a:solidFill>
                <a:schemeClr val="hlink"/>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56350" name="Line 25"/>
            <p:cNvSpPr>
              <a:spLocks noChangeShapeType="1"/>
            </p:cNvSpPr>
            <p:nvPr/>
          </p:nvSpPr>
          <p:spPr bwMode="auto">
            <a:xfrm flipV="1">
              <a:off x="1209" y="1543"/>
              <a:ext cx="0" cy="357"/>
            </a:xfrm>
            <a:prstGeom prst="line">
              <a:avLst/>
            </a:prstGeom>
            <a:noFill/>
            <a:ln w="38100">
              <a:solidFill>
                <a:schemeClr val="hlink"/>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56351" name="Line 26"/>
            <p:cNvSpPr>
              <a:spLocks noChangeShapeType="1"/>
            </p:cNvSpPr>
            <p:nvPr/>
          </p:nvSpPr>
          <p:spPr bwMode="auto">
            <a:xfrm>
              <a:off x="1209" y="1551"/>
              <a:ext cx="653" cy="0"/>
            </a:xfrm>
            <a:prstGeom prst="line">
              <a:avLst/>
            </a:prstGeom>
            <a:noFill/>
            <a:ln w="38100">
              <a:solidFill>
                <a:schemeClr val="hlink"/>
              </a:solidFill>
              <a:round/>
              <a:headEnd/>
              <a:tailEnd type="arrow" w="lg"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56352" name="Text Box 27"/>
            <p:cNvSpPr txBox="1">
              <a:spLocks noChangeArrowheads="1"/>
            </p:cNvSpPr>
            <p:nvPr/>
          </p:nvSpPr>
          <p:spPr bwMode="auto">
            <a:xfrm>
              <a:off x="1987" y="1357"/>
              <a:ext cx="824" cy="336"/>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hlink"/>
                  </a:solidFill>
                  <a:miter lim="800000"/>
                  <a:headEnd/>
                  <a:tailEnd/>
                </a14:hiddenLine>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85000"/>
                </a:lnSpc>
                <a:spcBef>
                  <a:spcPct val="0"/>
                </a:spcBef>
                <a:buClrTx/>
                <a:buFontTx/>
                <a:buNone/>
              </a:pPr>
              <a:r>
                <a:rPr kumimoji="1" lang="en-US" altLang="zh-CN" sz="1600" b="1">
                  <a:solidFill>
                    <a:srgbClr val="FFFFFF"/>
                  </a:solidFill>
                  <a:latin typeface="Times New Roman" panose="02020603050405020304" pitchFamily="18" charset="0"/>
                </a:rPr>
                <a:t>On</a:t>
              </a:r>
            </a:p>
            <a:p>
              <a:pPr algn="ctr" eaLnBrk="1" hangingPunct="1">
                <a:lnSpc>
                  <a:spcPct val="85000"/>
                </a:lnSpc>
                <a:spcBef>
                  <a:spcPct val="0"/>
                </a:spcBef>
                <a:buClrTx/>
                <a:buFontTx/>
                <a:buNone/>
              </a:pPr>
              <a:r>
                <a:rPr kumimoji="1" lang="en-US" altLang="zh-CN" sz="1600" b="1">
                  <a:solidFill>
                    <a:srgbClr val="FFFFFF"/>
                  </a:solidFill>
                  <a:latin typeface="Times New Roman" panose="02020603050405020304" pitchFamily="18" charset="0"/>
                </a:rPr>
                <a:t> </a:t>
              </a:r>
              <a:r>
                <a:rPr kumimoji="1" lang="en-US" altLang="zh-CN" sz="1800" b="1">
                  <a:solidFill>
                    <a:srgbClr val="FFFFFF"/>
                  </a:solidFill>
                  <a:latin typeface="Times New Roman" panose="02020603050405020304" pitchFamily="18" charset="0"/>
                </a:rPr>
                <a:t>first floor</a:t>
              </a:r>
            </a:p>
          </p:txBody>
        </p:sp>
        <p:sp>
          <p:nvSpPr>
            <p:cNvPr id="56353" name="Text Box 28"/>
            <p:cNvSpPr txBox="1">
              <a:spLocks noChangeArrowheads="1"/>
            </p:cNvSpPr>
            <p:nvPr/>
          </p:nvSpPr>
          <p:spPr bwMode="auto">
            <a:xfrm>
              <a:off x="2816" y="1241"/>
              <a:ext cx="668" cy="320"/>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hlink"/>
                  </a:solidFill>
                  <a:miter lim="800000"/>
                  <a:headEnd/>
                  <a:tailEnd/>
                </a14:hiddenLine>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85000"/>
                </a:lnSpc>
                <a:spcBef>
                  <a:spcPct val="0"/>
                </a:spcBef>
                <a:buClrTx/>
                <a:buFontTx/>
                <a:buNone/>
              </a:pPr>
              <a:r>
                <a:rPr kumimoji="1" lang="en-US" altLang="zh-CN" sz="1600" b="1">
                  <a:solidFill>
                    <a:srgbClr val="FFFFFF"/>
                  </a:solidFill>
                  <a:latin typeface="Times New Roman" panose="02020603050405020304" pitchFamily="18" charset="0"/>
                </a:rPr>
                <a:t>Go up</a:t>
              </a:r>
            </a:p>
            <a:p>
              <a:pPr algn="ctr" eaLnBrk="1" hangingPunct="1">
                <a:lnSpc>
                  <a:spcPct val="85000"/>
                </a:lnSpc>
                <a:spcBef>
                  <a:spcPct val="0"/>
                </a:spcBef>
                <a:buClrTx/>
                <a:buFontTx/>
                <a:buNone/>
              </a:pPr>
              <a:r>
                <a:rPr kumimoji="1" lang="en-US" altLang="zh-CN" sz="1600" b="1">
                  <a:solidFill>
                    <a:srgbClr val="FFFFFF"/>
                  </a:solidFill>
                  <a:latin typeface="Times New Roman" panose="02020603050405020304" pitchFamily="18" charset="0"/>
                </a:rPr>
                <a:t>(floor)</a:t>
              </a:r>
            </a:p>
          </p:txBody>
        </p:sp>
        <p:sp>
          <p:nvSpPr>
            <p:cNvPr id="56354" name="Text Box 29"/>
            <p:cNvSpPr txBox="1">
              <a:spLocks noChangeArrowheads="1"/>
            </p:cNvSpPr>
            <p:nvPr/>
          </p:nvSpPr>
          <p:spPr bwMode="auto">
            <a:xfrm>
              <a:off x="3594" y="1378"/>
              <a:ext cx="906" cy="620"/>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hlink"/>
                  </a:solidFill>
                  <a:miter lim="800000"/>
                  <a:headEnd/>
                  <a:tailEnd/>
                </a14:hiddenLine>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en-US" altLang="zh-CN" sz="1800" b="1">
                  <a:solidFill>
                    <a:srgbClr val="FFFFFF"/>
                  </a:solidFill>
                  <a:latin typeface="Times New Roman" panose="02020603050405020304" pitchFamily="18" charset="0"/>
                </a:rPr>
                <a:t>Moving up</a:t>
              </a:r>
            </a:p>
            <a:p>
              <a:pPr algn="ctr" eaLnBrk="1" hangingPunct="1">
                <a:spcBef>
                  <a:spcPct val="25000"/>
                </a:spcBef>
                <a:buClrTx/>
                <a:buFontTx/>
                <a:buNone/>
              </a:pPr>
              <a:r>
                <a:rPr kumimoji="1" lang="en-US" altLang="zh-CN" sz="1800" b="1">
                  <a:solidFill>
                    <a:srgbClr val="FFFFFF"/>
                  </a:solidFill>
                  <a:latin typeface="Times New Roman" panose="02020603050405020304" pitchFamily="18" charset="0"/>
                </a:rPr>
                <a:t>do/moving to   floor</a:t>
              </a:r>
            </a:p>
          </p:txBody>
        </p:sp>
        <p:sp>
          <p:nvSpPr>
            <p:cNvPr id="56355" name="Text Box 30"/>
            <p:cNvSpPr txBox="1">
              <a:spLocks noChangeArrowheads="1"/>
            </p:cNvSpPr>
            <p:nvPr/>
          </p:nvSpPr>
          <p:spPr bwMode="auto">
            <a:xfrm>
              <a:off x="4708" y="2002"/>
              <a:ext cx="466" cy="320"/>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hlink"/>
                  </a:solidFill>
                  <a:miter lim="800000"/>
                  <a:headEnd/>
                  <a:tailEnd/>
                </a14:hiddenLine>
              </a:ext>
            </a:extLst>
          </p:spPr>
          <p:txBody>
            <a:bodyPr wrap="none">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85000"/>
                </a:lnSpc>
                <a:spcBef>
                  <a:spcPct val="0"/>
                </a:spcBef>
                <a:buClrTx/>
                <a:buFontTx/>
                <a:buNone/>
              </a:pPr>
              <a:r>
                <a:rPr kumimoji="1" lang="en-US" altLang="zh-CN" sz="1600" b="1">
                  <a:solidFill>
                    <a:srgbClr val="FFFFFF"/>
                  </a:solidFill>
                  <a:latin typeface="Times New Roman" panose="02020603050405020304" pitchFamily="18" charset="0"/>
                </a:rPr>
                <a:t>Go up</a:t>
              </a:r>
            </a:p>
            <a:p>
              <a:pPr eaLnBrk="1" hangingPunct="1">
                <a:lnSpc>
                  <a:spcPct val="85000"/>
                </a:lnSpc>
                <a:spcBef>
                  <a:spcPct val="0"/>
                </a:spcBef>
                <a:buClrTx/>
                <a:buFontTx/>
                <a:buNone/>
              </a:pPr>
              <a:r>
                <a:rPr kumimoji="1" lang="en-US" altLang="zh-CN" sz="1600" b="1">
                  <a:solidFill>
                    <a:srgbClr val="FFFFFF"/>
                  </a:solidFill>
                  <a:latin typeface="Times New Roman" panose="02020603050405020304" pitchFamily="18" charset="0"/>
                </a:rPr>
                <a:t>(floor)</a:t>
              </a:r>
            </a:p>
          </p:txBody>
        </p:sp>
        <p:sp>
          <p:nvSpPr>
            <p:cNvPr id="56356" name="Text Box 31"/>
            <p:cNvSpPr txBox="1">
              <a:spLocks noChangeArrowheads="1"/>
            </p:cNvSpPr>
            <p:nvPr/>
          </p:nvSpPr>
          <p:spPr bwMode="auto">
            <a:xfrm>
              <a:off x="3493" y="2364"/>
              <a:ext cx="1186" cy="620"/>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hlink"/>
                  </a:solidFill>
                  <a:miter lim="800000"/>
                  <a:headEnd/>
                  <a:tailEnd/>
                </a14:hiddenLine>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en-US" altLang="zh-CN" sz="1800" b="1">
                  <a:solidFill>
                    <a:srgbClr val="FFFFFF"/>
                  </a:solidFill>
                  <a:latin typeface="Times New Roman" panose="02020603050405020304" pitchFamily="18" charset="0"/>
                </a:rPr>
                <a:t>Idle</a:t>
              </a:r>
            </a:p>
            <a:p>
              <a:pPr algn="ctr" eaLnBrk="1" hangingPunct="1">
                <a:spcBef>
                  <a:spcPct val="0"/>
                </a:spcBef>
                <a:buClrTx/>
                <a:buFontTx/>
                <a:buNone/>
              </a:pPr>
              <a:r>
                <a:rPr kumimoji="1" lang="en-US" altLang="zh-CN" sz="1800" b="1">
                  <a:solidFill>
                    <a:srgbClr val="FFFFFF"/>
                  </a:solidFill>
                  <a:latin typeface="Times New Roman" panose="02020603050405020304" pitchFamily="18" charset="0"/>
                </a:rPr>
                <a:t>timer=0</a:t>
              </a:r>
            </a:p>
            <a:p>
              <a:pPr algn="ctr" eaLnBrk="1" hangingPunct="1">
                <a:spcBef>
                  <a:spcPct val="25000"/>
                </a:spcBef>
                <a:buClrTx/>
                <a:buFontTx/>
                <a:buNone/>
              </a:pPr>
              <a:r>
                <a:rPr kumimoji="1" lang="en-US" altLang="zh-CN" sz="1800" b="1">
                  <a:solidFill>
                    <a:srgbClr val="FFFFFF"/>
                  </a:solidFill>
                  <a:latin typeface="Times New Roman" panose="02020603050405020304" pitchFamily="18" charset="0"/>
                </a:rPr>
                <a:t>do/increase timer</a:t>
              </a:r>
            </a:p>
          </p:txBody>
        </p:sp>
        <p:sp>
          <p:nvSpPr>
            <p:cNvPr id="56357" name="Text Box 32"/>
            <p:cNvSpPr txBox="1">
              <a:spLocks noChangeArrowheads="1"/>
            </p:cNvSpPr>
            <p:nvPr/>
          </p:nvSpPr>
          <p:spPr bwMode="auto">
            <a:xfrm>
              <a:off x="2907" y="2370"/>
              <a:ext cx="582" cy="231"/>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hlink"/>
                  </a:solidFill>
                  <a:miter lim="800000"/>
                  <a:headEnd/>
                  <a:tailEnd/>
                </a14:hiddenLine>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en-US" altLang="zh-CN" sz="1800" b="1">
                  <a:solidFill>
                    <a:srgbClr val="FFFFFF"/>
                  </a:solidFill>
                  <a:latin typeface="Times New Roman" panose="02020603050405020304" pitchFamily="18" charset="0"/>
                </a:rPr>
                <a:t>arrived</a:t>
              </a:r>
            </a:p>
          </p:txBody>
        </p:sp>
        <p:sp>
          <p:nvSpPr>
            <p:cNvPr id="56358" name="Text Box 33"/>
            <p:cNvSpPr txBox="1">
              <a:spLocks noChangeArrowheads="1"/>
            </p:cNvSpPr>
            <p:nvPr/>
          </p:nvSpPr>
          <p:spPr bwMode="auto">
            <a:xfrm>
              <a:off x="1824" y="2402"/>
              <a:ext cx="1014" cy="586"/>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hlink"/>
                  </a:solidFill>
                  <a:miter lim="800000"/>
                  <a:headEnd/>
                  <a:tailEnd/>
                </a14:hiddenLine>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en-US" altLang="zh-CN" sz="1800" b="1">
                  <a:solidFill>
                    <a:srgbClr val="FFFFFF"/>
                  </a:solidFill>
                  <a:latin typeface="Times New Roman" panose="02020603050405020304" pitchFamily="18" charset="0"/>
                </a:rPr>
                <a:t>Moving down</a:t>
              </a:r>
            </a:p>
            <a:p>
              <a:pPr algn="ctr" eaLnBrk="1" hangingPunct="1">
                <a:lnSpc>
                  <a:spcPct val="90000"/>
                </a:lnSpc>
                <a:spcBef>
                  <a:spcPct val="25000"/>
                </a:spcBef>
                <a:buClrTx/>
                <a:buFontTx/>
                <a:buNone/>
              </a:pPr>
              <a:r>
                <a:rPr kumimoji="1" lang="en-US" altLang="zh-CN" sz="1800" b="1">
                  <a:solidFill>
                    <a:srgbClr val="FFFFFF"/>
                  </a:solidFill>
                  <a:latin typeface="Times New Roman" panose="02020603050405020304" pitchFamily="18" charset="0"/>
                </a:rPr>
                <a:t>do/moving to</a:t>
              </a:r>
            </a:p>
            <a:p>
              <a:pPr algn="ctr" eaLnBrk="1" hangingPunct="1">
                <a:lnSpc>
                  <a:spcPct val="90000"/>
                </a:lnSpc>
                <a:spcBef>
                  <a:spcPct val="0"/>
                </a:spcBef>
                <a:buClrTx/>
                <a:buFontTx/>
                <a:buNone/>
              </a:pPr>
              <a:r>
                <a:rPr kumimoji="1" lang="en-US" altLang="zh-CN" sz="1800" b="1">
                  <a:solidFill>
                    <a:srgbClr val="FFFFFF"/>
                  </a:solidFill>
                  <a:latin typeface="Times New Roman" panose="02020603050405020304" pitchFamily="18" charset="0"/>
                </a:rPr>
                <a:t> floor</a:t>
              </a:r>
            </a:p>
          </p:txBody>
        </p:sp>
        <p:sp>
          <p:nvSpPr>
            <p:cNvPr id="56359" name="Text Box 34"/>
            <p:cNvSpPr txBox="1">
              <a:spLocks noChangeArrowheads="1"/>
            </p:cNvSpPr>
            <p:nvPr/>
          </p:nvSpPr>
          <p:spPr bwMode="auto">
            <a:xfrm>
              <a:off x="2385" y="3264"/>
              <a:ext cx="1338" cy="189"/>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hlink"/>
                  </a:solidFill>
                  <a:miter lim="800000"/>
                  <a:headEnd/>
                  <a:tailEnd/>
                </a14:hiddenLine>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85000"/>
                </a:lnSpc>
                <a:spcBef>
                  <a:spcPct val="0"/>
                </a:spcBef>
                <a:buClrTx/>
                <a:buFontTx/>
                <a:buNone/>
              </a:pPr>
              <a:r>
                <a:rPr kumimoji="1" lang="en-US" altLang="zh-CN" sz="1600" b="1">
                  <a:solidFill>
                    <a:srgbClr val="FFFFFF"/>
                  </a:solidFill>
                  <a:latin typeface="Times New Roman" panose="02020603050405020304" pitchFamily="18" charset="0"/>
                </a:rPr>
                <a:t>Go down (floor)</a:t>
              </a:r>
              <a:endParaRPr kumimoji="1" lang="en-US" altLang="zh-CN" sz="1800" b="1">
                <a:solidFill>
                  <a:srgbClr val="FFFFFF"/>
                </a:solidFill>
                <a:latin typeface="Times New Roman" panose="02020603050405020304" pitchFamily="18" charset="0"/>
              </a:endParaRPr>
            </a:p>
          </p:txBody>
        </p:sp>
        <p:sp>
          <p:nvSpPr>
            <p:cNvPr id="56360" name="Text Box 35"/>
            <p:cNvSpPr txBox="1">
              <a:spLocks noChangeArrowheads="1"/>
            </p:cNvSpPr>
            <p:nvPr/>
          </p:nvSpPr>
          <p:spPr bwMode="auto">
            <a:xfrm>
              <a:off x="2304" y="3532"/>
              <a:ext cx="1256" cy="231"/>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hlink"/>
                  </a:solidFill>
                  <a:miter lim="800000"/>
                  <a:headEnd/>
                  <a:tailEnd/>
                </a14:hiddenLine>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en-US" altLang="zh-CN" sz="1800" b="1">
                  <a:solidFill>
                    <a:srgbClr val="FFFFFF"/>
                  </a:solidFill>
                  <a:latin typeface="Times New Roman" panose="02020603050405020304" pitchFamily="18" charset="0"/>
                </a:rPr>
                <a:t>timer= timer-out</a:t>
              </a:r>
            </a:p>
          </p:txBody>
        </p:sp>
        <p:sp>
          <p:nvSpPr>
            <p:cNvPr id="56361" name="Text Box 36"/>
            <p:cNvSpPr txBox="1">
              <a:spLocks noChangeArrowheads="1"/>
            </p:cNvSpPr>
            <p:nvPr/>
          </p:nvSpPr>
          <p:spPr bwMode="auto">
            <a:xfrm>
              <a:off x="854" y="1923"/>
              <a:ext cx="744" cy="404"/>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hlink"/>
                  </a:solidFill>
                  <a:miter lim="800000"/>
                  <a:headEnd/>
                  <a:tailEnd/>
                </a14:hiddenLine>
              </a:ext>
            </a:extLst>
          </p:spPr>
          <p:txBody>
            <a:bodyPr wrap="none">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en-US" altLang="zh-CN" sz="1800" b="1">
                  <a:solidFill>
                    <a:srgbClr val="FFFFFF"/>
                  </a:solidFill>
                  <a:latin typeface="Times New Roman" panose="02020603050405020304" pitchFamily="18" charset="0"/>
                </a:rPr>
                <a:t>Moving to</a:t>
              </a:r>
            </a:p>
            <a:p>
              <a:pPr eaLnBrk="1" hangingPunct="1">
                <a:spcBef>
                  <a:spcPct val="0"/>
                </a:spcBef>
                <a:buClrTx/>
                <a:buFontTx/>
                <a:buNone/>
              </a:pPr>
              <a:r>
                <a:rPr kumimoji="1" lang="en-US" altLang="zh-CN" sz="1800" b="1">
                  <a:solidFill>
                    <a:srgbClr val="FFFFFF"/>
                  </a:solidFill>
                  <a:latin typeface="Times New Roman" panose="02020603050405020304" pitchFamily="18" charset="0"/>
                </a:rPr>
                <a:t> first floor</a:t>
              </a:r>
            </a:p>
          </p:txBody>
        </p:sp>
        <p:sp>
          <p:nvSpPr>
            <p:cNvPr id="56362" name="Text Box 37"/>
            <p:cNvSpPr txBox="1">
              <a:spLocks noChangeArrowheads="1"/>
            </p:cNvSpPr>
            <p:nvPr/>
          </p:nvSpPr>
          <p:spPr bwMode="auto">
            <a:xfrm>
              <a:off x="1209" y="1567"/>
              <a:ext cx="572" cy="231"/>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hlink"/>
                  </a:solidFill>
                  <a:miter lim="800000"/>
                  <a:headEnd/>
                  <a:tailEnd/>
                </a14:hiddenLine>
              </a:ext>
            </a:extLst>
          </p:spPr>
          <p:txBody>
            <a:bodyPr wrap="none">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en-US" altLang="zh-CN" sz="1800" b="1">
                  <a:solidFill>
                    <a:srgbClr val="FFFFFF"/>
                  </a:solidFill>
                  <a:latin typeface="Times New Roman" panose="02020603050405020304" pitchFamily="18" charset="0"/>
                </a:rPr>
                <a:t>arrived</a:t>
              </a:r>
            </a:p>
          </p:txBody>
        </p:sp>
        <p:sp>
          <p:nvSpPr>
            <p:cNvPr id="529446" name="AutoShape 38"/>
            <p:cNvSpPr>
              <a:spLocks noChangeArrowheads="1"/>
            </p:cNvSpPr>
            <p:nvPr/>
          </p:nvSpPr>
          <p:spPr bwMode="auto">
            <a:xfrm>
              <a:off x="1899" y="1345"/>
              <a:ext cx="981" cy="402"/>
            </a:xfrm>
            <a:prstGeom prst="roundRect">
              <a:avLst>
                <a:gd name="adj" fmla="val 16667"/>
              </a:avLst>
            </a:prstGeom>
            <a:noFill/>
            <a:ln w="28575">
              <a:solidFill>
                <a:schemeClr val="tx2"/>
              </a:solidFill>
              <a:round/>
              <a:headEnd/>
              <a:tailEnd/>
            </a:ln>
            <a:effectLst>
              <a:prstShdw prst="shdw17" dist="17961" dir="2700000">
                <a:schemeClr val="tx2">
                  <a:gamma/>
                  <a:shade val="60000"/>
                  <a:invGamma/>
                </a:schemeClr>
              </a:prstShdw>
            </a:effectLst>
            <a:extLst>
              <a:ext uri="{909E8E84-426E-40DD-AFC4-6F175D3DCCD1}">
                <a14:hiddenFill xmlns:a14="http://schemas.microsoft.com/office/drawing/2010/main">
                  <a:solidFill>
                    <a:schemeClr val="accent1"/>
                  </a:solidFill>
                </a14:hiddenFill>
              </a:ext>
            </a:extLst>
          </p:spPr>
          <p:txBody>
            <a:bodyPr wrap="none" anchor="ctr"/>
            <a:lstStyle/>
            <a:p>
              <a:pPr algn="ctr" eaLnBrk="1" hangingPunct="1">
                <a:defRPr/>
              </a:pPr>
              <a:endParaRPr kumimoji="1" lang="zh-CN" altLang="zh-CN" b="1">
                <a:solidFill>
                  <a:srgbClr val="FFFFFF"/>
                </a:solidFill>
                <a:latin typeface="Times New Roman" pitchFamily="18" charset="0"/>
              </a:endParaRPr>
            </a:p>
          </p:txBody>
        </p:sp>
        <p:sp>
          <p:nvSpPr>
            <p:cNvPr id="529447" name="AutoShape 39"/>
            <p:cNvSpPr>
              <a:spLocks noChangeArrowheads="1"/>
            </p:cNvSpPr>
            <p:nvPr/>
          </p:nvSpPr>
          <p:spPr bwMode="auto">
            <a:xfrm>
              <a:off x="3519" y="1348"/>
              <a:ext cx="1095" cy="688"/>
            </a:xfrm>
            <a:prstGeom prst="roundRect">
              <a:avLst>
                <a:gd name="adj" fmla="val 16667"/>
              </a:avLst>
            </a:prstGeom>
            <a:noFill/>
            <a:ln w="28575">
              <a:solidFill>
                <a:schemeClr val="tx2"/>
              </a:solidFill>
              <a:round/>
              <a:headEnd/>
              <a:tailEnd/>
            </a:ln>
            <a:effectLst>
              <a:prstShdw prst="shdw17" dist="17961" dir="2700000">
                <a:schemeClr val="tx2">
                  <a:gamma/>
                  <a:shade val="60000"/>
                  <a:invGamma/>
                </a:schemeClr>
              </a:prstShdw>
            </a:effectLst>
            <a:extLst>
              <a:ext uri="{909E8E84-426E-40DD-AFC4-6F175D3DCCD1}">
                <a14:hiddenFill xmlns:a14="http://schemas.microsoft.com/office/drawing/2010/main">
                  <a:solidFill>
                    <a:schemeClr val="accent1"/>
                  </a:solidFill>
                </a14:hiddenFill>
              </a:ext>
            </a:extLst>
          </p:spPr>
          <p:txBody>
            <a:bodyPr wrap="none" anchor="ctr"/>
            <a:lstStyle/>
            <a:p>
              <a:pPr algn="ctr" eaLnBrk="1" hangingPunct="1">
                <a:defRPr/>
              </a:pPr>
              <a:endParaRPr kumimoji="1" lang="zh-CN" altLang="zh-CN" b="1">
                <a:solidFill>
                  <a:srgbClr val="FFFFFF"/>
                </a:solidFill>
                <a:latin typeface="Times New Roman" pitchFamily="18" charset="0"/>
              </a:endParaRPr>
            </a:p>
          </p:txBody>
        </p:sp>
        <p:sp>
          <p:nvSpPr>
            <p:cNvPr id="529448" name="AutoShape 40"/>
            <p:cNvSpPr>
              <a:spLocks noChangeArrowheads="1"/>
            </p:cNvSpPr>
            <p:nvPr/>
          </p:nvSpPr>
          <p:spPr bwMode="auto">
            <a:xfrm>
              <a:off x="3539" y="2356"/>
              <a:ext cx="1131" cy="725"/>
            </a:xfrm>
            <a:prstGeom prst="roundRect">
              <a:avLst>
                <a:gd name="adj" fmla="val 16667"/>
              </a:avLst>
            </a:prstGeom>
            <a:noFill/>
            <a:ln w="28575">
              <a:solidFill>
                <a:schemeClr val="tx2"/>
              </a:solidFill>
              <a:round/>
              <a:headEnd/>
              <a:tailEnd/>
            </a:ln>
            <a:effectLst>
              <a:prstShdw prst="shdw17" dist="17961" dir="2700000">
                <a:schemeClr val="tx2">
                  <a:gamma/>
                  <a:shade val="60000"/>
                  <a:invGamma/>
                </a:schemeClr>
              </a:prstShdw>
            </a:effectLst>
            <a:extLst>
              <a:ext uri="{909E8E84-426E-40DD-AFC4-6F175D3DCCD1}">
                <a14:hiddenFill xmlns:a14="http://schemas.microsoft.com/office/drawing/2010/main">
                  <a:solidFill>
                    <a:schemeClr val="accent1"/>
                  </a:solidFill>
                </a14:hiddenFill>
              </a:ext>
            </a:extLst>
          </p:spPr>
          <p:txBody>
            <a:bodyPr wrap="none" anchor="ctr"/>
            <a:lstStyle/>
            <a:p>
              <a:pPr algn="ctr" eaLnBrk="1" hangingPunct="1">
                <a:defRPr/>
              </a:pPr>
              <a:endParaRPr kumimoji="1" lang="zh-CN" altLang="zh-CN" b="1">
                <a:solidFill>
                  <a:srgbClr val="FFFFFF"/>
                </a:solidFill>
                <a:latin typeface="Times New Roman" pitchFamily="18" charset="0"/>
              </a:endParaRPr>
            </a:p>
          </p:txBody>
        </p:sp>
        <p:sp>
          <p:nvSpPr>
            <p:cNvPr id="529449" name="AutoShape 41"/>
            <p:cNvSpPr>
              <a:spLocks noChangeArrowheads="1"/>
            </p:cNvSpPr>
            <p:nvPr/>
          </p:nvSpPr>
          <p:spPr bwMode="auto">
            <a:xfrm>
              <a:off x="724" y="1882"/>
              <a:ext cx="971" cy="517"/>
            </a:xfrm>
            <a:prstGeom prst="roundRect">
              <a:avLst>
                <a:gd name="adj" fmla="val 16667"/>
              </a:avLst>
            </a:prstGeom>
            <a:noFill/>
            <a:ln w="28575">
              <a:solidFill>
                <a:schemeClr val="tx2"/>
              </a:solidFill>
              <a:round/>
              <a:headEnd/>
              <a:tailEnd/>
            </a:ln>
            <a:effectLst>
              <a:prstShdw prst="shdw17" dist="17961" dir="2700000">
                <a:schemeClr val="tx2">
                  <a:gamma/>
                  <a:shade val="60000"/>
                  <a:invGamma/>
                </a:schemeClr>
              </a:prstShdw>
            </a:effectLst>
            <a:extLst>
              <a:ext uri="{909E8E84-426E-40DD-AFC4-6F175D3DCCD1}">
                <a14:hiddenFill xmlns:a14="http://schemas.microsoft.com/office/drawing/2010/main">
                  <a:solidFill>
                    <a:schemeClr val="accent1"/>
                  </a:solidFill>
                </a14:hiddenFill>
              </a:ext>
            </a:extLst>
          </p:spPr>
          <p:txBody>
            <a:bodyPr wrap="none" anchor="ctr"/>
            <a:lstStyle/>
            <a:p>
              <a:pPr algn="ctr" eaLnBrk="1" hangingPunct="1">
                <a:defRPr/>
              </a:pPr>
              <a:endParaRPr kumimoji="1" lang="zh-CN" altLang="zh-CN" b="1">
                <a:solidFill>
                  <a:srgbClr val="FFFFFF"/>
                </a:solidFill>
                <a:latin typeface="Times New Roman" pitchFamily="18" charset="0"/>
              </a:endParaRPr>
            </a:p>
          </p:txBody>
        </p:sp>
        <p:sp>
          <p:nvSpPr>
            <p:cNvPr id="529450" name="AutoShape 42"/>
            <p:cNvSpPr>
              <a:spLocks noChangeArrowheads="1"/>
            </p:cNvSpPr>
            <p:nvPr/>
          </p:nvSpPr>
          <p:spPr bwMode="auto">
            <a:xfrm>
              <a:off x="1809" y="2358"/>
              <a:ext cx="1079" cy="650"/>
            </a:xfrm>
            <a:prstGeom prst="roundRect">
              <a:avLst>
                <a:gd name="adj" fmla="val 16667"/>
              </a:avLst>
            </a:prstGeom>
            <a:noFill/>
            <a:ln w="28575">
              <a:solidFill>
                <a:schemeClr val="tx2"/>
              </a:solidFill>
              <a:round/>
              <a:headEnd/>
              <a:tailEnd/>
            </a:ln>
            <a:effectLst>
              <a:prstShdw prst="shdw17" dist="17961" dir="2700000">
                <a:schemeClr val="tx2">
                  <a:gamma/>
                  <a:shade val="60000"/>
                  <a:invGamma/>
                </a:schemeClr>
              </a:prstShdw>
            </a:effectLst>
            <a:extLst>
              <a:ext uri="{909E8E84-426E-40DD-AFC4-6F175D3DCCD1}">
                <a14:hiddenFill xmlns:a14="http://schemas.microsoft.com/office/drawing/2010/main">
                  <a:solidFill>
                    <a:schemeClr val="accent1"/>
                  </a:solidFill>
                </a14:hiddenFill>
              </a:ext>
            </a:extLst>
          </p:spPr>
          <p:txBody>
            <a:bodyPr wrap="none" anchor="ctr"/>
            <a:lstStyle/>
            <a:p>
              <a:pPr algn="ctr" eaLnBrk="1" hangingPunct="1">
                <a:defRPr/>
              </a:pPr>
              <a:endParaRPr kumimoji="1" lang="zh-CN" altLang="zh-CN" b="1">
                <a:solidFill>
                  <a:srgbClr val="FFFFFF"/>
                </a:solidFill>
                <a:latin typeface="Times New Roman" pitchFamily="18" charset="0"/>
              </a:endParaRPr>
            </a:p>
          </p:txBody>
        </p:sp>
        <p:sp>
          <p:nvSpPr>
            <p:cNvPr id="56368" name="Line 43"/>
            <p:cNvSpPr>
              <a:spLocks noChangeShapeType="1"/>
            </p:cNvSpPr>
            <p:nvPr/>
          </p:nvSpPr>
          <p:spPr bwMode="auto">
            <a:xfrm>
              <a:off x="5138" y="1593"/>
              <a:ext cx="0" cy="1095"/>
            </a:xfrm>
            <a:prstGeom prst="line">
              <a:avLst/>
            </a:prstGeom>
            <a:noFill/>
            <a:ln w="38100">
              <a:solidFill>
                <a:schemeClr val="hlink"/>
              </a:solidFill>
              <a:round/>
              <a:headEnd/>
              <a:tailEn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56369" name="Line 44"/>
            <p:cNvSpPr>
              <a:spLocks noChangeShapeType="1"/>
            </p:cNvSpPr>
            <p:nvPr/>
          </p:nvSpPr>
          <p:spPr bwMode="auto">
            <a:xfrm>
              <a:off x="3529" y="2581"/>
              <a:ext cx="1122"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370" name="Line 45"/>
            <p:cNvSpPr>
              <a:spLocks noChangeShapeType="1"/>
            </p:cNvSpPr>
            <p:nvPr/>
          </p:nvSpPr>
          <p:spPr bwMode="auto">
            <a:xfrm>
              <a:off x="3535" y="2766"/>
              <a:ext cx="1122"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371" name="Text Box 46"/>
            <p:cNvSpPr txBox="1">
              <a:spLocks noChangeArrowheads="1"/>
            </p:cNvSpPr>
            <p:nvPr/>
          </p:nvSpPr>
          <p:spPr bwMode="auto">
            <a:xfrm>
              <a:off x="3442" y="2023"/>
              <a:ext cx="572" cy="231"/>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hlink"/>
                  </a:solidFill>
                  <a:miter lim="800000"/>
                  <a:headEnd/>
                  <a:tailEnd/>
                </a14:hiddenLine>
              </a:ext>
            </a:extLst>
          </p:spPr>
          <p:txBody>
            <a:bodyPr wrap="none">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en-US" altLang="zh-CN" sz="1800" b="1">
                  <a:solidFill>
                    <a:srgbClr val="FFFFFF"/>
                  </a:solidFill>
                  <a:latin typeface="Times New Roman" panose="02020603050405020304" pitchFamily="18" charset="0"/>
                </a:rPr>
                <a:t>arrived</a:t>
              </a:r>
            </a:p>
          </p:txBody>
        </p:sp>
        <p:sp>
          <p:nvSpPr>
            <p:cNvPr id="56372" name="Line 47"/>
            <p:cNvSpPr>
              <a:spLocks noChangeShapeType="1"/>
            </p:cNvSpPr>
            <p:nvPr/>
          </p:nvSpPr>
          <p:spPr bwMode="auto">
            <a:xfrm>
              <a:off x="1805" y="2654"/>
              <a:ext cx="1074"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6373" name="Line 48"/>
            <p:cNvSpPr>
              <a:spLocks noChangeShapeType="1"/>
            </p:cNvSpPr>
            <p:nvPr/>
          </p:nvSpPr>
          <p:spPr bwMode="auto">
            <a:xfrm>
              <a:off x="3524" y="1620"/>
              <a:ext cx="1098" cy="0"/>
            </a:xfrm>
            <a:prstGeom prst="line">
              <a:avLst/>
            </a:prstGeom>
            <a:noFill/>
            <a:ln w="2857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6332" name="Oval 50"/>
          <p:cNvSpPr>
            <a:spLocks noChangeArrowheads="1"/>
          </p:cNvSpPr>
          <p:nvPr/>
        </p:nvSpPr>
        <p:spPr bwMode="auto">
          <a:xfrm>
            <a:off x="585788" y="590550"/>
            <a:ext cx="152400" cy="152400"/>
          </a:xfrm>
          <a:prstGeom prst="ellipse">
            <a:avLst/>
          </a:prstGeom>
          <a:gradFill rotWithShape="0">
            <a:gsLst>
              <a:gs pos="0">
                <a:srgbClr val="663300"/>
              </a:gs>
              <a:gs pos="100000">
                <a:srgbClr val="FFFF00"/>
              </a:gs>
            </a:gsLst>
            <a:path path="shape">
              <a:fillToRect l="50000" t="50000" r="50000" b="50000"/>
            </a:path>
          </a:gradFill>
          <a:ln w="9525">
            <a:solidFill>
              <a:srgbClr val="FFCC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56333" name="Oval 52">
            <a:hlinkClick r:id="" action="ppaction://hlinkshowjump?jump=nextslide"/>
          </p:cNvPr>
          <p:cNvSpPr>
            <a:spLocks noChangeArrowheads="1"/>
          </p:cNvSpPr>
          <p:nvPr/>
        </p:nvSpPr>
        <p:spPr bwMode="auto">
          <a:xfrm>
            <a:off x="7245350" y="6365875"/>
            <a:ext cx="762000" cy="381000"/>
          </a:xfrm>
          <a:prstGeom prst="ellipse">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round/>
                <a:headEnd/>
                <a:tailEnd/>
              </a14:hiddenLine>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56334" name="Oval 53">
            <a:hlinkClick r:id="" action="ppaction://hlinkshowjump?jump=firstslide"/>
          </p:cNvPr>
          <p:cNvSpPr>
            <a:spLocks noChangeArrowheads="1"/>
          </p:cNvSpPr>
          <p:nvPr/>
        </p:nvSpPr>
        <p:spPr bwMode="auto">
          <a:xfrm>
            <a:off x="8137525" y="6370638"/>
            <a:ext cx="762000" cy="381000"/>
          </a:xfrm>
          <a:prstGeom prst="ellipse">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round/>
                <a:headEnd/>
                <a:tailEnd/>
              </a14:hiddenLine>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Tree>
  </p:cSld>
  <p:clrMapOvr>
    <a:masterClrMapping/>
  </p:clrMapOvr>
  <p:transition advClick="0">
    <p:wheel spokes="8"/>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日期占位符 2"/>
          <p:cNvSpPr>
            <a:spLocks noGrp="1"/>
          </p:cNvSpPr>
          <p:nvPr>
            <p:ph type="dt" sz="quarter" idx="10"/>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A08BBE80-57A7-46B6-BA59-3A227768B609}" type="datetime8">
              <a:rPr lang="zh-CN" altLang="en-US" sz="1400" smtClean="0"/>
              <a:pPr>
                <a:spcBef>
                  <a:spcPct val="0"/>
                </a:spcBef>
                <a:buClrTx/>
                <a:buFontTx/>
                <a:buNone/>
              </a:pPr>
              <a:t>2020年5月12日3时0分</a:t>
            </a:fld>
            <a:endParaRPr lang="en-US" altLang="zh-CN" sz="1400" smtClean="0"/>
          </a:p>
        </p:txBody>
      </p:sp>
      <p:sp>
        <p:nvSpPr>
          <p:cNvPr id="57347" name="灯片编号占位符 4"/>
          <p:cNvSpPr>
            <a:spLocks noGrp="1"/>
          </p:cNvSpPr>
          <p:nvPr>
            <p:ph type="sldNum" sz="quarter" idx="12"/>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32CEB2D5-940F-449E-AD93-24B2AE05FC8C}" type="slidenum">
              <a:rPr lang="en-US" altLang="zh-CN" sz="1400" smtClean="0"/>
              <a:pPr>
                <a:spcBef>
                  <a:spcPct val="0"/>
                </a:spcBef>
                <a:buClrTx/>
                <a:buFontTx/>
                <a:buNone/>
              </a:pPr>
              <a:t>42</a:t>
            </a:fld>
            <a:endParaRPr lang="en-US" altLang="zh-CN" sz="1400" smtClean="0"/>
          </a:p>
        </p:txBody>
      </p:sp>
      <p:sp>
        <p:nvSpPr>
          <p:cNvPr id="532482" name="Rectangle 2"/>
          <p:cNvSpPr>
            <a:spLocks noGrp="1" noRot="1" noChangeArrowheads="1"/>
          </p:cNvSpPr>
          <p:nvPr>
            <p:ph type="title"/>
          </p:nvPr>
        </p:nvSpPr>
        <p:spPr>
          <a:xfrm>
            <a:off x="854075" y="379413"/>
            <a:ext cx="4870450" cy="633412"/>
          </a:xfrm>
        </p:spPr>
        <p:txBody>
          <a:bodyPr/>
          <a:lstStyle/>
          <a:p>
            <a:pPr algn="l" eaLnBrk="1" hangingPunct="1">
              <a:defRPr/>
            </a:pPr>
            <a:r>
              <a:rPr lang="zh-CN" altLang="en-US" sz="2400" b="1" smtClean="0">
                <a:effectLst>
                  <a:outerShdw blurRad="38100" dist="38100" dir="2700000" algn="tl">
                    <a:srgbClr val="C0C0C0"/>
                  </a:outerShdw>
                </a:effectLst>
                <a:ea typeface="楷体_GB2312" pitchFamily="49" charset="-122"/>
              </a:rPr>
              <a:t>状态图之间的消息发送</a:t>
            </a:r>
          </a:p>
        </p:txBody>
      </p:sp>
      <p:sp>
        <p:nvSpPr>
          <p:cNvPr id="57349" name="Oval 3"/>
          <p:cNvSpPr>
            <a:spLocks noChangeArrowheads="1"/>
          </p:cNvSpPr>
          <p:nvPr/>
        </p:nvSpPr>
        <p:spPr bwMode="auto">
          <a:xfrm>
            <a:off x="614363" y="619125"/>
            <a:ext cx="152400" cy="152400"/>
          </a:xfrm>
          <a:prstGeom prst="ellipse">
            <a:avLst/>
          </a:prstGeom>
          <a:gradFill rotWithShape="0">
            <a:gsLst>
              <a:gs pos="0">
                <a:srgbClr val="663300"/>
              </a:gs>
              <a:gs pos="100000">
                <a:srgbClr val="FFFF00"/>
              </a:gs>
            </a:gsLst>
            <a:path path="shape">
              <a:fillToRect l="50000" t="50000" r="50000" b="50000"/>
            </a:path>
          </a:gradFill>
          <a:ln w="9525">
            <a:solidFill>
              <a:srgbClr val="FFCC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57350" name="Text Box 4"/>
          <p:cNvSpPr txBox="1">
            <a:spLocks noChangeArrowheads="1"/>
          </p:cNvSpPr>
          <p:nvPr/>
        </p:nvSpPr>
        <p:spPr bwMode="auto">
          <a:xfrm>
            <a:off x="606425" y="1030288"/>
            <a:ext cx="80565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kumimoji="1" lang="zh-CN" altLang="en-US" sz="2400" b="1">
                <a:latin typeface="Times New Roman" panose="02020603050405020304" pitchFamily="18" charset="0"/>
                <a:ea typeface="楷体_GB2312" pitchFamily="49" charset="-122"/>
              </a:rPr>
              <a:t>状态图之间可以发送消息，用虚箭头表示。</a:t>
            </a:r>
          </a:p>
        </p:txBody>
      </p:sp>
      <p:sp>
        <p:nvSpPr>
          <p:cNvPr id="532485" name="Text Box 5"/>
          <p:cNvSpPr txBox="1">
            <a:spLocks noChangeArrowheads="1"/>
          </p:cNvSpPr>
          <p:nvPr/>
        </p:nvSpPr>
        <p:spPr bwMode="auto">
          <a:xfrm>
            <a:off x="3175000" y="6092825"/>
            <a:ext cx="3062288" cy="312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fontAlgn="ctr" hangingPunct="1">
              <a:lnSpc>
                <a:spcPct val="90000"/>
              </a:lnSpc>
              <a:spcBef>
                <a:spcPct val="20000"/>
              </a:spcBef>
              <a:defRPr/>
            </a:pPr>
            <a:r>
              <a:rPr kumimoji="1" lang="zh-CN" altLang="en-US" sz="1600">
                <a:solidFill>
                  <a:srgbClr val="FFFFFF"/>
                </a:solidFill>
                <a:effectLst>
                  <a:outerShdw blurRad="38100" dist="38100" dir="2700000" algn="tl">
                    <a:srgbClr val="C0C0C0"/>
                  </a:outerShdw>
                </a:effectLst>
                <a:latin typeface="宋体" pitchFamily="2" charset="-122"/>
              </a:rPr>
              <a:t>消息发送状态图</a:t>
            </a:r>
            <a:endParaRPr kumimoji="1" lang="zh-CN" altLang="en-US" sz="2400">
              <a:latin typeface="Times New Roman" pitchFamily="18" charset="0"/>
              <a:ea typeface="楷体_GB2312" pitchFamily="49" charset="-122"/>
            </a:endParaRPr>
          </a:p>
        </p:txBody>
      </p:sp>
      <p:grpSp>
        <p:nvGrpSpPr>
          <p:cNvPr id="57352" name="Group 6"/>
          <p:cNvGrpSpPr>
            <a:grpSpLocks/>
          </p:cNvGrpSpPr>
          <p:nvPr/>
        </p:nvGrpSpPr>
        <p:grpSpPr bwMode="auto">
          <a:xfrm>
            <a:off x="896938" y="1708150"/>
            <a:ext cx="7475537" cy="4216400"/>
            <a:chOff x="565" y="1076"/>
            <a:chExt cx="4709" cy="2656"/>
          </a:xfrm>
        </p:grpSpPr>
        <p:sp>
          <p:nvSpPr>
            <p:cNvPr id="57356" name="Rectangle 7"/>
            <p:cNvSpPr>
              <a:spLocks noChangeArrowheads="1"/>
            </p:cNvSpPr>
            <p:nvPr/>
          </p:nvSpPr>
          <p:spPr bwMode="auto">
            <a:xfrm>
              <a:off x="3928" y="1743"/>
              <a:ext cx="119" cy="22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57357" name="Rectangle 8"/>
            <p:cNvSpPr>
              <a:spLocks noChangeArrowheads="1"/>
            </p:cNvSpPr>
            <p:nvPr/>
          </p:nvSpPr>
          <p:spPr bwMode="auto">
            <a:xfrm>
              <a:off x="1032" y="1089"/>
              <a:ext cx="3776" cy="1052"/>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57358" name="Rectangle 9"/>
            <p:cNvSpPr>
              <a:spLocks noChangeArrowheads="1"/>
            </p:cNvSpPr>
            <p:nvPr/>
          </p:nvSpPr>
          <p:spPr bwMode="auto">
            <a:xfrm>
              <a:off x="565" y="2405"/>
              <a:ext cx="4709" cy="1327"/>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57359" name="AutoShape 10"/>
            <p:cNvSpPr>
              <a:spLocks noChangeArrowheads="1"/>
            </p:cNvSpPr>
            <p:nvPr/>
          </p:nvSpPr>
          <p:spPr bwMode="auto">
            <a:xfrm>
              <a:off x="2618" y="2732"/>
              <a:ext cx="604" cy="357"/>
            </a:xfrm>
            <a:prstGeom prst="roundRect">
              <a:avLst>
                <a:gd name="adj" fmla="val 16667"/>
              </a:avLst>
            </a:prstGeom>
            <a:solidFill>
              <a:schemeClr val="tx2"/>
            </a:solidFill>
            <a:ln w="9525">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FontTx/>
                <a:buNone/>
              </a:pPr>
              <a:r>
                <a:rPr kumimoji="1" lang="en-US" altLang="zh-CN" sz="2000" b="1">
                  <a:solidFill>
                    <a:schemeClr val="bg2"/>
                  </a:solidFill>
                  <a:latin typeface="Times New Roman" panose="02020603050405020304" pitchFamily="18" charset="0"/>
                  <a:ea typeface="楷体_GB2312" pitchFamily="49" charset="-122"/>
                </a:rPr>
                <a:t>on</a:t>
              </a:r>
              <a:r>
                <a:rPr kumimoji="1" lang="en-US" altLang="zh-CN" sz="1800" b="1">
                  <a:solidFill>
                    <a:schemeClr val="bg2"/>
                  </a:solidFill>
                  <a:latin typeface="Times New Roman" panose="02020603050405020304" pitchFamily="18" charset="0"/>
                  <a:ea typeface="楷体_GB2312" pitchFamily="49" charset="-122"/>
                </a:rPr>
                <a:t>/</a:t>
              </a:r>
              <a:r>
                <a:rPr kumimoji="1" lang="en-US" altLang="zh-CN" sz="2000" b="1">
                  <a:solidFill>
                    <a:schemeClr val="bg2"/>
                  </a:solidFill>
                  <a:latin typeface="Times New Roman" panose="02020603050405020304" pitchFamily="18" charset="0"/>
                  <a:ea typeface="楷体_GB2312" pitchFamily="49" charset="-122"/>
                </a:rPr>
                <a:t>stop</a:t>
              </a:r>
              <a:endParaRPr kumimoji="1" lang="en-US" altLang="zh-CN" sz="2000" b="1">
                <a:latin typeface="Times New Roman" panose="02020603050405020304" pitchFamily="18" charset="0"/>
                <a:ea typeface="楷体_GB2312" pitchFamily="49" charset="-122"/>
              </a:endParaRPr>
            </a:p>
          </p:txBody>
        </p:sp>
        <p:sp>
          <p:nvSpPr>
            <p:cNvPr id="57360" name="AutoShape 11"/>
            <p:cNvSpPr>
              <a:spLocks noChangeArrowheads="1"/>
            </p:cNvSpPr>
            <p:nvPr/>
          </p:nvSpPr>
          <p:spPr bwMode="auto">
            <a:xfrm>
              <a:off x="1166" y="2732"/>
              <a:ext cx="604" cy="357"/>
            </a:xfrm>
            <a:prstGeom prst="roundRect">
              <a:avLst>
                <a:gd name="adj" fmla="val 16667"/>
              </a:avLst>
            </a:prstGeom>
            <a:solidFill>
              <a:schemeClr val="tx2"/>
            </a:solidFill>
            <a:ln w="9525">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en-US" altLang="zh-CN" sz="2400" b="1">
                  <a:solidFill>
                    <a:schemeClr val="bg2"/>
                  </a:solidFill>
                  <a:latin typeface="Times New Roman" panose="02020603050405020304" pitchFamily="18" charset="0"/>
                  <a:ea typeface="楷体_GB2312" pitchFamily="49" charset="-122"/>
                </a:rPr>
                <a:t>off</a:t>
              </a:r>
            </a:p>
          </p:txBody>
        </p:sp>
        <p:sp>
          <p:nvSpPr>
            <p:cNvPr id="57361" name="AutoShape 12"/>
            <p:cNvSpPr>
              <a:spLocks noChangeArrowheads="1"/>
            </p:cNvSpPr>
            <p:nvPr/>
          </p:nvSpPr>
          <p:spPr bwMode="auto">
            <a:xfrm>
              <a:off x="4136" y="2732"/>
              <a:ext cx="604" cy="357"/>
            </a:xfrm>
            <a:prstGeom prst="roundRect">
              <a:avLst>
                <a:gd name="adj" fmla="val 16667"/>
              </a:avLst>
            </a:prstGeom>
            <a:solidFill>
              <a:schemeClr val="tx2"/>
            </a:solidFill>
            <a:ln w="9525">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en-US" altLang="zh-CN" sz="2000" b="1">
                  <a:solidFill>
                    <a:schemeClr val="bg2"/>
                  </a:solidFill>
                  <a:latin typeface="Times New Roman" panose="02020603050405020304" pitchFamily="18" charset="0"/>
                  <a:ea typeface="楷体_GB2312" pitchFamily="49" charset="-122"/>
                </a:rPr>
                <a:t>on</a:t>
              </a:r>
              <a:r>
                <a:rPr kumimoji="1" lang="en-US" altLang="zh-CN" sz="1800" b="1">
                  <a:solidFill>
                    <a:schemeClr val="bg2"/>
                  </a:solidFill>
                  <a:latin typeface="Times New Roman" panose="02020603050405020304" pitchFamily="18" charset="0"/>
                  <a:ea typeface="楷体_GB2312" pitchFamily="49" charset="-122"/>
                </a:rPr>
                <a:t>/play</a:t>
              </a:r>
            </a:p>
          </p:txBody>
        </p:sp>
        <p:sp>
          <p:nvSpPr>
            <p:cNvPr id="57362" name="Line 13"/>
            <p:cNvSpPr>
              <a:spLocks noChangeShapeType="1"/>
            </p:cNvSpPr>
            <p:nvPr/>
          </p:nvSpPr>
          <p:spPr bwMode="auto">
            <a:xfrm>
              <a:off x="1774" y="2821"/>
              <a:ext cx="850" cy="0"/>
            </a:xfrm>
            <a:prstGeom prst="line">
              <a:avLst/>
            </a:prstGeom>
            <a:noFill/>
            <a:ln w="2857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63" name="Line 14"/>
            <p:cNvSpPr>
              <a:spLocks noChangeShapeType="1"/>
            </p:cNvSpPr>
            <p:nvPr/>
          </p:nvSpPr>
          <p:spPr bwMode="auto">
            <a:xfrm>
              <a:off x="3218" y="2803"/>
              <a:ext cx="933" cy="0"/>
            </a:xfrm>
            <a:prstGeom prst="line">
              <a:avLst/>
            </a:prstGeom>
            <a:noFill/>
            <a:ln w="2857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64" name="Line 15"/>
            <p:cNvSpPr>
              <a:spLocks noChangeShapeType="1"/>
            </p:cNvSpPr>
            <p:nvPr/>
          </p:nvSpPr>
          <p:spPr bwMode="auto">
            <a:xfrm>
              <a:off x="1762" y="3007"/>
              <a:ext cx="850" cy="0"/>
            </a:xfrm>
            <a:prstGeom prst="line">
              <a:avLst/>
            </a:prstGeom>
            <a:noFill/>
            <a:ln w="2857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65" name="Line 16"/>
            <p:cNvSpPr>
              <a:spLocks noChangeShapeType="1"/>
            </p:cNvSpPr>
            <p:nvPr/>
          </p:nvSpPr>
          <p:spPr bwMode="auto">
            <a:xfrm>
              <a:off x="3206" y="3007"/>
              <a:ext cx="933" cy="0"/>
            </a:xfrm>
            <a:prstGeom prst="line">
              <a:avLst/>
            </a:prstGeom>
            <a:noFill/>
            <a:ln w="2857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66" name="Line 17"/>
            <p:cNvSpPr>
              <a:spLocks noChangeShapeType="1"/>
            </p:cNvSpPr>
            <p:nvPr/>
          </p:nvSpPr>
          <p:spPr bwMode="auto">
            <a:xfrm>
              <a:off x="4471" y="3081"/>
              <a:ext cx="0" cy="229"/>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67" name="Line 18"/>
            <p:cNvSpPr>
              <a:spLocks noChangeShapeType="1"/>
            </p:cNvSpPr>
            <p:nvPr/>
          </p:nvSpPr>
          <p:spPr bwMode="auto">
            <a:xfrm flipH="1">
              <a:off x="1463" y="3310"/>
              <a:ext cx="3017"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68" name="Line 19"/>
            <p:cNvSpPr>
              <a:spLocks noChangeShapeType="1"/>
            </p:cNvSpPr>
            <p:nvPr/>
          </p:nvSpPr>
          <p:spPr bwMode="auto">
            <a:xfrm flipH="1" flipV="1">
              <a:off x="1463" y="3090"/>
              <a:ext cx="0" cy="22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69" name="Text Box 20"/>
            <p:cNvSpPr txBox="1">
              <a:spLocks noChangeArrowheads="1"/>
            </p:cNvSpPr>
            <p:nvPr/>
          </p:nvSpPr>
          <p:spPr bwMode="auto">
            <a:xfrm>
              <a:off x="1938" y="3011"/>
              <a:ext cx="6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kumimoji="1" lang="en-US" altLang="zh-CN" sz="2000" b="1">
                  <a:latin typeface="Times New Roman" panose="02020603050405020304" pitchFamily="18" charset="0"/>
                  <a:ea typeface="楷体_GB2312" pitchFamily="49" charset="-122"/>
                </a:rPr>
                <a:t>off</a:t>
              </a:r>
              <a:r>
                <a:rPr kumimoji="1" lang="en-US" altLang="zh-CN" sz="1800" b="1">
                  <a:latin typeface="Times New Roman" panose="02020603050405020304" pitchFamily="18" charset="0"/>
                  <a:ea typeface="楷体_GB2312" pitchFamily="49" charset="-122"/>
                </a:rPr>
                <a:t>( )</a:t>
              </a:r>
            </a:p>
          </p:txBody>
        </p:sp>
        <p:sp>
          <p:nvSpPr>
            <p:cNvPr id="57370" name="Text Box 21"/>
            <p:cNvSpPr txBox="1">
              <a:spLocks noChangeArrowheads="1"/>
            </p:cNvSpPr>
            <p:nvPr/>
          </p:nvSpPr>
          <p:spPr bwMode="auto">
            <a:xfrm>
              <a:off x="1925" y="2594"/>
              <a:ext cx="6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kumimoji="1" lang="en-US" altLang="zh-CN" sz="2000" b="1">
                  <a:latin typeface="Times New Roman" panose="02020603050405020304" pitchFamily="18" charset="0"/>
                  <a:ea typeface="楷体_GB2312" pitchFamily="49" charset="-122"/>
                </a:rPr>
                <a:t>on</a:t>
              </a:r>
              <a:r>
                <a:rPr kumimoji="1" lang="en-US" altLang="zh-CN" sz="1800" b="1">
                  <a:latin typeface="Times New Roman" panose="02020603050405020304" pitchFamily="18" charset="0"/>
                  <a:ea typeface="楷体_GB2312" pitchFamily="49" charset="-122"/>
                </a:rPr>
                <a:t>( )</a:t>
              </a:r>
            </a:p>
          </p:txBody>
        </p:sp>
        <p:sp>
          <p:nvSpPr>
            <p:cNvPr id="57371" name="Text Box 22"/>
            <p:cNvSpPr txBox="1">
              <a:spLocks noChangeArrowheads="1"/>
            </p:cNvSpPr>
            <p:nvPr/>
          </p:nvSpPr>
          <p:spPr bwMode="auto">
            <a:xfrm>
              <a:off x="3401" y="2536"/>
              <a:ext cx="6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kumimoji="1" lang="en-US" altLang="zh-CN" sz="2000" b="1">
                  <a:latin typeface="Times New Roman" panose="02020603050405020304" pitchFamily="18" charset="0"/>
                  <a:ea typeface="楷体_GB2312" pitchFamily="49" charset="-122"/>
                </a:rPr>
                <a:t>play</a:t>
              </a:r>
              <a:r>
                <a:rPr kumimoji="1" lang="en-US" altLang="zh-CN" sz="1800" b="1">
                  <a:latin typeface="Times New Roman" panose="02020603050405020304" pitchFamily="18" charset="0"/>
                  <a:ea typeface="楷体_GB2312" pitchFamily="49" charset="-122"/>
                </a:rPr>
                <a:t>( )</a:t>
              </a:r>
            </a:p>
          </p:txBody>
        </p:sp>
        <p:sp>
          <p:nvSpPr>
            <p:cNvPr id="57372" name="Text Box 23"/>
            <p:cNvSpPr txBox="1">
              <a:spLocks noChangeArrowheads="1"/>
            </p:cNvSpPr>
            <p:nvPr/>
          </p:nvSpPr>
          <p:spPr bwMode="auto">
            <a:xfrm>
              <a:off x="3442" y="2989"/>
              <a:ext cx="6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kumimoji="1" lang="en-US" altLang="zh-CN" sz="2000" b="1">
                  <a:latin typeface="Times New Roman" panose="02020603050405020304" pitchFamily="18" charset="0"/>
                  <a:ea typeface="楷体_GB2312" pitchFamily="49" charset="-122"/>
                </a:rPr>
                <a:t>stop</a:t>
              </a:r>
              <a:r>
                <a:rPr kumimoji="1" lang="en-US" altLang="zh-CN" sz="1800" b="1">
                  <a:latin typeface="Times New Roman" panose="02020603050405020304" pitchFamily="18" charset="0"/>
                  <a:ea typeface="楷体_GB2312" pitchFamily="49" charset="-122"/>
                </a:rPr>
                <a:t>( )</a:t>
              </a:r>
            </a:p>
          </p:txBody>
        </p:sp>
        <p:sp>
          <p:nvSpPr>
            <p:cNvPr id="57373" name="Text Box 24"/>
            <p:cNvSpPr txBox="1">
              <a:spLocks noChangeArrowheads="1"/>
            </p:cNvSpPr>
            <p:nvPr/>
          </p:nvSpPr>
          <p:spPr bwMode="auto">
            <a:xfrm>
              <a:off x="2742" y="3316"/>
              <a:ext cx="10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kumimoji="1" lang="en-US" altLang="zh-CN" sz="2000" b="1">
                  <a:latin typeface="Times New Roman" panose="02020603050405020304" pitchFamily="18" charset="0"/>
                  <a:ea typeface="楷体_GB2312" pitchFamily="49" charset="-122"/>
                </a:rPr>
                <a:t>off</a:t>
              </a:r>
              <a:r>
                <a:rPr kumimoji="1" lang="en-US" altLang="zh-CN" sz="1800" b="1">
                  <a:latin typeface="Times New Roman" panose="02020603050405020304" pitchFamily="18" charset="0"/>
                  <a:ea typeface="楷体_GB2312" pitchFamily="49" charset="-122"/>
                </a:rPr>
                <a:t>( )/</a:t>
              </a:r>
              <a:r>
                <a:rPr kumimoji="1" lang="en-US" altLang="zh-CN" sz="2000" b="1">
                  <a:latin typeface="Times New Roman" panose="02020603050405020304" pitchFamily="18" charset="0"/>
                  <a:ea typeface="楷体_GB2312" pitchFamily="49" charset="-122"/>
                </a:rPr>
                <a:t>stop</a:t>
              </a:r>
              <a:r>
                <a:rPr kumimoji="1" lang="en-US" altLang="zh-CN" sz="1800" b="1">
                  <a:latin typeface="Times New Roman" panose="02020603050405020304" pitchFamily="18" charset="0"/>
                  <a:ea typeface="楷体_GB2312" pitchFamily="49" charset="-122"/>
                </a:rPr>
                <a:t>( )</a:t>
              </a:r>
            </a:p>
          </p:txBody>
        </p:sp>
        <p:sp>
          <p:nvSpPr>
            <p:cNvPr id="57374" name="Text Box 25"/>
            <p:cNvSpPr txBox="1">
              <a:spLocks noChangeArrowheads="1"/>
            </p:cNvSpPr>
            <p:nvPr/>
          </p:nvSpPr>
          <p:spPr bwMode="auto">
            <a:xfrm>
              <a:off x="744" y="2415"/>
              <a:ext cx="10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FontTx/>
                <a:buNone/>
              </a:pPr>
              <a:r>
                <a:rPr kumimoji="1" lang="en-US" altLang="zh-CN" sz="2000" b="1">
                  <a:latin typeface="Times New Roman" panose="02020603050405020304" pitchFamily="18" charset="0"/>
                  <a:ea typeface="楷体_GB2312" pitchFamily="49" charset="-122"/>
                </a:rPr>
                <a:t>CD player</a:t>
              </a:r>
              <a:endParaRPr kumimoji="1" lang="en-US" altLang="zh-CN" sz="1800" b="1">
                <a:latin typeface="Times New Roman" panose="02020603050405020304" pitchFamily="18" charset="0"/>
                <a:ea typeface="楷体_GB2312" pitchFamily="49" charset="-122"/>
              </a:endParaRPr>
            </a:p>
          </p:txBody>
        </p:sp>
        <p:sp>
          <p:nvSpPr>
            <p:cNvPr id="57375" name="Text Box 26"/>
            <p:cNvSpPr txBox="1">
              <a:spLocks noChangeArrowheads="1"/>
            </p:cNvSpPr>
            <p:nvPr/>
          </p:nvSpPr>
          <p:spPr bwMode="auto">
            <a:xfrm>
              <a:off x="1461" y="1076"/>
              <a:ext cx="129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kumimoji="1" lang="en-US" altLang="zh-CN" sz="2000" b="1">
                  <a:latin typeface="Times New Roman" panose="02020603050405020304" pitchFamily="18" charset="0"/>
                  <a:ea typeface="楷体_GB2312" pitchFamily="49" charset="-122"/>
                </a:rPr>
                <a:t>Remote Control</a:t>
              </a:r>
              <a:endParaRPr kumimoji="1" lang="en-US" altLang="zh-CN" sz="1800" b="1">
                <a:latin typeface="Times New Roman" panose="02020603050405020304" pitchFamily="18" charset="0"/>
                <a:ea typeface="楷体_GB2312" pitchFamily="49" charset="-122"/>
              </a:endParaRPr>
            </a:p>
          </p:txBody>
        </p:sp>
        <p:sp>
          <p:nvSpPr>
            <p:cNvPr id="57376" name="AutoShape 27"/>
            <p:cNvSpPr>
              <a:spLocks noChangeArrowheads="1"/>
            </p:cNvSpPr>
            <p:nvPr/>
          </p:nvSpPr>
          <p:spPr bwMode="auto">
            <a:xfrm>
              <a:off x="1805" y="1397"/>
              <a:ext cx="623" cy="357"/>
            </a:xfrm>
            <a:prstGeom prst="roundRect">
              <a:avLst>
                <a:gd name="adj" fmla="val 16667"/>
              </a:avLst>
            </a:prstGeom>
            <a:solidFill>
              <a:schemeClr val="tx2"/>
            </a:solidFill>
            <a:ln w="9525">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en-US" altLang="zh-CN" sz="2400" b="1">
                  <a:solidFill>
                    <a:schemeClr val="bg2"/>
                  </a:solidFill>
                  <a:latin typeface="Times New Roman" panose="02020603050405020304" pitchFamily="18" charset="0"/>
                  <a:ea typeface="楷体_GB2312" pitchFamily="49" charset="-122"/>
                </a:rPr>
                <a:t>off</a:t>
              </a:r>
            </a:p>
          </p:txBody>
        </p:sp>
        <p:sp>
          <p:nvSpPr>
            <p:cNvPr id="57377" name="AutoShape 28"/>
            <p:cNvSpPr>
              <a:spLocks noChangeArrowheads="1"/>
            </p:cNvSpPr>
            <p:nvPr/>
          </p:nvSpPr>
          <p:spPr bwMode="auto">
            <a:xfrm>
              <a:off x="3511" y="1379"/>
              <a:ext cx="624" cy="375"/>
            </a:xfrm>
            <a:prstGeom prst="roundRect">
              <a:avLst>
                <a:gd name="adj" fmla="val 16667"/>
              </a:avLst>
            </a:prstGeom>
            <a:solidFill>
              <a:schemeClr val="tx2"/>
            </a:solidFill>
            <a:ln w="9525">
              <a:solidFill>
                <a:schemeClr val="bg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en-US" altLang="zh-CN" sz="2400" b="1">
                  <a:solidFill>
                    <a:schemeClr val="bg2"/>
                  </a:solidFill>
                  <a:latin typeface="Times New Roman" panose="02020603050405020304" pitchFamily="18" charset="0"/>
                  <a:ea typeface="楷体_GB2312" pitchFamily="49" charset="-122"/>
                </a:rPr>
                <a:t>on</a:t>
              </a:r>
            </a:p>
          </p:txBody>
        </p:sp>
        <p:sp>
          <p:nvSpPr>
            <p:cNvPr id="57378" name="Line 29"/>
            <p:cNvSpPr>
              <a:spLocks noChangeShapeType="1"/>
            </p:cNvSpPr>
            <p:nvPr/>
          </p:nvSpPr>
          <p:spPr bwMode="auto">
            <a:xfrm>
              <a:off x="2410" y="1469"/>
              <a:ext cx="1102" cy="0"/>
            </a:xfrm>
            <a:prstGeom prst="line">
              <a:avLst/>
            </a:prstGeom>
            <a:noFill/>
            <a:ln w="2857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79" name="Line 30"/>
            <p:cNvSpPr>
              <a:spLocks noChangeShapeType="1"/>
            </p:cNvSpPr>
            <p:nvPr/>
          </p:nvSpPr>
          <p:spPr bwMode="auto">
            <a:xfrm>
              <a:off x="2408" y="1676"/>
              <a:ext cx="1111" cy="0"/>
            </a:xfrm>
            <a:prstGeom prst="line">
              <a:avLst/>
            </a:prstGeom>
            <a:noFill/>
            <a:ln w="28575">
              <a:solidFill>
                <a:schemeClr val="tx1"/>
              </a:solidFill>
              <a:round/>
              <a:headEnd type="arrow"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80" name="Text Box 31"/>
            <p:cNvSpPr txBox="1">
              <a:spLocks noChangeArrowheads="1"/>
            </p:cNvSpPr>
            <p:nvPr/>
          </p:nvSpPr>
          <p:spPr bwMode="auto">
            <a:xfrm>
              <a:off x="2776" y="1245"/>
              <a:ext cx="54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kumimoji="1" lang="en-US" altLang="zh-CN" sz="2000" b="1">
                  <a:latin typeface="Times New Roman" panose="02020603050405020304" pitchFamily="18" charset="0"/>
                  <a:ea typeface="楷体_GB2312" pitchFamily="49" charset="-122"/>
                </a:rPr>
                <a:t>on</a:t>
              </a:r>
              <a:r>
                <a:rPr kumimoji="1" lang="en-US" altLang="zh-CN" sz="1800" b="1">
                  <a:latin typeface="Times New Roman" panose="02020603050405020304" pitchFamily="18" charset="0"/>
                  <a:ea typeface="楷体_GB2312" pitchFamily="49" charset="-122"/>
                </a:rPr>
                <a:t>( )</a:t>
              </a:r>
            </a:p>
          </p:txBody>
        </p:sp>
        <p:sp>
          <p:nvSpPr>
            <p:cNvPr id="57381" name="Text Box 32"/>
            <p:cNvSpPr txBox="1">
              <a:spLocks noChangeArrowheads="1"/>
            </p:cNvSpPr>
            <p:nvPr/>
          </p:nvSpPr>
          <p:spPr bwMode="auto">
            <a:xfrm>
              <a:off x="2744" y="1450"/>
              <a:ext cx="48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kumimoji="1" lang="en-US" altLang="zh-CN" sz="2000" b="1">
                  <a:latin typeface="Times New Roman" panose="02020603050405020304" pitchFamily="18" charset="0"/>
                  <a:ea typeface="楷体_GB2312" pitchFamily="49" charset="-122"/>
                </a:rPr>
                <a:t>off</a:t>
              </a:r>
              <a:r>
                <a:rPr kumimoji="1" lang="en-US" altLang="zh-CN" sz="1800" b="1">
                  <a:latin typeface="Times New Roman" panose="02020603050405020304" pitchFamily="18" charset="0"/>
                  <a:ea typeface="楷体_GB2312" pitchFamily="49" charset="-122"/>
                </a:rPr>
                <a:t>( )</a:t>
              </a:r>
            </a:p>
          </p:txBody>
        </p:sp>
        <p:sp>
          <p:nvSpPr>
            <p:cNvPr id="57382" name="Line 33"/>
            <p:cNvSpPr>
              <a:spLocks noChangeShapeType="1"/>
            </p:cNvSpPr>
            <p:nvPr/>
          </p:nvSpPr>
          <p:spPr bwMode="auto">
            <a:xfrm flipV="1">
              <a:off x="3925" y="1753"/>
              <a:ext cx="2" cy="182"/>
            </a:xfrm>
            <a:prstGeom prst="line">
              <a:avLst/>
            </a:prstGeom>
            <a:noFill/>
            <a:ln w="952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83" name="Rectangle 34"/>
            <p:cNvSpPr>
              <a:spLocks noChangeArrowheads="1"/>
            </p:cNvSpPr>
            <p:nvPr/>
          </p:nvSpPr>
          <p:spPr bwMode="auto">
            <a:xfrm>
              <a:off x="3673" y="1743"/>
              <a:ext cx="119" cy="220"/>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57384" name="Line 35"/>
            <p:cNvSpPr>
              <a:spLocks noChangeShapeType="1"/>
            </p:cNvSpPr>
            <p:nvPr/>
          </p:nvSpPr>
          <p:spPr bwMode="auto">
            <a:xfrm flipV="1">
              <a:off x="3664" y="1753"/>
              <a:ext cx="8" cy="182"/>
            </a:xfrm>
            <a:prstGeom prst="line">
              <a:avLst/>
            </a:prstGeom>
            <a:noFill/>
            <a:ln w="952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85" name="Line 36"/>
            <p:cNvSpPr>
              <a:spLocks noChangeShapeType="1"/>
            </p:cNvSpPr>
            <p:nvPr/>
          </p:nvSpPr>
          <p:spPr bwMode="auto">
            <a:xfrm>
              <a:off x="3992" y="1975"/>
              <a:ext cx="0" cy="411"/>
            </a:xfrm>
            <a:prstGeom prst="line">
              <a:avLst/>
            </a:prstGeom>
            <a:noFill/>
            <a:ln w="28575">
              <a:solidFill>
                <a:schemeClr val="tx1"/>
              </a:solidFill>
              <a:prstDash val="dash"/>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86" name="Line 37"/>
            <p:cNvSpPr>
              <a:spLocks noChangeShapeType="1"/>
            </p:cNvSpPr>
            <p:nvPr/>
          </p:nvSpPr>
          <p:spPr bwMode="auto">
            <a:xfrm>
              <a:off x="3737" y="1981"/>
              <a:ext cx="0" cy="411"/>
            </a:xfrm>
            <a:prstGeom prst="line">
              <a:avLst/>
            </a:prstGeom>
            <a:noFill/>
            <a:ln w="28575">
              <a:solidFill>
                <a:schemeClr val="tx1"/>
              </a:solidFill>
              <a:prstDash val="dash"/>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87" name="Line 38"/>
            <p:cNvSpPr>
              <a:spLocks noChangeShapeType="1"/>
            </p:cNvSpPr>
            <p:nvPr/>
          </p:nvSpPr>
          <p:spPr bwMode="auto">
            <a:xfrm flipH="1">
              <a:off x="2589" y="1481"/>
              <a:ext cx="0" cy="905"/>
            </a:xfrm>
            <a:prstGeom prst="line">
              <a:avLst/>
            </a:prstGeom>
            <a:noFill/>
            <a:ln w="28575">
              <a:solidFill>
                <a:schemeClr val="tx1"/>
              </a:solidFill>
              <a:prstDash val="dash"/>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88" name="Line 39"/>
            <p:cNvSpPr>
              <a:spLocks noChangeShapeType="1"/>
            </p:cNvSpPr>
            <p:nvPr/>
          </p:nvSpPr>
          <p:spPr bwMode="auto">
            <a:xfrm>
              <a:off x="2713" y="1664"/>
              <a:ext cx="0" cy="732"/>
            </a:xfrm>
            <a:prstGeom prst="line">
              <a:avLst/>
            </a:prstGeom>
            <a:noFill/>
            <a:ln w="28575">
              <a:solidFill>
                <a:schemeClr val="tx1"/>
              </a:solidFill>
              <a:prstDash val="dash"/>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7389" name="Text Box 40"/>
            <p:cNvSpPr txBox="1">
              <a:spLocks noChangeArrowheads="1"/>
            </p:cNvSpPr>
            <p:nvPr/>
          </p:nvSpPr>
          <p:spPr bwMode="auto">
            <a:xfrm>
              <a:off x="4049" y="1731"/>
              <a:ext cx="6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kumimoji="1" lang="en-US" altLang="zh-CN" sz="2000" b="1">
                  <a:latin typeface="Times New Roman" panose="02020603050405020304" pitchFamily="18" charset="0"/>
                  <a:ea typeface="楷体_GB2312" pitchFamily="49" charset="-122"/>
                </a:rPr>
                <a:t>stop</a:t>
              </a:r>
              <a:r>
                <a:rPr kumimoji="1" lang="en-US" altLang="zh-CN" sz="1800" b="1">
                  <a:latin typeface="Times New Roman" panose="02020603050405020304" pitchFamily="18" charset="0"/>
                  <a:ea typeface="楷体_GB2312" pitchFamily="49" charset="-122"/>
                </a:rPr>
                <a:t>( )</a:t>
              </a:r>
            </a:p>
          </p:txBody>
        </p:sp>
        <p:sp>
          <p:nvSpPr>
            <p:cNvPr id="57390" name="Text Box 41"/>
            <p:cNvSpPr txBox="1">
              <a:spLocks noChangeArrowheads="1"/>
            </p:cNvSpPr>
            <p:nvPr/>
          </p:nvSpPr>
          <p:spPr bwMode="auto">
            <a:xfrm>
              <a:off x="3136" y="1763"/>
              <a:ext cx="6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kumimoji="1" lang="en-US" altLang="zh-CN" sz="2000" b="1">
                  <a:latin typeface="Times New Roman" panose="02020603050405020304" pitchFamily="18" charset="0"/>
                  <a:ea typeface="楷体_GB2312" pitchFamily="49" charset="-122"/>
                </a:rPr>
                <a:t>play</a:t>
              </a:r>
              <a:r>
                <a:rPr kumimoji="1" lang="en-US" altLang="zh-CN" sz="1800" b="1">
                  <a:latin typeface="Times New Roman" panose="02020603050405020304" pitchFamily="18" charset="0"/>
                  <a:ea typeface="楷体_GB2312" pitchFamily="49" charset="-122"/>
                </a:rPr>
                <a:t>( )</a:t>
              </a:r>
            </a:p>
          </p:txBody>
        </p:sp>
        <p:sp>
          <p:nvSpPr>
            <p:cNvPr id="57391" name="Text Box 42"/>
            <p:cNvSpPr txBox="1">
              <a:spLocks noChangeArrowheads="1"/>
            </p:cNvSpPr>
            <p:nvPr/>
          </p:nvSpPr>
          <p:spPr bwMode="auto">
            <a:xfrm>
              <a:off x="4046" y="2106"/>
              <a:ext cx="6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kumimoji="1" lang="en-US" altLang="zh-CN" sz="2000" b="1">
                  <a:latin typeface="Times New Roman" panose="02020603050405020304" pitchFamily="18" charset="0"/>
                  <a:ea typeface="楷体_GB2312" pitchFamily="49" charset="-122"/>
                </a:rPr>
                <a:t>stop</a:t>
              </a:r>
              <a:r>
                <a:rPr kumimoji="1" lang="en-US" altLang="zh-CN" sz="1800" b="1">
                  <a:latin typeface="Times New Roman" panose="02020603050405020304" pitchFamily="18" charset="0"/>
                  <a:ea typeface="楷体_GB2312" pitchFamily="49" charset="-122"/>
                </a:rPr>
                <a:t>( )</a:t>
              </a:r>
            </a:p>
          </p:txBody>
        </p:sp>
        <p:sp>
          <p:nvSpPr>
            <p:cNvPr id="57392" name="Text Box 43"/>
            <p:cNvSpPr txBox="1">
              <a:spLocks noChangeArrowheads="1"/>
            </p:cNvSpPr>
            <p:nvPr/>
          </p:nvSpPr>
          <p:spPr bwMode="auto">
            <a:xfrm>
              <a:off x="3205" y="2102"/>
              <a:ext cx="64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kumimoji="1" lang="en-US" altLang="zh-CN" sz="2000" b="1">
                  <a:latin typeface="Times New Roman" panose="02020603050405020304" pitchFamily="18" charset="0"/>
                  <a:ea typeface="楷体_GB2312" pitchFamily="49" charset="-122"/>
                </a:rPr>
                <a:t>play</a:t>
              </a:r>
              <a:r>
                <a:rPr kumimoji="1" lang="en-US" altLang="zh-CN" sz="1800" b="1">
                  <a:latin typeface="Times New Roman" panose="02020603050405020304" pitchFamily="18" charset="0"/>
                  <a:ea typeface="楷体_GB2312" pitchFamily="49" charset="-122"/>
                </a:rPr>
                <a:t>( )</a:t>
              </a:r>
            </a:p>
          </p:txBody>
        </p:sp>
        <p:sp>
          <p:nvSpPr>
            <p:cNvPr id="57393" name="Text Box 44"/>
            <p:cNvSpPr txBox="1">
              <a:spLocks noChangeArrowheads="1"/>
            </p:cNvSpPr>
            <p:nvPr/>
          </p:nvSpPr>
          <p:spPr bwMode="auto">
            <a:xfrm>
              <a:off x="2687" y="1780"/>
              <a:ext cx="48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kumimoji="1" lang="en-US" altLang="zh-CN" sz="2000" b="1">
                  <a:latin typeface="Times New Roman" panose="02020603050405020304" pitchFamily="18" charset="0"/>
                  <a:ea typeface="楷体_GB2312" pitchFamily="49" charset="-122"/>
                </a:rPr>
                <a:t>off</a:t>
              </a:r>
              <a:r>
                <a:rPr kumimoji="1" lang="en-US" altLang="zh-CN" sz="1800" b="1">
                  <a:latin typeface="Times New Roman" panose="02020603050405020304" pitchFamily="18" charset="0"/>
                  <a:ea typeface="楷体_GB2312" pitchFamily="49" charset="-122"/>
                </a:rPr>
                <a:t>( )</a:t>
              </a:r>
            </a:p>
          </p:txBody>
        </p:sp>
        <p:sp>
          <p:nvSpPr>
            <p:cNvPr id="57394" name="Text Box 45"/>
            <p:cNvSpPr txBox="1">
              <a:spLocks noChangeArrowheads="1"/>
            </p:cNvSpPr>
            <p:nvPr/>
          </p:nvSpPr>
          <p:spPr bwMode="auto">
            <a:xfrm>
              <a:off x="2139" y="1771"/>
              <a:ext cx="54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kumimoji="1" lang="en-US" altLang="zh-CN" sz="2000" b="1">
                  <a:latin typeface="Times New Roman" panose="02020603050405020304" pitchFamily="18" charset="0"/>
                  <a:ea typeface="楷体_GB2312" pitchFamily="49" charset="-122"/>
                </a:rPr>
                <a:t>on</a:t>
              </a:r>
              <a:r>
                <a:rPr kumimoji="1" lang="en-US" altLang="zh-CN" sz="1800" b="1">
                  <a:latin typeface="Times New Roman" panose="02020603050405020304" pitchFamily="18" charset="0"/>
                  <a:ea typeface="楷体_GB2312" pitchFamily="49" charset="-122"/>
                </a:rPr>
                <a:t>( )</a:t>
              </a:r>
            </a:p>
          </p:txBody>
        </p:sp>
      </p:grpSp>
      <p:sp>
        <p:nvSpPr>
          <p:cNvPr id="57353" name="Oval 47">
            <a:hlinkClick r:id="" action="ppaction://hlinkshowjump?jump=previousslide"/>
          </p:cNvPr>
          <p:cNvSpPr>
            <a:spLocks noChangeArrowheads="1"/>
          </p:cNvSpPr>
          <p:nvPr/>
        </p:nvSpPr>
        <p:spPr bwMode="auto">
          <a:xfrm>
            <a:off x="6356350" y="6365875"/>
            <a:ext cx="762000" cy="381000"/>
          </a:xfrm>
          <a:prstGeom prst="ellipse">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round/>
                <a:headEnd/>
                <a:tailEnd/>
              </a14:hiddenLine>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57354" name="Oval 48">
            <a:hlinkClick r:id="" action="ppaction://hlinkshowjump?jump=nextslide"/>
          </p:cNvPr>
          <p:cNvSpPr>
            <a:spLocks noChangeArrowheads="1"/>
          </p:cNvSpPr>
          <p:nvPr/>
        </p:nvSpPr>
        <p:spPr bwMode="auto">
          <a:xfrm>
            <a:off x="7245350" y="6365875"/>
            <a:ext cx="762000" cy="381000"/>
          </a:xfrm>
          <a:prstGeom prst="ellipse">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round/>
                <a:headEnd/>
                <a:tailEnd/>
              </a14:hiddenLine>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57355" name="Oval 49">
            <a:hlinkClick r:id="" action="ppaction://hlinkshowjump?jump=firstslide"/>
          </p:cNvPr>
          <p:cNvSpPr>
            <a:spLocks noChangeArrowheads="1"/>
          </p:cNvSpPr>
          <p:nvPr/>
        </p:nvSpPr>
        <p:spPr bwMode="auto">
          <a:xfrm>
            <a:off x="8137525" y="6370638"/>
            <a:ext cx="762000" cy="381000"/>
          </a:xfrm>
          <a:prstGeom prst="ellipse">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round/>
                <a:headEnd/>
                <a:tailEnd/>
              </a14:hiddenLine>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Tree>
  </p:cSld>
  <p:clrMapOvr>
    <a:masterClrMapping/>
  </p:clrMapOvr>
  <p:transition advClick="0">
    <p:wheel spokes="8"/>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日期占位符 1"/>
          <p:cNvSpPr>
            <a:spLocks noGrp="1"/>
          </p:cNvSpPr>
          <p:nvPr>
            <p:ph type="dt" sz="quarter" idx="10"/>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DA9CD6EA-E163-49FB-A68D-445668471B58}" type="datetime8">
              <a:rPr lang="zh-CN" altLang="en-US" sz="1400" smtClean="0"/>
              <a:pPr>
                <a:spcBef>
                  <a:spcPct val="0"/>
                </a:spcBef>
                <a:buClrTx/>
                <a:buFontTx/>
                <a:buNone/>
              </a:pPr>
              <a:t>2020年5月12日3时0分</a:t>
            </a:fld>
            <a:endParaRPr lang="en-US" altLang="zh-CN" sz="1400" smtClean="0"/>
          </a:p>
        </p:txBody>
      </p:sp>
      <p:sp>
        <p:nvSpPr>
          <p:cNvPr id="58371" name="灯片编号占位符 3"/>
          <p:cNvSpPr>
            <a:spLocks noGrp="1"/>
          </p:cNvSpPr>
          <p:nvPr>
            <p:ph type="sldNum" sz="quarter" idx="12"/>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011761DF-C37C-4DC2-95B2-8546DA1B4EC0}" type="slidenum">
              <a:rPr lang="en-US" altLang="zh-CN" sz="1400" smtClean="0"/>
              <a:pPr>
                <a:spcBef>
                  <a:spcPct val="0"/>
                </a:spcBef>
                <a:buClrTx/>
                <a:buFontTx/>
                <a:buNone/>
              </a:pPr>
              <a:t>43</a:t>
            </a:fld>
            <a:endParaRPr lang="en-US" altLang="zh-CN" sz="1400" smtClean="0"/>
          </a:p>
        </p:txBody>
      </p:sp>
      <p:sp>
        <p:nvSpPr>
          <p:cNvPr id="58372" name="Text Box 2"/>
          <p:cNvSpPr txBox="1">
            <a:spLocks noChangeArrowheads="1"/>
          </p:cNvSpPr>
          <p:nvPr/>
        </p:nvSpPr>
        <p:spPr bwMode="auto">
          <a:xfrm>
            <a:off x="492125" y="1558925"/>
            <a:ext cx="8286750" cy="2867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285750">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20000"/>
              </a:lnSpc>
              <a:buClrTx/>
              <a:buFontTx/>
              <a:buNone/>
            </a:pPr>
            <a:endParaRPr kumimoji="1" lang="en-US" altLang="zh-CN" sz="2400" b="1">
              <a:latin typeface="楷体_GB2312" pitchFamily="49" charset="-122"/>
              <a:ea typeface="楷体_GB2312" pitchFamily="49" charset="-122"/>
            </a:endParaRPr>
          </a:p>
          <a:p>
            <a:pPr algn="just" eaLnBrk="1" hangingPunct="1">
              <a:lnSpc>
                <a:spcPct val="120000"/>
              </a:lnSpc>
              <a:buClrTx/>
              <a:buFontTx/>
              <a:buNone/>
            </a:pPr>
            <a:r>
              <a:rPr kumimoji="1" lang="en-US" altLang="zh-CN" sz="2400" b="1">
                <a:latin typeface="楷体_GB2312" pitchFamily="49" charset="-122"/>
                <a:ea typeface="楷体_GB2312" pitchFamily="49" charset="-122"/>
              </a:rPr>
              <a:t>  </a:t>
            </a:r>
            <a:r>
              <a:rPr kumimoji="1" lang="zh-CN" altLang="en-US" sz="2400" b="1">
                <a:latin typeface="楷体_GB2312" pitchFamily="49" charset="-122"/>
                <a:ea typeface="楷体_GB2312" pitchFamily="49" charset="-122"/>
              </a:rPr>
              <a:t>活动图是由状态图变化而来的</a:t>
            </a:r>
            <a:r>
              <a:rPr kumimoji="1" lang="en-US" altLang="zh-CN" sz="2400" b="1">
                <a:latin typeface="楷体_GB2312" pitchFamily="49" charset="-122"/>
                <a:ea typeface="楷体_GB2312" pitchFamily="49" charset="-122"/>
              </a:rPr>
              <a:t>,</a:t>
            </a:r>
            <a:r>
              <a:rPr kumimoji="1" lang="zh-CN" altLang="en-US" sz="2400" b="1">
                <a:latin typeface="楷体_GB2312" pitchFamily="49" charset="-122"/>
                <a:ea typeface="楷体_GB2312" pitchFamily="49" charset="-122"/>
              </a:rPr>
              <a:t>它们各自用于不同的目的。活动图描述了系统中各种活动的</a:t>
            </a:r>
            <a:r>
              <a:rPr kumimoji="1" lang="zh-CN" altLang="en-US" sz="2400" b="1">
                <a:solidFill>
                  <a:schemeClr val="hlink"/>
                </a:solidFill>
                <a:latin typeface="楷体_GB2312" pitchFamily="49" charset="-122"/>
                <a:ea typeface="楷体_GB2312" pitchFamily="49" charset="-122"/>
              </a:rPr>
              <a:t>执行的顺序。刻化一个方法中所要进行的各项活动的执行流程。</a:t>
            </a:r>
          </a:p>
          <a:p>
            <a:pPr algn="just" eaLnBrk="1" hangingPunct="1">
              <a:lnSpc>
                <a:spcPct val="120000"/>
              </a:lnSpc>
              <a:buClrTx/>
              <a:buFontTx/>
              <a:buNone/>
            </a:pPr>
            <a:r>
              <a:rPr kumimoji="1" lang="zh-CN" altLang="en-US" sz="2400" b="1">
                <a:latin typeface="楷体_GB2312" pitchFamily="49" charset="-122"/>
                <a:ea typeface="楷体_GB2312" pitchFamily="49" charset="-122"/>
              </a:rPr>
              <a:t>  活动图中一个活动结束后将立即进入下一个活动</a:t>
            </a:r>
            <a:r>
              <a:rPr kumimoji="1" lang="en-US" altLang="zh-CN" sz="2400" b="1">
                <a:latin typeface="楷体_GB2312" pitchFamily="49" charset="-122"/>
                <a:ea typeface="楷体_GB2312" pitchFamily="49" charset="-122"/>
              </a:rPr>
              <a:t>(</a:t>
            </a:r>
            <a:r>
              <a:rPr kumimoji="1" lang="zh-CN" altLang="en-US" sz="2400" b="1">
                <a:latin typeface="楷体_GB2312" pitchFamily="49" charset="-122"/>
                <a:ea typeface="楷体_GB2312" pitchFamily="49" charset="-122"/>
              </a:rPr>
              <a:t>在状态图中状态的变迁可能需要事件的触发</a:t>
            </a:r>
            <a:r>
              <a:rPr kumimoji="1" lang="en-US" altLang="zh-CN" sz="2400" b="1">
                <a:latin typeface="楷体_GB2312" pitchFamily="49" charset="-122"/>
                <a:ea typeface="楷体_GB2312" pitchFamily="49" charset="-122"/>
              </a:rPr>
              <a:t>)</a:t>
            </a:r>
            <a:r>
              <a:rPr kumimoji="1" lang="zh-CN" altLang="en-US" sz="2400" b="1">
                <a:latin typeface="楷体_GB2312" pitchFamily="49" charset="-122"/>
                <a:ea typeface="楷体_GB2312" pitchFamily="49" charset="-122"/>
              </a:rPr>
              <a:t>。</a:t>
            </a:r>
          </a:p>
        </p:txBody>
      </p:sp>
      <p:sp>
        <p:nvSpPr>
          <p:cNvPr id="540675" name="Rectangle 3"/>
          <p:cNvSpPr>
            <a:spLocks noGrp="1" noRot="1" noChangeArrowheads="1"/>
          </p:cNvSpPr>
          <p:nvPr>
            <p:ph type="title" idx="4294967295"/>
          </p:nvPr>
        </p:nvSpPr>
        <p:spPr>
          <a:xfrm>
            <a:off x="742950" y="247650"/>
            <a:ext cx="7772400" cy="723900"/>
          </a:xfrm>
        </p:spPr>
        <p:txBody>
          <a:bodyPr/>
          <a:lstStyle/>
          <a:p>
            <a:pPr algn="l" eaLnBrk="1" hangingPunct="1">
              <a:defRPr/>
            </a:pPr>
            <a:r>
              <a:rPr lang="zh-CN" altLang="en-US" sz="2800" smtClean="0">
                <a:effectLst>
                  <a:outerShdw blurRad="38100" dist="38100" dir="2700000" algn="tl">
                    <a:srgbClr val="C0C0C0"/>
                  </a:outerShdw>
                </a:effectLst>
                <a:latin typeface="华文新魏" pitchFamily="2" charset="-122"/>
                <a:ea typeface="华文新魏" pitchFamily="2" charset="-122"/>
              </a:rPr>
              <a:t>活动图</a:t>
            </a:r>
            <a:endParaRPr lang="zh-CN" altLang="en-US" sz="2800" smtClean="0"/>
          </a:p>
        </p:txBody>
      </p:sp>
      <p:sp>
        <p:nvSpPr>
          <p:cNvPr id="540677" name="Text Box 5"/>
          <p:cNvSpPr txBox="1">
            <a:spLocks noChangeArrowheads="1"/>
          </p:cNvSpPr>
          <p:nvPr/>
        </p:nvSpPr>
        <p:spPr bwMode="auto">
          <a:xfrm>
            <a:off x="581025" y="898525"/>
            <a:ext cx="43164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defRPr/>
            </a:pPr>
            <a:r>
              <a:rPr kumimoji="1" lang="zh-CN" altLang="en-US" sz="2400" b="1">
                <a:solidFill>
                  <a:schemeClr val="tx2"/>
                </a:solidFill>
                <a:effectLst>
                  <a:outerShdw blurRad="38100" dist="38100" dir="2700000" algn="tl">
                    <a:srgbClr val="C0C0C0"/>
                  </a:outerShdw>
                </a:effectLst>
                <a:latin typeface="Times New Roman" pitchFamily="18" charset="0"/>
                <a:ea typeface="楷体_GB2312" pitchFamily="49" charset="-122"/>
              </a:rPr>
              <a:t>一、概述</a:t>
            </a:r>
          </a:p>
        </p:txBody>
      </p:sp>
      <p:sp>
        <p:nvSpPr>
          <p:cNvPr id="58375" name="Oval 6">
            <a:hlinkClick r:id="" action="ppaction://hlinkshowjump?jump=previousslide"/>
          </p:cNvPr>
          <p:cNvSpPr>
            <a:spLocks noChangeArrowheads="1"/>
          </p:cNvSpPr>
          <p:nvPr/>
        </p:nvSpPr>
        <p:spPr bwMode="auto">
          <a:xfrm>
            <a:off x="6356350" y="6365875"/>
            <a:ext cx="762000" cy="381000"/>
          </a:xfrm>
          <a:prstGeom prst="ellipse">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round/>
                <a:headEnd/>
                <a:tailEnd/>
              </a14:hiddenLine>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58376" name="Oval 7">
            <a:hlinkClick r:id="" action="ppaction://hlinkshowjump?jump=nextslide"/>
          </p:cNvPr>
          <p:cNvSpPr>
            <a:spLocks noChangeArrowheads="1"/>
          </p:cNvSpPr>
          <p:nvPr/>
        </p:nvSpPr>
        <p:spPr bwMode="auto">
          <a:xfrm>
            <a:off x="7245350" y="6365875"/>
            <a:ext cx="762000" cy="381000"/>
          </a:xfrm>
          <a:prstGeom prst="ellipse">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round/>
                <a:headEnd/>
                <a:tailEnd/>
              </a14:hiddenLine>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58377" name="Oval 8">
            <a:hlinkClick r:id="" action="ppaction://hlinkshowjump?jump=firstslide"/>
          </p:cNvPr>
          <p:cNvSpPr>
            <a:spLocks noChangeArrowheads="1"/>
          </p:cNvSpPr>
          <p:nvPr/>
        </p:nvSpPr>
        <p:spPr bwMode="auto">
          <a:xfrm>
            <a:off x="8137525" y="6370638"/>
            <a:ext cx="762000" cy="381000"/>
          </a:xfrm>
          <a:prstGeom prst="ellipse">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round/>
                <a:headEnd/>
                <a:tailEnd/>
              </a14:hiddenLine>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Tree>
  </p:cSld>
  <p:clrMapOvr>
    <a:masterClrMapping/>
  </p:clrMapOvr>
  <p:transition advClick="0">
    <p:wheel spokes="8"/>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日期占位符 1"/>
          <p:cNvSpPr>
            <a:spLocks noGrp="1"/>
          </p:cNvSpPr>
          <p:nvPr>
            <p:ph type="dt" sz="quarter" idx="10"/>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46B4C76D-38BB-458A-BC83-169C0CD4B5D7}" type="datetime8">
              <a:rPr lang="zh-CN" altLang="en-US" sz="1400" smtClean="0"/>
              <a:pPr>
                <a:spcBef>
                  <a:spcPct val="0"/>
                </a:spcBef>
                <a:buClrTx/>
                <a:buFontTx/>
                <a:buNone/>
              </a:pPr>
              <a:t>2020年5月12日3时0分</a:t>
            </a:fld>
            <a:endParaRPr lang="en-US" altLang="zh-CN" sz="1400" smtClean="0"/>
          </a:p>
        </p:txBody>
      </p:sp>
      <p:sp>
        <p:nvSpPr>
          <p:cNvPr id="59395" name="灯片编号占位符 3"/>
          <p:cNvSpPr>
            <a:spLocks noGrp="1"/>
          </p:cNvSpPr>
          <p:nvPr>
            <p:ph type="sldNum" sz="quarter" idx="12"/>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2A404489-9B44-40EB-9ECF-6B0E070B630C}" type="slidenum">
              <a:rPr lang="en-US" altLang="zh-CN" sz="1400" smtClean="0"/>
              <a:pPr>
                <a:spcBef>
                  <a:spcPct val="0"/>
                </a:spcBef>
                <a:buClrTx/>
                <a:buFontTx/>
                <a:buNone/>
              </a:pPr>
              <a:t>44</a:t>
            </a:fld>
            <a:endParaRPr lang="en-US" altLang="zh-CN" sz="1400" smtClean="0"/>
          </a:p>
        </p:txBody>
      </p:sp>
      <p:sp>
        <p:nvSpPr>
          <p:cNvPr id="541698" name="Text Box 2"/>
          <p:cNvSpPr txBox="1">
            <a:spLocks noChangeArrowheads="1"/>
          </p:cNvSpPr>
          <p:nvPr/>
        </p:nvSpPr>
        <p:spPr bwMode="auto">
          <a:xfrm>
            <a:off x="465138" y="422275"/>
            <a:ext cx="77073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defRPr/>
            </a:pPr>
            <a:r>
              <a:rPr kumimoji="1" lang="zh-CN" altLang="en-US" sz="2400" b="1">
                <a:solidFill>
                  <a:schemeClr val="tx2"/>
                </a:solidFill>
                <a:effectLst>
                  <a:outerShdw blurRad="38100" dist="38100" dir="2700000" algn="tl">
                    <a:srgbClr val="C0C0C0"/>
                  </a:outerShdw>
                </a:effectLst>
                <a:latin typeface="Times New Roman" pitchFamily="18" charset="0"/>
                <a:ea typeface="楷体_GB2312" pitchFamily="49" charset="-122"/>
              </a:rPr>
              <a:t>二、活动图的模型元素</a:t>
            </a:r>
          </a:p>
        </p:txBody>
      </p:sp>
      <p:sp>
        <p:nvSpPr>
          <p:cNvPr id="59397" name="Text Box 4"/>
          <p:cNvSpPr txBox="1">
            <a:spLocks noChangeArrowheads="1"/>
          </p:cNvSpPr>
          <p:nvPr/>
        </p:nvSpPr>
        <p:spPr bwMode="auto">
          <a:xfrm>
            <a:off x="484188" y="958850"/>
            <a:ext cx="8302625"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kumimoji="1" lang="zh-CN" altLang="en-US" sz="2400">
                <a:latin typeface="Times New Roman" panose="02020603050405020304" pitchFamily="18" charset="0"/>
                <a:ea typeface="楷体_GB2312" pitchFamily="49" charset="-122"/>
              </a:rPr>
              <a:t>　　</a:t>
            </a:r>
            <a:r>
              <a:rPr kumimoji="1" lang="zh-CN" altLang="en-US" sz="2400" b="1">
                <a:latin typeface="Times New Roman" panose="02020603050405020304" pitchFamily="18" charset="0"/>
                <a:ea typeface="楷体_GB2312" pitchFamily="49" charset="-122"/>
              </a:rPr>
              <a:t>构成活动图的模型元素有：活动、转移、对象、信号、泳道等。</a:t>
            </a:r>
          </a:p>
        </p:txBody>
      </p:sp>
      <p:sp>
        <p:nvSpPr>
          <p:cNvPr id="59398" name="Text Box 5"/>
          <p:cNvSpPr txBox="1">
            <a:spLocks noChangeArrowheads="1"/>
          </p:cNvSpPr>
          <p:nvPr/>
        </p:nvSpPr>
        <p:spPr bwMode="auto">
          <a:xfrm>
            <a:off x="482600" y="1787525"/>
            <a:ext cx="8418513" cy="2867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buClrTx/>
              <a:buFontTx/>
              <a:buNone/>
            </a:pPr>
            <a:r>
              <a:rPr kumimoji="1" lang="zh-CN" altLang="en-US" sz="2400" b="1">
                <a:solidFill>
                  <a:schemeClr val="tx2"/>
                </a:solidFill>
                <a:latin typeface="Times New Roman" panose="02020603050405020304" pitchFamily="18" charset="0"/>
                <a:ea typeface="楷体_GB2312" pitchFamily="49" charset="-122"/>
              </a:rPr>
              <a:t>１、活动</a:t>
            </a:r>
          </a:p>
          <a:p>
            <a:pPr eaLnBrk="1" hangingPunct="1">
              <a:buClrTx/>
              <a:buFontTx/>
              <a:buNone/>
            </a:pPr>
            <a:r>
              <a:rPr kumimoji="1" lang="zh-CN" altLang="en-US" sz="2400" b="1">
                <a:latin typeface="Times New Roman" panose="02020603050405020304" pitchFamily="18" charset="0"/>
                <a:ea typeface="楷体_GB2312" pitchFamily="49" charset="-122"/>
              </a:rPr>
              <a:t>　　是构成活动图的核心元素，是具有内部动作的状态，由隐含的事件触发活动的转移。</a:t>
            </a:r>
          </a:p>
          <a:p>
            <a:pPr eaLnBrk="1" hangingPunct="1">
              <a:buClrTx/>
              <a:buFontTx/>
              <a:buNone/>
            </a:pPr>
            <a:r>
              <a:rPr kumimoji="1" lang="zh-CN" altLang="en-US" sz="2400" b="1">
                <a:latin typeface="Times New Roman" panose="02020603050405020304" pitchFamily="18" charset="0"/>
                <a:ea typeface="楷体_GB2312" pitchFamily="49" charset="-122"/>
              </a:rPr>
              <a:t>　　活动的解释依赖于作图的目的和抽象层次，在概念层描述中，活动表示要完成的一些任务；在说明层和实现层中，活动表示类中的方法。</a:t>
            </a:r>
          </a:p>
          <a:p>
            <a:pPr eaLnBrk="1" hangingPunct="1">
              <a:buClrTx/>
              <a:buFontTx/>
              <a:buNone/>
            </a:pPr>
            <a:r>
              <a:rPr kumimoji="1" lang="zh-CN" altLang="en-US" sz="2400" b="1">
                <a:latin typeface="Times New Roman" panose="02020603050405020304" pitchFamily="18" charset="0"/>
                <a:ea typeface="楷体_GB2312" pitchFamily="49" charset="-122"/>
              </a:rPr>
              <a:t>　　活动用圆角框表示，标注活动名。</a:t>
            </a:r>
          </a:p>
        </p:txBody>
      </p:sp>
      <p:grpSp>
        <p:nvGrpSpPr>
          <p:cNvPr id="59399" name="Group 6"/>
          <p:cNvGrpSpPr>
            <a:grpSpLocks/>
          </p:cNvGrpSpPr>
          <p:nvPr/>
        </p:nvGrpSpPr>
        <p:grpSpPr bwMode="auto">
          <a:xfrm>
            <a:off x="2627313" y="4581525"/>
            <a:ext cx="4224337" cy="1982788"/>
            <a:chOff x="3384" y="960"/>
            <a:chExt cx="1692" cy="940"/>
          </a:xfrm>
        </p:grpSpPr>
        <p:grpSp>
          <p:nvGrpSpPr>
            <p:cNvPr id="59403" name="Group 7"/>
            <p:cNvGrpSpPr>
              <a:grpSpLocks/>
            </p:cNvGrpSpPr>
            <p:nvPr/>
          </p:nvGrpSpPr>
          <p:grpSpPr bwMode="auto">
            <a:xfrm>
              <a:off x="3576" y="960"/>
              <a:ext cx="1344" cy="612"/>
              <a:chOff x="3744" y="792"/>
              <a:chExt cx="1344" cy="612"/>
            </a:xfrm>
          </p:grpSpPr>
          <p:sp>
            <p:nvSpPr>
              <p:cNvPr id="59405" name="AutoShape 8"/>
              <p:cNvSpPr>
                <a:spLocks noChangeArrowheads="1"/>
              </p:cNvSpPr>
              <p:nvPr/>
            </p:nvSpPr>
            <p:spPr bwMode="auto">
              <a:xfrm>
                <a:off x="4104" y="936"/>
                <a:ext cx="480" cy="216"/>
              </a:xfrm>
              <a:prstGeom prst="roundRect">
                <a:avLst>
                  <a:gd name="adj" fmla="val 16667"/>
                </a:avLst>
              </a:prstGeom>
              <a:solidFill>
                <a:schemeClr val="tx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600" b="1">
                    <a:solidFill>
                      <a:schemeClr val="bg2"/>
                    </a:solidFill>
                    <a:latin typeface="Times New Roman" panose="02020603050405020304" pitchFamily="18" charset="0"/>
                  </a:rPr>
                  <a:t>活动名</a:t>
                </a:r>
              </a:p>
            </p:txBody>
          </p:sp>
          <p:sp>
            <p:nvSpPr>
              <p:cNvPr id="59406" name="Line 9"/>
              <p:cNvSpPr>
                <a:spLocks noChangeShapeType="1"/>
              </p:cNvSpPr>
              <p:nvPr/>
            </p:nvSpPr>
            <p:spPr bwMode="auto">
              <a:xfrm>
                <a:off x="3744" y="1056"/>
                <a:ext cx="34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07" name="Line 10"/>
              <p:cNvSpPr>
                <a:spLocks noChangeShapeType="1"/>
              </p:cNvSpPr>
              <p:nvPr/>
            </p:nvSpPr>
            <p:spPr bwMode="auto">
              <a:xfrm>
                <a:off x="4596" y="1056"/>
                <a:ext cx="36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08" name="Line 11"/>
              <p:cNvSpPr>
                <a:spLocks noChangeShapeType="1"/>
              </p:cNvSpPr>
              <p:nvPr/>
            </p:nvSpPr>
            <p:spPr bwMode="auto">
              <a:xfrm>
                <a:off x="4356" y="1164"/>
                <a:ext cx="0" cy="24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9409" name="Text Box 12"/>
              <p:cNvSpPr txBox="1">
                <a:spLocks noChangeArrowheads="1"/>
              </p:cNvSpPr>
              <p:nvPr/>
            </p:nvSpPr>
            <p:spPr bwMode="auto">
              <a:xfrm>
                <a:off x="4536" y="792"/>
                <a:ext cx="552" cy="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kumimoji="1" lang="en-US" altLang="zh-CN" sz="1600">
                    <a:latin typeface="Times New Roman" panose="02020603050405020304" pitchFamily="18" charset="0"/>
                  </a:rPr>
                  <a:t>[</a:t>
                </a:r>
                <a:r>
                  <a:rPr kumimoji="1" lang="zh-CN" altLang="en-US" sz="1600">
                    <a:latin typeface="Times New Roman" panose="02020603050405020304" pitchFamily="18" charset="0"/>
                  </a:rPr>
                  <a:t>条件</a:t>
                </a:r>
                <a:r>
                  <a:rPr kumimoji="1" lang="en-US" altLang="zh-CN" sz="1600">
                    <a:latin typeface="Times New Roman" panose="02020603050405020304" pitchFamily="18" charset="0"/>
                  </a:rPr>
                  <a:t>1]</a:t>
                </a:r>
              </a:p>
            </p:txBody>
          </p:sp>
          <p:sp>
            <p:nvSpPr>
              <p:cNvPr id="59410" name="Text Box 13"/>
              <p:cNvSpPr txBox="1">
                <a:spLocks noChangeArrowheads="1"/>
              </p:cNvSpPr>
              <p:nvPr/>
            </p:nvSpPr>
            <p:spPr bwMode="auto">
              <a:xfrm>
                <a:off x="4416" y="1164"/>
                <a:ext cx="516" cy="1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kumimoji="1" lang="en-US" altLang="zh-CN" sz="1600">
                    <a:latin typeface="Times New Roman" panose="02020603050405020304" pitchFamily="18" charset="0"/>
                  </a:rPr>
                  <a:t>[</a:t>
                </a:r>
                <a:r>
                  <a:rPr kumimoji="1" lang="zh-CN" altLang="en-US" sz="1600">
                    <a:latin typeface="Times New Roman" panose="02020603050405020304" pitchFamily="18" charset="0"/>
                  </a:rPr>
                  <a:t>条件</a:t>
                </a:r>
                <a:r>
                  <a:rPr kumimoji="1" lang="en-US" altLang="zh-CN" sz="1600">
                    <a:latin typeface="Times New Roman" panose="02020603050405020304" pitchFamily="18" charset="0"/>
                  </a:rPr>
                  <a:t>2]</a:t>
                </a:r>
              </a:p>
            </p:txBody>
          </p:sp>
        </p:grpSp>
        <p:sp>
          <p:nvSpPr>
            <p:cNvPr id="59404" name="Text Box 14"/>
            <p:cNvSpPr txBox="1">
              <a:spLocks noChangeArrowheads="1"/>
            </p:cNvSpPr>
            <p:nvPr/>
          </p:nvSpPr>
          <p:spPr bwMode="auto">
            <a:xfrm>
              <a:off x="3384" y="1740"/>
              <a:ext cx="1692" cy="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FontTx/>
                <a:buNone/>
              </a:pPr>
              <a:r>
                <a:rPr kumimoji="1" lang="zh-CN" altLang="en-US" sz="1600">
                  <a:latin typeface="Times New Roman" panose="02020603050405020304" pitchFamily="18" charset="0"/>
                </a:rPr>
                <a:t>活动</a:t>
              </a:r>
            </a:p>
          </p:txBody>
        </p:sp>
      </p:grpSp>
      <p:sp>
        <p:nvSpPr>
          <p:cNvPr id="59400" name="Oval 15">
            <a:hlinkClick r:id="" action="ppaction://hlinkshowjump?jump=previousslide"/>
          </p:cNvPr>
          <p:cNvSpPr>
            <a:spLocks noChangeArrowheads="1"/>
          </p:cNvSpPr>
          <p:nvPr/>
        </p:nvSpPr>
        <p:spPr bwMode="auto">
          <a:xfrm>
            <a:off x="6356350" y="6365875"/>
            <a:ext cx="762000" cy="381000"/>
          </a:xfrm>
          <a:prstGeom prst="ellipse">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round/>
                <a:headEnd/>
                <a:tailEnd/>
              </a14:hiddenLine>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59401" name="Oval 16">
            <a:hlinkClick r:id="" action="ppaction://hlinkshowjump?jump=nextslide"/>
          </p:cNvPr>
          <p:cNvSpPr>
            <a:spLocks noChangeArrowheads="1"/>
          </p:cNvSpPr>
          <p:nvPr/>
        </p:nvSpPr>
        <p:spPr bwMode="auto">
          <a:xfrm>
            <a:off x="7245350" y="6365875"/>
            <a:ext cx="762000" cy="381000"/>
          </a:xfrm>
          <a:prstGeom prst="ellipse">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round/>
                <a:headEnd/>
                <a:tailEnd/>
              </a14:hiddenLine>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59402" name="Oval 17">
            <a:hlinkClick r:id="" action="ppaction://hlinkshowjump?jump=firstslide"/>
          </p:cNvPr>
          <p:cNvSpPr>
            <a:spLocks noChangeArrowheads="1"/>
          </p:cNvSpPr>
          <p:nvPr/>
        </p:nvSpPr>
        <p:spPr bwMode="auto">
          <a:xfrm>
            <a:off x="8137525" y="6370638"/>
            <a:ext cx="762000" cy="381000"/>
          </a:xfrm>
          <a:prstGeom prst="ellipse">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round/>
                <a:headEnd/>
                <a:tailEnd/>
              </a14:hiddenLine>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Tree>
  </p:cSld>
  <p:clrMapOvr>
    <a:masterClrMapping/>
  </p:clrMapOvr>
  <p:transition advClick="0">
    <p:wheel spokes="8"/>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日期占位符 1"/>
          <p:cNvSpPr>
            <a:spLocks noGrp="1"/>
          </p:cNvSpPr>
          <p:nvPr>
            <p:ph type="dt" sz="quarter" idx="10"/>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F2395867-60B1-48CF-89E7-83F93621E82C}" type="datetime8">
              <a:rPr lang="zh-CN" altLang="en-US" sz="1400" smtClean="0"/>
              <a:pPr>
                <a:spcBef>
                  <a:spcPct val="0"/>
                </a:spcBef>
                <a:buClrTx/>
                <a:buFontTx/>
                <a:buNone/>
              </a:pPr>
              <a:t>2020年5月12日3时0分</a:t>
            </a:fld>
            <a:endParaRPr lang="en-US" altLang="zh-CN" sz="1400" smtClean="0"/>
          </a:p>
        </p:txBody>
      </p:sp>
      <p:sp>
        <p:nvSpPr>
          <p:cNvPr id="60419" name="灯片编号占位符 3"/>
          <p:cNvSpPr>
            <a:spLocks noGrp="1"/>
          </p:cNvSpPr>
          <p:nvPr>
            <p:ph type="sldNum" sz="quarter" idx="12"/>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BBA6BC08-12A4-4BED-A602-FEF23782C906}" type="slidenum">
              <a:rPr lang="en-US" altLang="zh-CN" sz="1400" smtClean="0"/>
              <a:pPr>
                <a:spcBef>
                  <a:spcPct val="0"/>
                </a:spcBef>
                <a:buClrTx/>
                <a:buFontTx/>
                <a:buNone/>
              </a:pPr>
              <a:t>45</a:t>
            </a:fld>
            <a:endParaRPr lang="en-US" altLang="zh-CN" sz="1400" smtClean="0"/>
          </a:p>
        </p:txBody>
      </p:sp>
      <p:sp>
        <p:nvSpPr>
          <p:cNvPr id="542722" name="Text Box 2"/>
          <p:cNvSpPr txBox="1">
            <a:spLocks noChangeArrowheads="1"/>
          </p:cNvSpPr>
          <p:nvPr/>
        </p:nvSpPr>
        <p:spPr bwMode="auto">
          <a:xfrm>
            <a:off x="465138" y="422275"/>
            <a:ext cx="77073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defRPr/>
            </a:pPr>
            <a:r>
              <a:rPr kumimoji="1" lang="zh-CN" altLang="en-US" sz="2400" b="1">
                <a:solidFill>
                  <a:schemeClr val="tx2"/>
                </a:solidFill>
                <a:effectLst>
                  <a:outerShdw blurRad="38100" dist="38100" dir="2700000" algn="tl">
                    <a:srgbClr val="C0C0C0"/>
                  </a:outerShdw>
                </a:effectLst>
                <a:latin typeface="Times New Roman" pitchFamily="18" charset="0"/>
                <a:ea typeface="楷体_GB2312" pitchFamily="49" charset="-122"/>
              </a:rPr>
              <a:t>二、活动图的模型元素</a:t>
            </a:r>
          </a:p>
        </p:txBody>
      </p:sp>
      <p:sp>
        <p:nvSpPr>
          <p:cNvPr id="60421" name="Text Box 3"/>
          <p:cNvSpPr txBox="1">
            <a:spLocks noChangeArrowheads="1"/>
          </p:cNvSpPr>
          <p:nvPr/>
        </p:nvSpPr>
        <p:spPr bwMode="auto">
          <a:xfrm>
            <a:off x="766763" y="942975"/>
            <a:ext cx="77644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kumimoji="1" lang="zh-CN" altLang="en-US" sz="2400" b="1">
                <a:latin typeface="Times New Roman" panose="02020603050405020304" pitchFamily="18" charset="0"/>
                <a:ea typeface="楷体_GB2312" pitchFamily="49" charset="-122"/>
              </a:rPr>
              <a:t>活动还有其它的图符：初态、终态、判断、同步。</a:t>
            </a:r>
          </a:p>
        </p:txBody>
      </p:sp>
      <p:grpSp>
        <p:nvGrpSpPr>
          <p:cNvPr id="60422" name="Group 4"/>
          <p:cNvGrpSpPr>
            <a:grpSpLocks/>
          </p:cNvGrpSpPr>
          <p:nvPr/>
        </p:nvGrpSpPr>
        <p:grpSpPr bwMode="auto">
          <a:xfrm>
            <a:off x="1609725" y="1609725"/>
            <a:ext cx="1557338" cy="947738"/>
            <a:chOff x="1356" y="3456"/>
            <a:chExt cx="804" cy="536"/>
          </a:xfrm>
        </p:grpSpPr>
        <p:sp>
          <p:nvSpPr>
            <p:cNvPr id="60444" name="Oval 5"/>
            <p:cNvSpPr>
              <a:spLocks noChangeArrowheads="1"/>
            </p:cNvSpPr>
            <p:nvPr/>
          </p:nvSpPr>
          <p:spPr bwMode="auto">
            <a:xfrm>
              <a:off x="1404" y="3498"/>
              <a:ext cx="113" cy="128"/>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60445" name="Text Box 6"/>
            <p:cNvSpPr txBox="1">
              <a:spLocks noChangeArrowheads="1"/>
            </p:cNvSpPr>
            <p:nvPr/>
          </p:nvSpPr>
          <p:spPr bwMode="auto">
            <a:xfrm>
              <a:off x="1622" y="3456"/>
              <a:ext cx="538" cy="2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kumimoji="1" lang="zh-CN" altLang="en-US" sz="1800" b="1">
                  <a:latin typeface="Times New Roman" panose="02020603050405020304" pitchFamily="18" charset="0"/>
                </a:rPr>
                <a:t>初态</a:t>
              </a:r>
            </a:p>
          </p:txBody>
        </p:sp>
        <p:sp>
          <p:nvSpPr>
            <p:cNvPr id="60446" name="Text Box 7"/>
            <p:cNvSpPr txBox="1">
              <a:spLocks noChangeArrowheads="1"/>
            </p:cNvSpPr>
            <p:nvPr/>
          </p:nvSpPr>
          <p:spPr bwMode="auto">
            <a:xfrm>
              <a:off x="1622" y="3783"/>
              <a:ext cx="439" cy="2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kumimoji="1" lang="zh-CN" altLang="en-US" sz="1800" b="1">
                  <a:latin typeface="Times New Roman" panose="02020603050405020304" pitchFamily="18" charset="0"/>
                </a:rPr>
                <a:t>终态</a:t>
              </a:r>
            </a:p>
          </p:txBody>
        </p:sp>
        <p:grpSp>
          <p:nvGrpSpPr>
            <p:cNvPr id="60447" name="Group 8"/>
            <p:cNvGrpSpPr>
              <a:grpSpLocks/>
            </p:cNvGrpSpPr>
            <p:nvPr/>
          </p:nvGrpSpPr>
          <p:grpSpPr bwMode="auto">
            <a:xfrm>
              <a:off x="1356" y="3792"/>
              <a:ext cx="200" cy="200"/>
              <a:chOff x="1200" y="3948"/>
              <a:chExt cx="200" cy="200"/>
            </a:xfrm>
          </p:grpSpPr>
          <p:sp>
            <p:nvSpPr>
              <p:cNvPr id="60448" name="Oval 9"/>
              <p:cNvSpPr>
                <a:spLocks noChangeArrowheads="1"/>
              </p:cNvSpPr>
              <p:nvPr/>
            </p:nvSpPr>
            <p:spPr bwMode="auto">
              <a:xfrm>
                <a:off x="1200" y="3948"/>
                <a:ext cx="200" cy="200"/>
              </a:xfrm>
              <a:prstGeom prst="ellipse">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60449" name="Oval 10"/>
              <p:cNvSpPr>
                <a:spLocks noChangeArrowheads="1"/>
              </p:cNvSpPr>
              <p:nvPr/>
            </p:nvSpPr>
            <p:spPr bwMode="auto">
              <a:xfrm>
                <a:off x="1248" y="3990"/>
                <a:ext cx="101" cy="11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grpSp>
      </p:grpSp>
      <p:grpSp>
        <p:nvGrpSpPr>
          <p:cNvPr id="60423" name="Group 11"/>
          <p:cNvGrpSpPr>
            <a:grpSpLocks/>
          </p:cNvGrpSpPr>
          <p:nvPr/>
        </p:nvGrpSpPr>
        <p:grpSpPr bwMode="auto">
          <a:xfrm>
            <a:off x="3748088" y="1595438"/>
            <a:ext cx="2039937" cy="1319212"/>
            <a:chOff x="2361" y="1005"/>
            <a:chExt cx="1285" cy="831"/>
          </a:xfrm>
        </p:grpSpPr>
        <p:sp>
          <p:nvSpPr>
            <p:cNvPr id="60437" name="AutoShape 12"/>
            <p:cNvSpPr>
              <a:spLocks noChangeArrowheads="1"/>
            </p:cNvSpPr>
            <p:nvPr/>
          </p:nvSpPr>
          <p:spPr bwMode="auto">
            <a:xfrm>
              <a:off x="2650" y="1194"/>
              <a:ext cx="364" cy="168"/>
            </a:xfrm>
            <a:prstGeom prst="diamond">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60438" name="Line 13"/>
            <p:cNvSpPr>
              <a:spLocks noChangeShapeType="1"/>
            </p:cNvSpPr>
            <p:nvPr/>
          </p:nvSpPr>
          <p:spPr bwMode="auto">
            <a:xfrm>
              <a:off x="2361" y="1266"/>
              <a:ext cx="304"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439" name="Line 14"/>
            <p:cNvSpPr>
              <a:spLocks noChangeShapeType="1"/>
            </p:cNvSpPr>
            <p:nvPr/>
          </p:nvSpPr>
          <p:spPr bwMode="auto">
            <a:xfrm>
              <a:off x="3014" y="1278"/>
              <a:ext cx="289"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440" name="Line 15"/>
            <p:cNvSpPr>
              <a:spLocks noChangeShapeType="1"/>
            </p:cNvSpPr>
            <p:nvPr/>
          </p:nvSpPr>
          <p:spPr bwMode="auto">
            <a:xfrm>
              <a:off x="2847" y="1350"/>
              <a:ext cx="0" cy="204"/>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441" name="Text Box 16"/>
            <p:cNvSpPr txBox="1">
              <a:spLocks noChangeArrowheads="1"/>
            </p:cNvSpPr>
            <p:nvPr/>
          </p:nvSpPr>
          <p:spPr bwMode="auto">
            <a:xfrm>
              <a:off x="2947" y="1005"/>
              <a:ext cx="699"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kumimoji="1" lang="en-US" altLang="zh-CN" sz="1600" b="1">
                  <a:latin typeface="Times New Roman" panose="02020603050405020304" pitchFamily="18" charset="0"/>
                </a:rPr>
                <a:t>[</a:t>
              </a:r>
              <a:r>
                <a:rPr kumimoji="1" lang="zh-CN" altLang="en-US" sz="1600" b="1">
                  <a:latin typeface="Times New Roman" panose="02020603050405020304" pitchFamily="18" charset="0"/>
                </a:rPr>
                <a:t>条件</a:t>
              </a:r>
              <a:r>
                <a:rPr kumimoji="1" lang="en-US" altLang="zh-CN" sz="1600" b="1">
                  <a:latin typeface="Times New Roman" panose="02020603050405020304" pitchFamily="18" charset="0"/>
                </a:rPr>
                <a:t>1]</a:t>
              </a:r>
            </a:p>
          </p:txBody>
        </p:sp>
        <p:sp>
          <p:nvSpPr>
            <p:cNvPr id="60442" name="Text Box 17"/>
            <p:cNvSpPr txBox="1">
              <a:spLocks noChangeArrowheads="1"/>
            </p:cNvSpPr>
            <p:nvPr/>
          </p:nvSpPr>
          <p:spPr bwMode="auto">
            <a:xfrm>
              <a:off x="2961" y="1326"/>
              <a:ext cx="654"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kumimoji="1" lang="en-US" altLang="zh-CN" sz="1600" b="1">
                  <a:latin typeface="Times New Roman" panose="02020603050405020304" pitchFamily="18" charset="0"/>
                </a:rPr>
                <a:t>[</a:t>
              </a:r>
              <a:r>
                <a:rPr kumimoji="1" lang="zh-CN" altLang="en-US" sz="1600" b="1">
                  <a:latin typeface="Times New Roman" panose="02020603050405020304" pitchFamily="18" charset="0"/>
                </a:rPr>
                <a:t>条件</a:t>
              </a:r>
              <a:r>
                <a:rPr kumimoji="1" lang="en-US" altLang="zh-CN" sz="1600" b="1">
                  <a:latin typeface="Times New Roman" panose="02020603050405020304" pitchFamily="18" charset="0"/>
                </a:rPr>
                <a:t>2]</a:t>
              </a:r>
            </a:p>
          </p:txBody>
        </p:sp>
        <p:sp>
          <p:nvSpPr>
            <p:cNvPr id="60443" name="Text Box 18"/>
            <p:cNvSpPr txBox="1">
              <a:spLocks noChangeArrowheads="1"/>
            </p:cNvSpPr>
            <p:nvPr/>
          </p:nvSpPr>
          <p:spPr bwMode="auto">
            <a:xfrm>
              <a:off x="2680" y="1605"/>
              <a:ext cx="729"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kumimoji="1" lang="zh-CN" altLang="en-US" sz="1800" b="1">
                  <a:latin typeface="Times New Roman" panose="02020603050405020304" pitchFamily="18" charset="0"/>
                </a:rPr>
                <a:t>判断</a:t>
              </a:r>
            </a:p>
          </p:txBody>
        </p:sp>
      </p:grpSp>
      <p:grpSp>
        <p:nvGrpSpPr>
          <p:cNvPr id="60424" name="Group 19"/>
          <p:cNvGrpSpPr>
            <a:grpSpLocks/>
          </p:cNvGrpSpPr>
          <p:nvPr/>
        </p:nvGrpSpPr>
        <p:grpSpPr bwMode="auto">
          <a:xfrm>
            <a:off x="6264275" y="1704975"/>
            <a:ext cx="1444625" cy="1147763"/>
            <a:chOff x="3713" y="1074"/>
            <a:chExt cx="910" cy="723"/>
          </a:xfrm>
        </p:grpSpPr>
        <p:sp>
          <p:nvSpPr>
            <p:cNvPr id="60431" name="Line 20"/>
            <p:cNvSpPr>
              <a:spLocks noChangeShapeType="1"/>
            </p:cNvSpPr>
            <p:nvPr/>
          </p:nvSpPr>
          <p:spPr bwMode="auto">
            <a:xfrm>
              <a:off x="3713" y="1314"/>
              <a:ext cx="873" cy="0"/>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432" name="Line 21"/>
            <p:cNvSpPr>
              <a:spLocks noChangeShapeType="1"/>
            </p:cNvSpPr>
            <p:nvPr/>
          </p:nvSpPr>
          <p:spPr bwMode="auto">
            <a:xfrm>
              <a:off x="3824" y="1074"/>
              <a:ext cx="0" cy="252"/>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433" name="Line 22"/>
            <p:cNvSpPr>
              <a:spLocks noChangeShapeType="1"/>
            </p:cNvSpPr>
            <p:nvPr/>
          </p:nvSpPr>
          <p:spPr bwMode="auto">
            <a:xfrm>
              <a:off x="4084" y="1074"/>
              <a:ext cx="0" cy="24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434" name="Line 23"/>
            <p:cNvSpPr>
              <a:spLocks noChangeShapeType="1"/>
            </p:cNvSpPr>
            <p:nvPr/>
          </p:nvSpPr>
          <p:spPr bwMode="auto">
            <a:xfrm>
              <a:off x="4363" y="1074"/>
              <a:ext cx="0" cy="228"/>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435" name="Line 24"/>
            <p:cNvSpPr>
              <a:spLocks noChangeShapeType="1"/>
            </p:cNvSpPr>
            <p:nvPr/>
          </p:nvSpPr>
          <p:spPr bwMode="auto">
            <a:xfrm>
              <a:off x="4177" y="1326"/>
              <a:ext cx="0" cy="192"/>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436" name="Text Box 25"/>
            <p:cNvSpPr txBox="1">
              <a:spLocks noChangeArrowheads="1"/>
            </p:cNvSpPr>
            <p:nvPr/>
          </p:nvSpPr>
          <p:spPr bwMode="auto">
            <a:xfrm>
              <a:off x="3843" y="1566"/>
              <a:ext cx="7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FontTx/>
                <a:buNone/>
              </a:pPr>
              <a:r>
                <a:rPr kumimoji="1" lang="zh-CN" altLang="en-US" sz="1800" b="1">
                  <a:latin typeface="Times New Roman" panose="02020603050405020304" pitchFamily="18" charset="0"/>
                </a:rPr>
                <a:t>同步线</a:t>
              </a:r>
            </a:p>
          </p:txBody>
        </p:sp>
      </p:grpSp>
      <p:sp>
        <p:nvSpPr>
          <p:cNvPr id="60425" name="Text Box 26"/>
          <p:cNvSpPr txBox="1">
            <a:spLocks noChangeArrowheads="1"/>
          </p:cNvSpPr>
          <p:nvPr/>
        </p:nvSpPr>
        <p:spPr bwMode="auto">
          <a:xfrm>
            <a:off x="2933700" y="3252788"/>
            <a:ext cx="3402013"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FontTx/>
              <a:buNone/>
            </a:pPr>
            <a:r>
              <a:rPr kumimoji="1" lang="zh-CN" altLang="en-US" sz="1800">
                <a:latin typeface="Times New Roman" panose="02020603050405020304" pitchFamily="18" charset="0"/>
              </a:rPr>
              <a:t>图 </a:t>
            </a:r>
            <a:r>
              <a:rPr kumimoji="1" lang="en-US" altLang="zh-CN" sz="1800">
                <a:latin typeface="Times New Roman" panose="02020603050405020304" pitchFamily="18" charset="0"/>
              </a:rPr>
              <a:t>5.55  </a:t>
            </a:r>
            <a:r>
              <a:rPr kumimoji="1" lang="zh-CN" altLang="en-US" sz="1800">
                <a:latin typeface="Times New Roman" panose="02020603050405020304" pitchFamily="18" charset="0"/>
              </a:rPr>
              <a:t>活动</a:t>
            </a:r>
          </a:p>
        </p:txBody>
      </p:sp>
      <p:sp>
        <p:nvSpPr>
          <p:cNvPr id="542747" name="Text Box 27"/>
          <p:cNvSpPr txBox="1">
            <a:spLocks noChangeArrowheads="1"/>
          </p:cNvSpPr>
          <p:nvPr/>
        </p:nvSpPr>
        <p:spPr bwMode="auto">
          <a:xfrm>
            <a:off x="512763" y="3541713"/>
            <a:ext cx="8243887" cy="2428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defRPr/>
            </a:pPr>
            <a:r>
              <a:rPr kumimoji="1" lang="en-US" altLang="zh-CN" sz="2400" b="1">
                <a:solidFill>
                  <a:schemeClr val="tx2"/>
                </a:solidFill>
                <a:effectLst>
                  <a:outerShdw blurRad="38100" dist="38100" dir="2700000" algn="tl">
                    <a:srgbClr val="C0C0C0"/>
                  </a:outerShdw>
                </a:effectLst>
                <a:latin typeface="Times New Roman" pitchFamily="18" charset="0"/>
                <a:ea typeface="楷体_GB2312" pitchFamily="49" charset="-122"/>
              </a:rPr>
              <a:t>2</a:t>
            </a:r>
            <a:r>
              <a:rPr kumimoji="1" lang="zh-CN" altLang="en-US" sz="2400" b="1">
                <a:solidFill>
                  <a:schemeClr val="tx2"/>
                </a:solidFill>
                <a:effectLst>
                  <a:outerShdw blurRad="38100" dist="38100" dir="2700000" algn="tl">
                    <a:srgbClr val="C0C0C0"/>
                  </a:outerShdw>
                </a:effectLst>
                <a:latin typeface="Times New Roman" pitchFamily="18" charset="0"/>
                <a:ea typeface="楷体_GB2312" pitchFamily="49" charset="-122"/>
              </a:rPr>
              <a:t>、转移</a:t>
            </a:r>
          </a:p>
          <a:p>
            <a:pPr eaLnBrk="1" hangingPunct="1">
              <a:spcBef>
                <a:spcPct val="20000"/>
              </a:spcBef>
              <a:defRPr/>
            </a:pPr>
            <a:r>
              <a:rPr kumimoji="1" lang="zh-CN" altLang="en-US" sz="2400" b="1">
                <a:latin typeface="Times New Roman" pitchFamily="18" charset="0"/>
                <a:ea typeface="楷体_GB2312" pitchFamily="49" charset="-122"/>
              </a:rPr>
              <a:t>　　转移描述活动之间的关系，描述由于隐含事件引起的活动变迁，即转移可以连接各活动及特殊活动（初态、终态、判断、同步线）。</a:t>
            </a:r>
          </a:p>
          <a:p>
            <a:pPr eaLnBrk="1" hangingPunct="1">
              <a:spcBef>
                <a:spcPct val="20000"/>
              </a:spcBef>
              <a:defRPr/>
            </a:pPr>
            <a:r>
              <a:rPr kumimoji="1" lang="zh-CN" altLang="en-US" sz="2400" b="1">
                <a:latin typeface="Times New Roman" pitchFamily="18" charset="0"/>
                <a:ea typeface="楷体_GB2312" pitchFamily="49" charset="-122"/>
              </a:rPr>
              <a:t>　　转移用带箭头的直线表示，可标注执行该转移的条件，无标注表示顺序执行。</a:t>
            </a:r>
          </a:p>
        </p:txBody>
      </p:sp>
      <p:sp>
        <p:nvSpPr>
          <p:cNvPr id="60427" name="Line 28"/>
          <p:cNvSpPr>
            <a:spLocks noChangeShapeType="1"/>
          </p:cNvSpPr>
          <p:nvPr/>
        </p:nvSpPr>
        <p:spPr bwMode="auto">
          <a:xfrm>
            <a:off x="2865438" y="6167438"/>
            <a:ext cx="3005137" cy="0"/>
          </a:xfrm>
          <a:prstGeom prst="line">
            <a:avLst/>
          </a:prstGeom>
          <a:noFill/>
          <a:ln w="28575">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0428" name="Oval 29">
            <a:hlinkClick r:id="" action="ppaction://hlinkshowjump?jump=previousslide"/>
          </p:cNvPr>
          <p:cNvSpPr>
            <a:spLocks noChangeArrowheads="1"/>
          </p:cNvSpPr>
          <p:nvPr/>
        </p:nvSpPr>
        <p:spPr bwMode="auto">
          <a:xfrm>
            <a:off x="6356350" y="6365875"/>
            <a:ext cx="762000" cy="381000"/>
          </a:xfrm>
          <a:prstGeom prst="ellipse">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round/>
                <a:headEnd/>
                <a:tailEnd/>
              </a14:hiddenLine>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60429" name="Oval 30">
            <a:hlinkClick r:id="" action="ppaction://hlinkshowjump?jump=nextslide"/>
          </p:cNvPr>
          <p:cNvSpPr>
            <a:spLocks noChangeArrowheads="1"/>
          </p:cNvSpPr>
          <p:nvPr/>
        </p:nvSpPr>
        <p:spPr bwMode="auto">
          <a:xfrm>
            <a:off x="7245350" y="6365875"/>
            <a:ext cx="762000" cy="381000"/>
          </a:xfrm>
          <a:prstGeom prst="ellipse">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round/>
                <a:headEnd/>
                <a:tailEnd/>
              </a14:hiddenLine>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60430" name="Oval 31">
            <a:hlinkClick r:id="" action="ppaction://hlinkshowjump?jump=firstslide"/>
          </p:cNvPr>
          <p:cNvSpPr>
            <a:spLocks noChangeArrowheads="1"/>
          </p:cNvSpPr>
          <p:nvPr/>
        </p:nvSpPr>
        <p:spPr bwMode="auto">
          <a:xfrm>
            <a:off x="8137525" y="6370638"/>
            <a:ext cx="762000" cy="381000"/>
          </a:xfrm>
          <a:prstGeom prst="ellipse">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round/>
                <a:headEnd/>
                <a:tailEnd/>
              </a14:hiddenLine>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Tree>
  </p:cSld>
  <p:clrMapOvr>
    <a:masterClrMapping/>
  </p:clrMapOvr>
  <p:transition advClick="0">
    <p:wheel spokes="8"/>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日期占位符 1"/>
          <p:cNvSpPr>
            <a:spLocks noGrp="1"/>
          </p:cNvSpPr>
          <p:nvPr>
            <p:ph type="dt" sz="quarter" idx="10"/>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3924482D-1088-4BD9-8608-648AA5BA9110}" type="datetime8">
              <a:rPr lang="zh-CN" altLang="en-US" sz="1400" smtClean="0"/>
              <a:pPr>
                <a:spcBef>
                  <a:spcPct val="0"/>
                </a:spcBef>
                <a:buClrTx/>
                <a:buFontTx/>
                <a:buNone/>
              </a:pPr>
              <a:t>2020年5月12日3时0分</a:t>
            </a:fld>
            <a:endParaRPr lang="en-US" altLang="zh-CN" sz="1400" smtClean="0"/>
          </a:p>
        </p:txBody>
      </p:sp>
      <p:sp>
        <p:nvSpPr>
          <p:cNvPr id="61443" name="灯片编号占位符 3"/>
          <p:cNvSpPr>
            <a:spLocks noGrp="1"/>
          </p:cNvSpPr>
          <p:nvPr>
            <p:ph type="sldNum" sz="quarter" idx="12"/>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805912AC-997B-4578-AB0A-869F433CBAA7}" type="slidenum">
              <a:rPr lang="en-US" altLang="zh-CN" sz="1400" smtClean="0"/>
              <a:pPr>
                <a:spcBef>
                  <a:spcPct val="0"/>
                </a:spcBef>
                <a:buClrTx/>
                <a:buFontTx/>
                <a:buNone/>
              </a:pPr>
              <a:t>46</a:t>
            </a:fld>
            <a:endParaRPr lang="en-US" altLang="zh-CN" sz="1400" smtClean="0"/>
          </a:p>
        </p:txBody>
      </p:sp>
      <p:sp>
        <p:nvSpPr>
          <p:cNvPr id="61444" name="Rectangle 3"/>
          <p:cNvSpPr>
            <a:spLocks noGrp="1" noRot="1" noChangeArrowheads="1"/>
          </p:cNvSpPr>
          <p:nvPr>
            <p:ph type="title" idx="4294967295"/>
          </p:nvPr>
        </p:nvSpPr>
        <p:spPr>
          <a:xfrm>
            <a:off x="6896100" y="0"/>
            <a:ext cx="2247900" cy="247650"/>
          </a:xfrm>
        </p:spPr>
        <p:txBody>
          <a:bodyPr/>
          <a:lstStyle/>
          <a:p>
            <a:pPr algn="r" eaLnBrk="1" hangingPunct="1"/>
            <a:r>
              <a:rPr lang="zh-CN" altLang="en-US" sz="800" smtClean="0">
                <a:solidFill>
                  <a:srgbClr val="022D98"/>
                </a:solidFill>
              </a:rPr>
              <a:t>活动图的模型元素：</a:t>
            </a:r>
          </a:p>
        </p:txBody>
      </p:sp>
      <p:sp>
        <p:nvSpPr>
          <p:cNvPr id="61445" name="Text Box 4"/>
          <p:cNvSpPr txBox="1">
            <a:spLocks noChangeArrowheads="1"/>
          </p:cNvSpPr>
          <p:nvPr/>
        </p:nvSpPr>
        <p:spPr bwMode="auto">
          <a:xfrm>
            <a:off x="3203575" y="6237288"/>
            <a:ext cx="28003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FontTx/>
              <a:buNone/>
            </a:pPr>
            <a:r>
              <a:rPr kumimoji="1" lang="zh-CN" altLang="en-US" sz="1800">
                <a:latin typeface="宋体" panose="02010600030101010101" pitchFamily="2" charset="-122"/>
              </a:rPr>
              <a:t>泳道</a:t>
            </a:r>
          </a:p>
        </p:txBody>
      </p:sp>
      <p:sp>
        <p:nvSpPr>
          <p:cNvPr id="533509" name="Text Box 5"/>
          <p:cNvSpPr txBox="1">
            <a:spLocks noChangeArrowheads="1"/>
          </p:cNvSpPr>
          <p:nvPr/>
        </p:nvSpPr>
        <p:spPr bwMode="auto">
          <a:xfrm>
            <a:off x="455613" y="341313"/>
            <a:ext cx="8374062" cy="2428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defRPr/>
            </a:pPr>
            <a:r>
              <a:rPr kumimoji="1" lang="en-US" altLang="zh-CN" sz="2400" b="1">
                <a:solidFill>
                  <a:schemeClr val="tx2"/>
                </a:solidFill>
                <a:effectLst>
                  <a:outerShdw blurRad="38100" dist="38100" dir="2700000" algn="tl">
                    <a:srgbClr val="C0C0C0"/>
                  </a:outerShdw>
                </a:effectLst>
                <a:latin typeface="Times New Roman" pitchFamily="18" charset="0"/>
                <a:ea typeface="楷体_GB2312" pitchFamily="49" charset="-122"/>
              </a:rPr>
              <a:t>3</a:t>
            </a:r>
            <a:r>
              <a:rPr kumimoji="1" lang="zh-CN" altLang="en-US" sz="2400" b="1">
                <a:solidFill>
                  <a:schemeClr val="tx2"/>
                </a:solidFill>
                <a:effectLst>
                  <a:outerShdw blurRad="38100" dist="38100" dir="2700000" algn="tl">
                    <a:srgbClr val="C0C0C0"/>
                  </a:outerShdw>
                </a:effectLst>
                <a:latin typeface="Times New Roman" pitchFamily="18" charset="0"/>
                <a:ea typeface="楷体_GB2312" pitchFamily="49" charset="-122"/>
              </a:rPr>
              <a:t>、</a:t>
            </a:r>
            <a:r>
              <a:rPr kumimoji="1" lang="zh-CN" altLang="en-US" sz="2400" b="1">
                <a:solidFill>
                  <a:schemeClr val="tx2"/>
                </a:solidFill>
                <a:effectLst>
                  <a:outerShdw blurRad="38100" dist="38100" dir="2700000" algn="tl">
                    <a:srgbClr val="C0C0C0"/>
                  </a:outerShdw>
                </a:effectLst>
                <a:latin typeface="宋体" pitchFamily="2" charset="-122"/>
                <a:ea typeface="楷体_GB2312" pitchFamily="49" charset="-122"/>
              </a:rPr>
              <a:t>泳道</a:t>
            </a:r>
            <a:endParaRPr kumimoji="1" lang="zh-CN" altLang="en-US" sz="2400" b="1">
              <a:solidFill>
                <a:schemeClr val="tx2"/>
              </a:solidFill>
              <a:effectLst>
                <a:outerShdw blurRad="38100" dist="38100" dir="2700000" algn="tl">
                  <a:srgbClr val="C0C0C0"/>
                </a:outerShdw>
              </a:effectLst>
              <a:latin typeface="Times New Roman" pitchFamily="18" charset="0"/>
              <a:ea typeface="楷体_GB2312" pitchFamily="49" charset="-122"/>
            </a:endParaRPr>
          </a:p>
          <a:p>
            <a:pPr eaLnBrk="1" hangingPunct="1">
              <a:spcBef>
                <a:spcPct val="20000"/>
              </a:spcBef>
              <a:defRPr/>
            </a:pPr>
            <a:r>
              <a:rPr kumimoji="1" lang="zh-CN" altLang="en-US" sz="2400" b="1">
                <a:latin typeface="Times New Roman" pitchFamily="18" charset="0"/>
                <a:ea typeface="楷体_GB2312" pitchFamily="49" charset="-122"/>
              </a:rPr>
              <a:t>　　</a:t>
            </a:r>
            <a:r>
              <a:rPr kumimoji="1" lang="zh-CN" altLang="en-US" sz="2400" b="1">
                <a:latin typeface="楷体_GB2312" pitchFamily="49" charset="-122"/>
                <a:ea typeface="楷体_GB2312" pitchFamily="49" charset="-122"/>
              </a:rPr>
              <a:t>泳道进一步描述完成活动的对象，并聚合一组活动。活动图是另一种描述交互的方式，描述采取何种动作，做什么（对象状态改变），何时发生（动作序列），以及在何处发生（泳道）。</a:t>
            </a:r>
          </a:p>
          <a:p>
            <a:pPr eaLnBrk="1" hangingPunct="1">
              <a:spcBef>
                <a:spcPct val="20000"/>
              </a:spcBef>
              <a:defRPr/>
            </a:pPr>
            <a:r>
              <a:rPr kumimoji="1" lang="zh-CN" altLang="en-US" sz="2400" b="1">
                <a:latin typeface="楷体_GB2312" pitchFamily="49" charset="-122"/>
                <a:ea typeface="楷体_GB2312" pitchFamily="49" charset="-122"/>
              </a:rPr>
              <a:t>　　泳道也是一种分组机制。</a:t>
            </a:r>
          </a:p>
        </p:txBody>
      </p:sp>
      <p:sp>
        <p:nvSpPr>
          <p:cNvPr id="61447" name="Line 6"/>
          <p:cNvSpPr>
            <a:spLocks noChangeShapeType="1"/>
          </p:cNvSpPr>
          <p:nvPr/>
        </p:nvSpPr>
        <p:spPr bwMode="auto">
          <a:xfrm>
            <a:off x="3740150" y="2900363"/>
            <a:ext cx="0" cy="3313112"/>
          </a:xfrm>
          <a:prstGeom prst="line">
            <a:avLst/>
          </a:prstGeom>
          <a:noFill/>
          <a:ln>
            <a:noFill/>
          </a:ln>
          <a:effectLst>
            <a:outerShdw dist="28398" dir="3806097" algn="ctr" rotWithShape="0">
              <a:schemeClr val="bg2"/>
            </a:outerShdw>
          </a:effectLst>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FFBA55"/>
                </a:solidFill>
                <a:round/>
                <a:headEnd/>
                <a:tailEnd/>
              </a14:hiddenLine>
            </a:ext>
          </a:extLst>
        </p:spPr>
        <p:txBody>
          <a:bodyPr/>
          <a:lstStyle/>
          <a:p>
            <a:endParaRPr lang="zh-CN" altLang="en-US"/>
          </a:p>
        </p:txBody>
      </p:sp>
      <p:sp>
        <p:nvSpPr>
          <p:cNvPr id="61448" name="Line 7"/>
          <p:cNvSpPr>
            <a:spLocks noChangeShapeType="1"/>
          </p:cNvSpPr>
          <p:nvPr/>
        </p:nvSpPr>
        <p:spPr bwMode="auto">
          <a:xfrm>
            <a:off x="5586413" y="2924175"/>
            <a:ext cx="0" cy="3313113"/>
          </a:xfrm>
          <a:prstGeom prst="line">
            <a:avLst/>
          </a:prstGeom>
          <a:noFill/>
          <a:ln>
            <a:noFill/>
          </a:ln>
          <a:effectLst>
            <a:outerShdw dist="28398" dir="3806097" algn="ctr" rotWithShape="0">
              <a:schemeClr val="bg2"/>
            </a:outerShdw>
          </a:effectLst>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FFBA55"/>
                </a:solidFill>
                <a:round/>
                <a:headEnd/>
                <a:tailEnd/>
              </a14:hiddenLine>
            </a:ext>
          </a:extLst>
        </p:spPr>
        <p:txBody>
          <a:bodyPr/>
          <a:lstStyle/>
          <a:p>
            <a:endParaRPr lang="zh-CN" altLang="en-US"/>
          </a:p>
        </p:txBody>
      </p:sp>
      <p:grpSp>
        <p:nvGrpSpPr>
          <p:cNvPr id="61449" name="Group 8"/>
          <p:cNvGrpSpPr>
            <a:grpSpLocks/>
          </p:cNvGrpSpPr>
          <p:nvPr/>
        </p:nvGrpSpPr>
        <p:grpSpPr bwMode="auto">
          <a:xfrm>
            <a:off x="1885950" y="2924175"/>
            <a:ext cx="5446713" cy="3313113"/>
            <a:chOff x="1188" y="1842"/>
            <a:chExt cx="3431" cy="2087"/>
          </a:xfrm>
        </p:grpSpPr>
        <p:sp>
          <p:nvSpPr>
            <p:cNvPr id="61453" name="Line 9"/>
            <p:cNvSpPr>
              <a:spLocks noChangeShapeType="1"/>
            </p:cNvSpPr>
            <p:nvPr/>
          </p:nvSpPr>
          <p:spPr bwMode="auto">
            <a:xfrm>
              <a:off x="2294" y="3045"/>
              <a:ext cx="714" cy="0"/>
            </a:xfrm>
            <a:prstGeom prst="line">
              <a:avLst/>
            </a:prstGeom>
            <a:noFill/>
            <a:ln w="76200">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61454" name="Rectangle 10"/>
            <p:cNvSpPr>
              <a:spLocks noChangeArrowheads="1"/>
            </p:cNvSpPr>
            <p:nvPr/>
          </p:nvSpPr>
          <p:spPr bwMode="auto">
            <a:xfrm>
              <a:off x="1188" y="1842"/>
              <a:ext cx="3431" cy="2087"/>
            </a:xfrm>
            <a:prstGeom prst="rect">
              <a:avLst/>
            </a:prstGeom>
            <a:solidFill>
              <a:srgbClr val="FFFFCC"/>
            </a:solidFill>
            <a:ln>
              <a:noFill/>
            </a:ln>
            <a:effectLst>
              <a:outerShdw dist="35921" dir="2700000" algn="ctr" rotWithShape="0">
                <a:schemeClr val="bg2"/>
              </a:outerShdw>
            </a:effectLst>
            <a:extLst>
              <a:ext uri="{91240B29-F687-4F45-9708-019B960494DF}">
                <a14:hiddenLine xmlns:a14="http://schemas.microsoft.com/office/drawing/2010/main" w="28575">
                  <a:solidFill>
                    <a:srgbClr val="FFBA55"/>
                  </a:solidFill>
                  <a:miter lim="800000"/>
                  <a:headEnd/>
                  <a:tailEnd/>
                </a14:hiddenLine>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61455" name="Text Box 11"/>
            <p:cNvSpPr txBox="1">
              <a:spLocks noChangeArrowheads="1"/>
            </p:cNvSpPr>
            <p:nvPr/>
          </p:nvSpPr>
          <p:spPr bwMode="auto">
            <a:xfrm>
              <a:off x="1513" y="1961"/>
              <a:ext cx="521" cy="162"/>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28575">
                  <a:solidFill>
                    <a:srgbClr val="FFBA55"/>
                  </a:solidFill>
                  <a:miter lim="800000"/>
                  <a:headEnd/>
                  <a:tailEnd/>
                </a14:hiddenLine>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fontAlgn="ctr" hangingPunct="1">
                <a:lnSpc>
                  <a:spcPct val="90000"/>
                </a:lnSpc>
                <a:spcBef>
                  <a:spcPct val="50000"/>
                </a:spcBef>
                <a:buClrTx/>
                <a:buFontTx/>
                <a:buNone/>
              </a:pPr>
              <a:r>
                <a:rPr kumimoji="1" lang="en-US" altLang="zh-CN" sz="1200" b="1">
                  <a:solidFill>
                    <a:schemeClr val="bg2"/>
                  </a:solidFill>
                  <a:latin typeface="宋体" panose="02010600030101010101" pitchFamily="2" charset="-122"/>
                </a:rPr>
                <a:t>●</a:t>
              </a:r>
            </a:p>
          </p:txBody>
        </p:sp>
        <p:sp>
          <p:nvSpPr>
            <p:cNvPr id="61456" name="Line 12"/>
            <p:cNvSpPr>
              <a:spLocks noChangeShapeType="1"/>
            </p:cNvSpPr>
            <p:nvPr/>
          </p:nvSpPr>
          <p:spPr bwMode="auto">
            <a:xfrm>
              <a:off x="1754" y="2082"/>
              <a:ext cx="0" cy="194"/>
            </a:xfrm>
            <a:prstGeom prst="line">
              <a:avLst/>
            </a:prstGeom>
            <a:noFill/>
            <a:ln w="12700">
              <a:solidFill>
                <a:schemeClr val="bg2"/>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3517" name="AutoShape 13"/>
            <p:cNvSpPr>
              <a:spLocks noChangeArrowheads="1"/>
            </p:cNvSpPr>
            <p:nvPr/>
          </p:nvSpPr>
          <p:spPr bwMode="auto">
            <a:xfrm>
              <a:off x="1383" y="2289"/>
              <a:ext cx="780" cy="239"/>
            </a:xfrm>
            <a:prstGeom prst="roundRect">
              <a:avLst>
                <a:gd name="adj" fmla="val 16667"/>
              </a:avLst>
            </a:prstGeom>
            <a:noFill/>
            <a:ln w="12700">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ctr" hangingPunct="1">
                <a:lnSpc>
                  <a:spcPct val="90000"/>
                </a:lnSpc>
                <a:spcBef>
                  <a:spcPct val="20000"/>
                </a:spcBef>
                <a:defRPr/>
              </a:pPr>
              <a:r>
                <a:rPr kumimoji="1" lang="zh-CN" altLang="en-US" sz="1400" b="1">
                  <a:solidFill>
                    <a:schemeClr val="bg2"/>
                  </a:solidFill>
                  <a:effectLst>
                    <a:outerShdw blurRad="38100" dist="38100" dir="2700000" algn="tl">
                      <a:srgbClr val="C0C0C0"/>
                    </a:outerShdw>
                  </a:effectLst>
                  <a:latin typeface="宋体" pitchFamily="2" charset="-122"/>
                </a:rPr>
                <a:t>请求服务</a:t>
              </a:r>
            </a:p>
          </p:txBody>
        </p:sp>
        <p:sp>
          <p:nvSpPr>
            <p:cNvPr id="61458" name="Line 14"/>
            <p:cNvSpPr>
              <a:spLocks noChangeShapeType="1"/>
            </p:cNvSpPr>
            <p:nvPr/>
          </p:nvSpPr>
          <p:spPr bwMode="auto">
            <a:xfrm>
              <a:off x="1431" y="2721"/>
              <a:ext cx="717" cy="0"/>
            </a:xfrm>
            <a:prstGeom prst="line">
              <a:avLst/>
            </a:prstGeom>
            <a:noFill/>
            <a:ln w="28575">
              <a:solidFill>
                <a:srgbClr val="99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459" name="AutoShape 15"/>
            <p:cNvSpPr>
              <a:spLocks noChangeArrowheads="1"/>
            </p:cNvSpPr>
            <p:nvPr/>
          </p:nvSpPr>
          <p:spPr bwMode="auto">
            <a:xfrm>
              <a:off x="1367" y="2901"/>
              <a:ext cx="584" cy="238"/>
            </a:xfrm>
            <a:prstGeom prst="roundRect">
              <a:avLst>
                <a:gd name="adj" fmla="val 16667"/>
              </a:avLst>
            </a:prstGeom>
            <a:noFill/>
            <a:ln w="12700">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fontAlgn="ctr" hangingPunct="1">
                <a:lnSpc>
                  <a:spcPct val="90000"/>
                </a:lnSpc>
                <a:buClrTx/>
                <a:buFontTx/>
                <a:buNone/>
              </a:pPr>
              <a:r>
                <a:rPr kumimoji="1" lang="zh-CN" altLang="en-US" sz="1400" b="1">
                  <a:solidFill>
                    <a:schemeClr val="bg2"/>
                  </a:solidFill>
                  <a:latin typeface="宋体" panose="02010600030101010101" pitchFamily="2" charset="-122"/>
                </a:rPr>
                <a:t>支付</a:t>
              </a:r>
            </a:p>
          </p:txBody>
        </p:sp>
        <p:sp>
          <p:nvSpPr>
            <p:cNvPr id="61460" name="Line 16"/>
            <p:cNvSpPr>
              <a:spLocks noChangeShapeType="1"/>
            </p:cNvSpPr>
            <p:nvPr/>
          </p:nvSpPr>
          <p:spPr bwMode="auto">
            <a:xfrm>
              <a:off x="1773" y="2542"/>
              <a:ext cx="0" cy="179"/>
            </a:xfrm>
            <a:prstGeom prst="line">
              <a:avLst/>
            </a:prstGeom>
            <a:noFill/>
            <a:ln w="12700">
              <a:solidFill>
                <a:schemeClr val="bg2"/>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461" name="Line 17"/>
            <p:cNvSpPr>
              <a:spLocks noChangeShapeType="1"/>
            </p:cNvSpPr>
            <p:nvPr/>
          </p:nvSpPr>
          <p:spPr bwMode="auto">
            <a:xfrm>
              <a:off x="1643" y="2721"/>
              <a:ext cx="0" cy="180"/>
            </a:xfrm>
            <a:prstGeom prst="line">
              <a:avLst/>
            </a:prstGeom>
            <a:noFill/>
            <a:ln w="12700">
              <a:solidFill>
                <a:schemeClr val="bg2"/>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462" name="AutoShape 18"/>
            <p:cNvSpPr>
              <a:spLocks noChangeArrowheads="1"/>
            </p:cNvSpPr>
            <p:nvPr/>
          </p:nvSpPr>
          <p:spPr bwMode="auto">
            <a:xfrm>
              <a:off x="1383" y="3333"/>
              <a:ext cx="585" cy="238"/>
            </a:xfrm>
            <a:prstGeom prst="roundRect">
              <a:avLst>
                <a:gd name="adj" fmla="val 16667"/>
              </a:avLst>
            </a:prstGeom>
            <a:noFill/>
            <a:ln w="12700">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fontAlgn="ctr" hangingPunct="1">
                <a:lnSpc>
                  <a:spcPct val="90000"/>
                </a:lnSpc>
                <a:buClrTx/>
                <a:buFontTx/>
                <a:buNone/>
              </a:pPr>
              <a:r>
                <a:rPr kumimoji="1" lang="zh-CN" altLang="en-US" sz="1400" b="1">
                  <a:solidFill>
                    <a:schemeClr val="bg2"/>
                  </a:solidFill>
                  <a:latin typeface="宋体" panose="02010600030101010101" pitchFamily="2" charset="-122"/>
                </a:rPr>
                <a:t>取货</a:t>
              </a:r>
            </a:p>
          </p:txBody>
        </p:sp>
        <p:sp>
          <p:nvSpPr>
            <p:cNvPr id="61463" name="AutoShape 19"/>
            <p:cNvSpPr>
              <a:spLocks noChangeArrowheads="1"/>
            </p:cNvSpPr>
            <p:nvPr/>
          </p:nvSpPr>
          <p:spPr bwMode="auto">
            <a:xfrm>
              <a:off x="3854" y="2752"/>
              <a:ext cx="585" cy="237"/>
            </a:xfrm>
            <a:prstGeom prst="roundRect">
              <a:avLst>
                <a:gd name="adj" fmla="val 16667"/>
              </a:avLst>
            </a:prstGeom>
            <a:noFill/>
            <a:ln w="12700">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fontAlgn="ctr" hangingPunct="1">
                <a:lnSpc>
                  <a:spcPct val="90000"/>
                </a:lnSpc>
                <a:buClrTx/>
                <a:buFontTx/>
                <a:buNone/>
              </a:pPr>
              <a:r>
                <a:rPr kumimoji="1" lang="zh-CN" altLang="en-US" sz="1400" b="1">
                  <a:solidFill>
                    <a:schemeClr val="bg2"/>
                  </a:solidFill>
                  <a:latin typeface="宋体" panose="02010600030101010101" pitchFamily="2" charset="-122"/>
                </a:rPr>
                <a:t>提货</a:t>
              </a:r>
            </a:p>
          </p:txBody>
        </p:sp>
        <p:sp>
          <p:nvSpPr>
            <p:cNvPr id="61464" name="AutoShape 20"/>
            <p:cNvSpPr>
              <a:spLocks noChangeArrowheads="1"/>
            </p:cNvSpPr>
            <p:nvPr/>
          </p:nvSpPr>
          <p:spPr bwMode="auto">
            <a:xfrm>
              <a:off x="2668" y="2752"/>
              <a:ext cx="585" cy="237"/>
            </a:xfrm>
            <a:prstGeom prst="roundRect">
              <a:avLst>
                <a:gd name="adj" fmla="val 16667"/>
              </a:avLst>
            </a:prstGeom>
            <a:noFill/>
            <a:ln w="12700">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fontAlgn="ctr" hangingPunct="1">
                <a:lnSpc>
                  <a:spcPct val="90000"/>
                </a:lnSpc>
                <a:buClrTx/>
                <a:buFontTx/>
                <a:buNone/>
              </a:pPr>
              <a:r>
                <a:rPr kumimoji="1" lang="zh-CN" altLang="en-US" sz="1400" b="1">
                  <a:solidFill>
                    <a:schemeClr val="bg2"/>
                  </a:solidFill>
                  <a:latin typeface="宋体" panose="02010600030101010101" pitchFamily="2" charset="-122"/>
                </a:rPr>
                <a:t>开订单</a:t>
              </a:r>
            </a:p>
          </p:txBody>
        </p:sp>
        <p:sp>
          <p:nvSpPr>
            <p:cNvPr id="61465" name="AutoShape 21"/>
            <p:cNvSpPr>
              <a:spLocks noChangeArrowheads="1"/>
            </p:cNvSpPr>
            <p:nvPr/>
          </p:nvSpPr>
          <p:spPr bwMode="auto">
            <a:xfrm>
              <a:off x="2684" y="3317"/>
              <a:ext cx="584" cy="239"/>
            </a:xfrm>
            <a:prstGeom prst="roundRect">
              <a:avLst>
                <a:gd name="adj" fmla="val 16667"/>
              </a:avLst>
            </a:prstGeom>
            <a:noFill/>
            <a:ln w="12700">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fontAlgn="ctr" hangingPunct="1">
                <a:lnSpc>
                  <a:spcPct val="90000"/>
                </a:lnSpc>
                <a:buClrTx/>
                <a:buFontTx/>
                <a:buNone/>
              </a:pPr>
              <a:r>
                <a:rPr kumimoji="1" lang="zh-CN" altLang="en-US" sz="1400" b="1">
                  <a:solidFill>
                    <a:schemeClr val="bg2"/>
                  </a:solidFill>
                  <a:latin typeface="宋体" panose="02010600030101010101" pitchFamily="2" charset="-122"/>
                </a:rPr>
                <a:t>供货</a:t>
              </a:r>
            </a:p>
          </p:txBody>
        </p:sp>
        <p:sp>
          <p:nvSpPr>
            <p:cNvPr id="533526" name="AutoShape 22"/>
            <p:cNvSpPr>
              <a:spLocks noChangeArrowheads="1"/>
            </p:cNvSpPr>
            <p:nvPr/>
          </p:nvSpPr>
          <p:spPr bwMode="auto">
            <a:xfrm>
              <a:off x="1576" y="3737"/>
              <a:ext cx="131" cy="119"/>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noFill/>
            <a:ln w="6350">
              <a:solidFill>
                <a:schemeClr val="bg2"/>
              </a:solidFill>
              <a:round/>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ctr" hangingPunct="1">
                <a:lnSpc>
                  <a:spcPct val="90000"/>
                </a:lnSpc>
                <a:spcBef>
                  <a:spcPct val="20000"/>
                </a:spcBef>
                <a:defRPr/>
              </a:pPr>
              <a:endParaRPr kumimoji="1" lang="zh-CN" altLang="zh-CN" sz="2000" b="1">
                <a:solidFill>
                  <a:schemeClr val="bg2"/>
                </a:solidFill>
                <a:effectLst>
                  <a:outerShdw blurRad="38100" dist="38100" dir="2700000" algn="tl">
                    <a:srgbClr val="C0C0C0"/>
                  </a:outerShdw>
                </a:effectLst>
                <a:latin typeface="宋体" pitchFamily="2" charset="-122"/>
              </a:endParaRPr>
            </a:p>
          </p:txBody>
        </p:sp>
        <p:sp>
          <p:nvSpPr>
            <p:cNvPr id="61467" name="Line 23"/>
            <p:cNvSpPr>
              <a:spLocks noChangeShapeType="1"/>
            </p:cNvSpPr>
            <p:nvPr/>
          </p:nvSpPr>
          <p:spPr bwMode="auto">
            <a:xfrm>
              <a:off x="1643" y="3154"/>
              <a:ext cx="0" cy="179"/>
            </a:xfrm>
            <a:prstGeom prst="line">
              <a:avLst/>
            </a:prstGeom>
            <a:noFill/>
            <a:ln w="12700">
              <a:solidFill>
                <a:schemeClr val="bg2"/>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468" name="Line 24"/>
            <p:cNvSpPr>
              <a:spLocks noChangeShapeType="1"/>
            </p:cNvSpPr>
            <p:nvPr/>
          </p:nvSpPr>
          <p:spPr bwMode="auto">
            <a:xfrm>
              <a:off x="1643" y="3571"/>
              <a:ext cx="0" cy="179"/>
            </a:xfrm>
            <a:prstGeom prst="line">
              <a:avLst/>
            </a:prstGeom>
            <a:noFill/>
            <a:ln w="12700">
              <a:solidFill>
                <a:schemeClr val="bg2"/>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469" name="Line 25"/>
            <p:cNvSpPr>
              <a:spLocks noChangeShapeType="1"/>
            </p:cNvSpPr>
            <p:nvPr/>
          </p:nvSpPr>
          <p:spPr bwMode="auto">
            <a:xfrm>
              <a:off x="1968" y="2736"/>
              <a:ext cx="716" cy="179"/>
            </a:xfrm>
            <a:prstGeom prst="line">
              <a:avLst/>
            </a:prstGeom>
            <a:noFill/>
            <a:ln w="19050">
              <a:solidFill>
                <a:schemeClr val="bg2"/>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470" name="Line 26"/>
            <p:cNvSpPr>
              <a:spLocks noChangeShapeType="1"/>
            </p:cNvSpPr>
            <p:nvPr/>
          </p:nvSpPr>
          <p:spPr bwMode="auto">
            <a:xfrm>
              <a:off x="2537" y="3154"/>
              <a:ext cx="862" cy="0"/>
            </a:xfrm>
            <a:prstGeom prst="line">
              <a:avLst/>
            </a:prstGeom>
            <a:noFill/>
            <a:ln w="28575">
              <a:solidFill>
                <a:srgbClr val="99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471" name="Line 27"/>
            <p:cNvSpPr>
              <a:spLocks noChangeShapeType="1"/>
            </p:cNvSpPr>
            <p:nvPr/>
          </p:nvSpPr>
          <p:spPr bwMode="auto">
            <a:xfrm>
              <a:off x="2944" y="3154"/>
              <a:ext cx="0" cy="179"/>
            </a:xfrm>
            <a:prstGeom prst="line">
              <a:avLst/>
            </a:prstGeom>
            <a:noFill/>
            <a:ln w="12700">
              <a:solidFill>
                <a:schemeClr val="bg2"/>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472" name="Line 28"/>
            <p:cNvSpPr>
              <a:spLocks noChangeShapeType="1"/>
            </p:cNvSpPr>
            <p:nvPr/>
          </p:nvSpPr>
          <p:spPr bwMode="auto">
            <a:xfrm flipH="1">
              <a:off x="1968" y="3453"/>
              <a:ext cx="716" cy="0"/>
            </a:xfrm>
            <a:prstGeom prst="line">
              <a:avLst/>
            </a:prstGeom>
            <a:noFill/>
            <a:ln w="19050">
              <a:solidFill>
                <a:schemeClr val="bg2"/>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473" name="Line 29"/>
            <p:cNvSpPr>
              <a:spLocks noChangeShapeType="1"/>
            </p:cNvSpPr>
            <p:nvPr/>
          </p:nvSpPr>
          <p:spPr bwMode="auto">
            <a:xfrm>
              <a:off x="3268" y="2870"/>
              <a:ext cx="586" cy="0"/>
            </a:xfrm>
            <a:prstGeom prst="line">
              <a:avLst/>
            </a:prstGeom>
            <a:noFill/>
            <a:ln w="19050">
              <a:solidFill>
                <a:schemeClr val="bg2"/>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474" name="Line 30"/>
            <p:cNvSpPr>
              <a:spLocks noChangeShapeType="1"/>
            </p:cNvSpPr>
            <p:nvPr/>
          </p:nvSpPr>
          <p:spPr bwMode="auto">
            <a:xfrm>
              <a:off x="1991" y="2974"/>
              <a:ext cx="803" cy="127"/>
            </a:xfrm>
            <a:prstGeom prst="line">
              <a:avLst/>
            </a:prstGeom>
            <a:noFill/>
            <a:ln w="19050">
              <a:solidFill>
                <a:schemeClr val="bg2"/>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475" name="Line 31"/>
            <p:cNvSpPr>
              <a:spLocks noChangeShapeType="1"/>
            </p:cNvSpPr>
            <p:nvPr/>
          </p:nvSpPr>
          <p:spPr bwMode="auto">
            <a:xfrm flipH="1">
              <a:off x="3205" y="2930"/>
              <a:ext cx="649" cy="179"/>
            </a:xfrm>
            <a:prstGeom prst="line">
              <a:avLst/>
            </a:prstGeom>
            <a:noFill/>
            <a:ln w="19050">
              <a:solidFill>
                <a:schemeClr val="bg2"/>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1476" name="AutoShape 32"/>
            <p:cNvSpPr>
              <a:spLocks noChangeArrowheads="1"/>
            </p:cNvSpPr>
            <p:nvPr/>
          </p:nvSpPr>
          <p:spPr bwMode="auto">
            <a:xfrm>
              <a:off x="1701" y="1998"/>
              <a:ext cx="114" cy="105"/>
            </a:xfrm>
            <a:prstGeom prst="flowChartConnector">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grpSp>
      <p:sp>
        <p:nvSpPr>
          <p:cNvPr id="61450" name="Oval 33">
            <a:hlinkClick r:id="" action="ppaction://hlinkshowjump?jump=previousslide"/>
          </p:cNvPr>
          <p:cNvSpPr>
            <a:spLocks noChangeArrowheads="1"/>
          </p:cNvSpPr>
          <p:nvPr/>
        </p:nvSpPr>
        <p:spPr bwMode="auto">
          <a:xfrm>
            <a:off x="6356350" y="6365875"/>
            <a:ext cx="762000" cy="381000"/>
          </a:xfrm>
          <a:prstGeom prst="ellipse">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round/>
                <a:headEnd/>
                <a:tailEnd/>
              </a14:hiddenLine>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61451" name="Oval 34">
            <a:hlinkClick r:id="" action="ppaction://hlinkshowjump?jump=nextslide"/>
          </p:cNvPr>
          <p:cNvSpPr>
            <a:spLocks noChangeArrowheads="1"/>
          </p:cNvSpPr>
          <p:nvPr/>
        </p:nvSpPr>
        <p:spPr bwMode="auto">
          <a:xfrm>
            <a:off x="7245350" y="6365875"/>
            <a:ext cx="762000" cy="381000"/>
          </a:xfrm>
          <a:prstGeom prst="ellipse">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round/>
                <a:headEnd/>
                <a:tailEnd/>
              </a14:hiddenLine>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61452" name="Oval 35">
            <a:hlinkClick r:id="" action="ppaction://hlinkshowjump?jump=firstslide"/>
          </p:cNvPr>
          <p:cNvSpPr>
            <a:spLocks noChangeArrowheads="1"/>
          </p:cNvSpPr>
          <p:nvPr/>
        </p:nvSpPr>
        <p:spPr bwMode="auto">
          <a:xfrm>
            <a:off x="8137525" y="6370638"/>
            <a:ext cx="762000" cy="381000"/>
          </a:xfrm>
          <a:prstGeom prst="ellipse">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round/>
                <a:headEnd/>
                <a:tailEnd/>
              </a14:hiddenLine>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Tree>
  </p:cSld>
  <p:clrMapOvr>
    <a:masterClrMapping/>
  </p:clrMapOvr>
  <p:transition advClick="0">
    <p:wheel spokes="8"/>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3350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3509" grpId="0"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日期占位符 1"/>
          <p:cNvSpPr>
            <a:spLocks noGrp="1"/>
          </p:cNvSpPr>
          <p:nvPr>
            <p:ph type="dt" sz="quarter" idx="10"/>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656B4FA6-93B0-44E4-A2AB-EE9DD456DC11}" type="datetime8">
              <a:rPr lang="zh-CN" altLang="en-US" sz="1400" smtClean="0"/>
              <a:pPr>
                <a:spcBef>
                  <a:spcPct val="0"/>
                </a:spcBef>
                <a:buClrTx/>
                <a:buFontTx/>
                <a:buNone/>
              </a:pPr>
              <a:t>2020年5月12日3时0分</a:t>
            </a:fld>
            <a:endParaRPr lang="en-US" altLang="zh-CN" sz="1400" smtClean="0"/>
          </a:p>
        </p:txBody>
      </p:sp>
      <p:sp>
        <p:nvSpPr>
          <p:cNvPr id="62467" name="灯片编号占位符 3"/>
          <p:cNvSpPr>
            <a:spLocks noGrp="1"/>
          </p:cNvSpPr>
          <p:nvPr>
            <p:ph type="sldNum" sz="quarter" idx="12"/>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42C18B76-03C1-4870-9AAE-99DA358DA5FD}" type="slidenum">
              <a:rPr lang="en-US" altLang="zh-CN" sz="1400" smtClean="0"/>
              <a:pPr>
                <a:spcBef>
                  <a:spcPct val="0"/>
                </a:spcBef>
                <a:buClrTx/>
                <a:buFontTx/>
                <a:buNone/>
              </a:pPr>
              <a:t>47</a:t>
            </a:fld>
            <a:endParaRPr lang="en-US" altLang="zh-CN" sz="1400" smtClean="0"/>
          </a:p>
        </p:txBody>
      </p:sp>
      <p:sp>
        <p:nvSpPr>
          <p:cNvPr id="62468" name="Rectangle 3"/>
          <p:cNvSpPr>
            <a:spLocks noGrp="1" noRot="1" noChangeArrowheads="1"/>
          </p:cNvSpPr>
          <p:nvPr>
            <p:ph type="title" idx="4294967295"/>
          </p:nvPr>
        </p:nvSpPr>
        <p:spPr>
          <a:xfrm>
            <a:off x="6896100" y="0"/>
            <a:ext cx="2247900" cy="247650"/>
          </a:xfrm>
        </p:spPr>
        <p:txBody>
          <a:bodyPr/>
          <a:lstStyle/>
          <a:p>
            <a:pPr algn="r" eaLnBrk="1" hangingPunct="1"/>
            <a:r>
              <a:rPr lang="zh-CN" altLang="en-US" sz="800" smtClean="0">
                <a:solidFill>
                  <a:srgbClr val="022D98"/>
                </a:solidFill>
              </a:rPr>
              <a:t>活动图的模型元素：</a:t>
            </a:r>
          </a:p>
        </p:txBody>
      </p:sp>
      <p:sp>
        <p:nvSpPr>
          <p:cNvPr id="62469" name="Text Box 4"/>
          <p:cNvSpPr txBox="1">
            <a:spLocks noChangeArrowheads="1"/>
          </p:cNvSpPr>
          <p:nvPr/>
        </p:nvSpPr>
        <p:spPr bwMode="auto">
          <a:xfrm>
            <a:off x="3203575" y="6237288"/>
            <a:ext cx="28003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FontTx/>
              <a:buNone/>
            </a:pPr>
            <a:r>
              <a:rPr kumimoji="1" lang="zh-CN" altLang="en-US" sz="1800">
                <a:latin typeface="宋体" panose="02010600030101010101" pitchFamily="2" charset="-122"/>
              </a:rPr>
              <a:t>泳道</a:t>
            </a:r>
          </a:p>
        </p:txBody>
      </p:sp>
      <p:sp>
        <p:nvSpPr>
          <p:cNvPr id="534533" name="Text Box 5"/>
          <p:cNvSpPr txBox="1">
            <a:spLocks noChangeArrowheads="1"/>
          </p:cNvSpPr>
          <p:nvPr/>
        </p:nvSpPr>
        <p:spPr bwMode="auto">
          <a:xfrm>
            <a:off x="455613" y="341313"/>
            <a:ext cx="8374062" cy="2428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defRPr/>
            </a:pPr>
            <a:r>
              <a:rPr kumimoji="1" lang="en-US" altLang="zh-CN" sz="2400" b="1">
                <a:solidFill>
                  <a:schemeClr val="tx2"/>
                </a:solidFill>
                <a:effectLst>
                  <a:outerShdw blurRad="38100" dist="38100" dir="2700000" algn="tl">
                    <a:srgbClr val="C0C0C0"/>
                  </a:outerShdw>
                </a:effectLst>
                <a:latin typeface="Times New Roman" pitchFamily="18" charset="0"/>
                <a:ea typeface="楷体_GB2312" pitchFamily="49" charset="-122"/>
              </a:rPr>
              <a:t>3</a:t>
            </a:r>
            <a:r>
              <a:rPr kumimoji="1" lang="zh-CN" altLang="en-US" sz="2400" b="1">
                <a:solidFill>
                  <a:schemeClr val="tx2"/>
                </a:solidFill>
                <a:effectLst>
                  <a:outerShdw blurRad="38100" dist="38100" dir="2700000" algn="tl">
                    <a:srgbClr val="C0C0C0"/>
                  </a:outerShdw>
                </a:effectLst>
                <a:latin typeface="Times New Roman" pitchFamily="18" charset="0"/>
                <a:ea typeface="楷体_GB2312" pitchFamily="49" charset="-122"/>
              </a:rPr>
              <a:t>、</a:t>
            </a:r>
            <a:r>
              <a:rPr kumimoji="1" lang="zh-CN" altLang="en-US" sz="2400" b="1">
                <a:solidFill>
                  <a:schemeClr val="tx2"/>
                </a:solidFill>
                <a:effectLst>
                  <a:outerShdw blurRad="38100" dist="38100" dir="2700000" algn="tl">
                    <a:srgbClr val="C0C0C0"/>
                  </a:outerShdw>
                </a:effectLst>
                <a:latin typeface="宋体" pitchFamily="2" charset="-122"/>
                <a:ea typeface="楷体_GB2312" pitchFamily="49" charset="-122"/>
              </a:rPr>
              <a:t>泳道</a:t>
            </a:r>
            <a:endParaRPr kumimoji="1" lang="zh-CN" altLang="en-US" sz="2400" b="1">
              <a:solidFill>
                <a:schemeClr val="tx2"/>
              </a:solidFill>
              <a:effectLst>
                <a:outerShdw blurRad="38100" dist="38100" dir="2700000" algn="tl">
                  <a:srgbClr val="C0C0C0"/>
                </a:outerShdw>
              </a:effectLst>
              <a:latin typeface="Times New Roman" pitchFamily="18" charset="0"/>
              <a:ea typeface="楷体_GB2312" pitchFamily="49" charset="-122"/>
            </a:endParaRPr>
          </a:p>
          <a:p>
            <a:pPr eaLnBrk="1" hangingPunct="1">
              <a:spcBef>
                <a:spcPct val="20000"/>
              </a:spcBef>
              <a:defRPr/>
            </a:pPr>
            <a:r>
              <a:rPr kumimoji="1" lang="zh-CN" altLang="en-US" sz="2400" b="1">
                <a:latin typeface="Times New Roman" pitchFamily="18" charset="0"/>
                <a:ea typeface="楷体_GB2312" pitchFamily="49" charset="-122"/>
              </a:rPr>
              <a:t>　　</a:t>
            </a:r>
            <a:r>
              <a:rPr kumimoji="1" lang="zh-CN" altLang="en-US" sz="2400" b="1">
                <a:latin typeface="楷体_GB2312" pitchFamily="49" charset="-122"/>
                <a:ea typeface="楷体_GB2312" pitchFamily="49" charset="-122"/>
              </a:rPr>
              <a:t>泳道进一步描述完成活动的对象，并聚合一组活动。活动图是另一种描述交互的方式，描述采取何种动作，做什么（对象状态改变），何时发生（动作序列），以及在何处发生（泳道）。</a:t>
            </a:r>
          </a:p>
          <a:p>
            <a:pPr eaLnBrk="1" hangingPunct="1">
              <a:spcBef>
                <a:spcPct val="20000"/>
              </a:spcBef>
              <a:defRPr/>
            </a:pPr>
            <a:r>
              <a:rPr kumimoji="1" lang="zh-CN" altLang="en-US" sz="2400" b="1">
                <a:latin typeface="楷体_GB2312" pitchFamily="49" charset="-122"/>
                <a:ea typeface="楷体_GB2312" pitchFamily="49" charset="-122"/>
              </a:rPr>
              <a:t>　　泳道也是一种分组机制。</a:t>
            </a:r>
          </a:p>
        </p:txBody>
      </p:sp>
      <p:grpSp>
        <p:nvGrpSpPr>
          <p:cNvPr id="62471" name="Group 6"/>
          <p:cNvGrpSpPr>
            <a:grpSpLocks/>
          </p:cNvGrpSpPr>
          <p:nvPr/>
        </p:nvGrpSpPr>
        <p:grpSpPr bwMode="auto">
          <a:xfrm>
            <a:off x="1835150" y="2852738"/>
            <a:ext cx="5470525" cy="3336925"/>
            <a:chOff x="1188" y="1827"/>
            <a:chExt cx="3446" cy="2102"/>
          </a:xfrm>
        </p:grpSpPr>
        <p:grpSp>
          <p:nvGrpSpPr>
            <p:cNvPr id="62475" name="Group 7"/>
            <p:cNvGrpSpPr>
              <a:grpSpLocks/>
            </p:cNvGrpSpPr>
            <p:nvPr/>
          </p:nvGrpSpPr>
          <p:grpSpPr bwMode="auto">
            <a:xfrm>
              <a:off x="1188" y="1827"/>
              <a:ext cx="3446" cy="2102"/>
              <a:chOff x="3072" y="2160"/>
              <a:chExt cx="2266" cy="1584"/>
            </a:xfrm>
          </p:grpSpPr>
          <p:sp>
            <p:nvSpPr>
              <p:cNvPr id="62477" name="Line 8"/>
              <p:cNvSpPr>
                <a:spLocks noChangeShapeType="1"/>
              </p:cNvSpPr>
              <p:nvPr/>
            </p:nvSpPr>
            <p:spPr bwMode="auto">
              <a:xfrm>
                <a:off x="3799" y="3078"/>
                <a:ext cx="470" cy="0"/>
              </a:xfrm>
              <a:prstGeom prst="line">
                <a:avLst/>
              </a:prstGeom>
              <a:noFill/>
              <a:ln w="76200">
                <a:solidFill>
                  <a:srgbClr val="0066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a:p>
            </p:txBody>
          </p:sp>
          <p:sp>
            <p:nvSpPr>
              <p:cNvPr id="62478" name="Rectangle 9"/>
              <p:cNvSpPr>
                <a:spLocks noChangeArrowheads="1"/>
              </p:cNvSpPr>
              <p:nvPr/>
            </p:nvSpPr>
            <p:spPr bwMode="auto">
              <a:xfrm>
                <a:off x="3072" y="2171"/>
                <a:ext cx="2256" cy="1573"/>
              </a:xfrm>
              <a:prstGeom prst="rect">
                <a:avLst/>
              </a:prstGeom>
              <a:solidFill>
                <a:srgbClr val="FFFFCC"/>
              </a:solidFill>
              <a:ln w="28575">
                <a:solidFill>
                  <a:srgbClr val="FFBA55"/>
                </a:solidFill>
                <a:miter lim="800000"/>
                <a:headEnd/>
                <a:tailEnd/>
              </a:ln>
              <a:effectLst>
                <a:outerShdw dist="35921" dir="2700000" algn="ctr" rotWithShape="0">
                  <a:schemeClr val="bg2"/>
                </a:outerShdw>
              </a:effec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62479" name="Line 10"/>
              <p:cNvSpPr>
                <a:spLocks noChangeShapeType="1"/>
              </p:cNvSpPr>
              <p:nvPr/>
            </p:nvSpPr>
            <p:spPr bwMode="auto">
              <a:xfrm>
                <a:off x="3840" y="2160"/>
                <a:ext cx="0" cy="1573"/>
              </a:xfrm>
              <a:prstGeom prst="line">
                <a:avLst/>
              </a:prstGeom>
              <a:noFill/>
              <a:ln w="28575">
                <a:solidFill>
                  <a:srgbClr val="FFBA55"/>
                </a:solidFill>
                <a:round/>
                <a:headEnd/>
                <a:tailEnd/>
              </a:ln>
              <a:effectLst>
                <a:outerShdw dist="28398" dir="3806097"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62480" name="Line 11"/>
              <p:cNvSpPr>
                <a:spLocks noChangeShapeType="1"/>
              </p:cNvSpPr>
              <p:nvPr/>
            </p:nvSpPr>
            <p:spPr bwMode="auto">
              <a:xfrm>
                <a:off x="4611" y="2171"/>
                <a:ext cx="0" cy="1573"/>
              </a:xfrm>
              <a:prstGeom prst="line">
                <a:avLst/>
              </a:prstGeom>
              <a:noFill/>
              <a:ln w="28575">
                <a:solidFill>
                  <a:srgbClr val="FFBA55"/>
                </a:solidFill>
                <a:round/>
                <a:headEnd/>
                <a:tailEnd/>
              </a:ln>
              <a:effectLst>
                <a:outerShdw dist="28398" dir="3806097"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62481" name="Text Box 12"/>
              <p:cNvSpPr txBox="1">
                <a:spLocks noChangeArrowheads="1"/>
              </p:cNvSpPr>
              <p:nvPr/>
            </p:nvSpPr>
            <p:spPr bwMode="auto">
              <a:xfrm>
                <a:off x="3243" y="2160"/>
                <a:ext cx="2095" cy="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fontAlgn="ctr" hangingPunct="1">
                  <a:lnSpc>
                    <a:spcPct val="90000"/>
                  </a:lnSpc>
                  <a:spcBef>
                    <a:spcPct val="50000"/>
                  </a:spcBef>
                  <a:buClrTx/>
                  <a:buFontTx/>
                  <a:buNone/>
                </a:pPr>
                <a:r>
                  <a:rPr kumimoji="1" lang="zh-CN" altLang="en-US" sz="1400" b="1">
                    <a:solidFill>
                      <a:schemeClr val="bg2"/>
                    </a:solidFill>
                    <a:latin typeface="宋体" panose="02010600030101010101" pitchFamily="2" charset="-122"/>
                  </a:rPr>
                  <a:t>顾　客　　　     　    售　货              库  房</a:t>
                </a:r>
              </a:p>
            </p:txBody>
          </p:sp>
          <p:sp>
            <p:nvSpPr>
              <p:cNvPr id="62482" name="Text Box 13"/>
              <p:cNvSpPr txBox="1">
                <a:spLocks noChangeArrowheads="1"/>
              </p:cNvSpPr>
              <p:nvPr/>
            </p:nvSpPr>
            <p:spPr bwMode="auto">
              <a:xfrm>
                <a:off x="3286" y="2261"/>
                <a:ext cx="342" cy="122"/>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28575">
                    <a:solidFill>
                      <a:srgbClr val="FFBA55"/>
                    </a:solidFill>
                    <a:miter lim="800000"/>
                    <a:headEnd/>
                    <a:tailEnd/>
                  </a14:hiddenLine>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fontAlgn="ctr" hangingPunct="1">
                  <a:lnSpc>
                    <a:spcPct val="90000"/>
                  </a:lnSpc>
                  <a:spcBef>
                    <a:spcPct val="50000"/>
                  </a:spcBef>
                  <a:buClrTx/>
                  <a:buFontTx/>
                  <a:buNone/>
                </a:pPr>
                <a:r>
                  <a:rPr kumimoji="1" lang="en-US" altLang="zh-CN" sz="1200" b="1">
                    <a:solidFill>
                      <a:schemeClr val="bg2"/>
                    </a:solidFill>
                    <a:latin typeface="宋体" panose="02010600030101010101" pitchFamily="2" charset="-122"/>
                  </a:rPr>
                  <a:t>●</a:t>
                </a:r>
              </a:p>
            </p:txBody>
          </p:sp>
          <p:sp>
            <p:nvSpPr>
              <p:cNvPr id="62483" name="Line 14"/>
              <p:cNvSpPr>
                <a:spLocks noChangeShapeType="1"/>
              </p:cNvSpPr>
              <p:nvPr/>
            </p:nvSpPr>
            <p:spPr bwMode="auto">
              <a:xfrm>
                <a:off x="3444" y="2352"/>
                <a:ext cx="0" cy="146"/>
              </a:xfrm>
              <a:prstGeom prst="line">
                <a:avLst/>
              </a:prstGeom>
              <a:noFill/>
              <a:ln w="12700">
                <a:solidFill>
                  <a:schemeClr val="bg2"/>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4543" name="AutoShape 15"/>
              <p:cNvSpPr>
                <a:spLocks noChangeArrowheads="1"/>
              </p:cNvSpPr>
              <p:nvPr/>
            </p:nvSpPr>
            <p:spPr bwMode="auto">
              <a:xfrm>
                <a:off x="3200" y="2508"/>
                <a:ext cx="513" cy="180"/>
              </a:xfrm>
              <a:prstGeom prst="roundRect">
                <a:avLst>
                  <a:gd name="adj" fmla="val 16667"/>
                </a:avLst>
              </a:prstGeom>
              <a:noFill/>
              <a:ln w="12700">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ctr" hangingPunct="1">
                  <a:lnSpc>
                    <a:spcPct val="90000"/>
                  </a:lnSpc>
                  <a:spcBef>
                    <a:spcPct val="20000"/>
                  </a:spcBef>
                  <a:defRPr/>
                </a:pPr>
                <a:r>
                  <a:rPr kumimoji="1" lang="zh-CN" altLang="en-US" sz="1400" b="1">
                    <a:solidFill>
                      <a:schemeClr val="bg2"/>
                    </a:solidFill>
                    <a:effectLst>
                      <a:outerShdw blurRad="38100" dist="38100" dir="2700000" algn="tl">
                        <a:srgbClr val="C0C0C0"/>
                      </a:outerShdw>
                    </a:effectLst>
                    <a:latin typeface="宋体" pitchFamily="2" charset="-122"/>
                  </a:rPr>
                  <a:t>请求服务</a:t>
                </a:r>
              </a:p>
            </p:txBody>
          </p:sp>
          <p:sp>
            <p:nvSpPr>
              <p:cNvPr id="62485" name="Line 16"/>
              <p:cNvSpPr>
                <a:spLocks noChangeShapeType="1"/>
              </p:cNvSpPr>
              <p:nvPr/>
            </p:nvSpPr>
            <p:spPr bwMode="auto">
              <a:xfrm>
                <a:off x="3232" y="2834"/>
                <a:ext cx="471" cy="0"/>
              </a:xfrm>
              <a:prstGeom prst="line">
                <a:avLst/>
              </a:prstGeom>
              <a:noFill/>
              <a:ln w="28575">
                <a:solidFill>
                  <a:srgbClr val="99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486" name="AutoShape 17"/>
              <p:cNvSpPr>
                <a:spLocks noChangeArrowheads="1"/>
              </p:cNvSpPr>
              <p:nvPr/>
            </p:nvSpPr>
            <p:spPr bwMode="auto">
              <a:xfrm>
                <a:off x="3190" y="2969"/>
                <a:ext cx="384" cy="180"/>
              </a:xfrm>
              <a:prstGeom prst="roundRect">
                <a:avLst>
                  <a:gd name="adj" fmla="val 16667"/>
                </a:avLst>
              </a:prstGeom>
              <a:noFill/>
              <a:ln w="12700">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fontAlgn="ctr" hangingPunct="1">
                  <a:lnSpc>
                    <a:spcPct val="90000"/>
                  </a:lnSpc>
                  <a:buClrTx/>
                  <a:buFontTx/>
                  <a:buNone/>
                </a:pPr>
                <a:r>
                  <a:rPr kumimoji="1" lang="zh-CN" altLang="en-US" sz="1400" b="1">
                    <a:solidFill>
                      <a:schemeClr val="bg2"/>
                    </a:solidFill>
                    <a:latin typeface="宋体" panose="02010600030101010101" pitchFamily="2" charset="-122"/>
                  </a:rPr>
                  <a:t>支付</a:t>
                </a:r>
              </a:p>
            </p:txBody>
          </p:sp>
          <p:sp>
            <p:nvSpPr>
              <p:cNvPr id="62487" name="Line 18"/>
              <p:cNvSpPr>
                <a:spLocks noChangeShapeType="1"/>
              </p:cNvSpPr>
              <p:nvPr/>
            </p:nvSpPr>
            <p:spPr bwMode="auto">
              <a:xfrm>
                <a:off x="3457" y="2699"/>
                <a:ext cx="0" cy="135"/>
              </a:xfrm>
              <a:prstGeom prst="line">
                <a:avLst/>
              </a:prstGeom>
              <a:noFill/>
              <a:ln w="12700">
                <a:solidFill>
                  <a:schemeClr val="bg2"/>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488" name="Line 19"/>
              <p:cNvSpPr>
                <a:spLocks noChangeShapeType="1"/>
              </p:cNvSpPr>
              <p:nvPr/>
            </p:nvSpPr>
            <p:spPr bwMode="auto">
              <a:xfrm>
                <a:off x="3371" y="2834"/>
                <a:ext cx="0" cy="135"/>
              </a:xfrm>
              <a:prstGeom prst="line">
                <a:avLst/>
              </a:prstGeom>
              <a:noFill/>
              <a:ln w="12700">
                <a:solidFill>
                  <a:schemeClr val="bg2"/>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489" name="AutoShape 20"/>
              <p:cNvSpPr>
                <a:spLocks noChangeArrowheads="1"/>
              </p:cNvSpPr>
              <p:nvPr/>
            </p:nvSpPr>
            <p:spPr bwMode="auto">
              <a:xfrm>
                <a:off x="3200" y="3295"/>
                <a:ext cx="385" cy="179"/>
              </a:xfrm>
              <a:prstGeom prst="roundRect">
                <a:avLst>
                  <a:gd name="adj" fmla="val 16667"/>
                </a:avLst>
              </a:prstGeom>
              <a:noFill/>
              <a:ln w="12700">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fontAlgn="ctr" hangingPunct="1">
                  <a:lnSpc>
                    <a:spcPct val="90000"/>
                  </a:lnSpc>
                  <a:buClrTx/>
                  <a:buFontTx/>
                  <a:buNone/>
                </a:pPr>
                <a:r>
                  <a:rPr kumimoji="1" lang="zh-CN" altLang="en-US" sz="1400" b="1">
                    <a:solidFill>
                      <a:schemeClr val="bg2"/>
                    </a:solidFill>
                    <a:latin typeface="宋体" panose="02010600030101010101" pitchFamily="2" charset="-122"/>
                  </a:rPr>
                  <a:t>取货</a:t>
                </a:r>
              </a:p>
            </p:txBody>
          </p:sp>
          <p:sp>
            <p:nvSpPr>
              <p:cNvPr id="62490" name="AutoShape 21"/>
              <p:cNvSpPr>
                <a:spLocks noChangeArrowheads="1"/>
              </p:cNvSpPr>
              <p:nvPr/>
            </p:nvSpPr>
            <p:spPr bwMode="auto">
              <a:xfrm>
                <a:off x="4825" y="2857"/>
                <a:ext cx="385" cy="179"/>
              </a:xfrm>
              <a:prstGeom prst="roundRect">
                <a:avLst>
                  <a:gd name="adj" fmla="val 16667"/>
                </a:avLst>
              </a:prstGeom>
              <a:noFill/>
              <a:ln w="12700">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fontAlgn="ctr" hangingPunct="1">
                  <a:lnSpc>
                    <a:spcPct val="90000"/>
                  </a:lnSpc>
                  <a:buClrTx/>
                  <a:buFontTx/>
                  <a:buNone/>
                </a:pPr>
                <a:r>
                  <a:rPr kumimoji="1" lang="zh-CN" altLang="en-US" sz="1400" b="1">
                    <a:solidFill>
                      <a:schemeClr val="bg2"/>
                    </a:solidFill>
                    <a:latin typeface="宋体" panose="02010600030101010101" pitchFamily="2" charset="-122"/>
                  </a:rPr>
                  <a:t>提货</a:t>
                </a:r>
              </a:p>
            </p:txBody>
          </p:sp>
          <p:sp>
            <p:nvSpPr>
              <p:cNvPr id="62491" name="AutoShape 22"/>
              <p:cNvSpPr>
                <a:spLocks noChangeArrowheads="1"/>
              </p:cNvSpPr>
              <p:nvPr/>
            </p:nvSpPr>
            <p:spPr bwMode="auto">
              <a:xfrm>
                <a:off x="4045" y="2857"/>
                <a:ext cx="385" cy="179"/>
              </a:xfrm>
              <a:prstGeom prst="roundRect">
                <a:avLst>
                  <a:gd name="adj" fmla="val 16667"/>
                </a:avLst>
              </a:prstGeom>
              <a:noFill/>
              <a:ln w="12700">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fontAlgn="ctr" hangingPunct="1">
                  <a:lnSpc>
                    <a:spcPct val="90000"/>
                  </a:lnSpc>
                  <a:buClrTx/>
                  <a:buFontTx/>
                  <a:buNone/>
                </a:pPr>
                <a:r>
                  <a:rPr kumimoji="1" lang="zh-CN" altLang="en-US" sz="1400" b="1">
                    <a:solidFill>
                      <a:schemeClr val="bg2"/>
                    </a:solidFill>
                    <a:latin typeface="宋体" panose="02010600030101010101" pitchFamily="2" charset="-122"/>
                  </a:rPr>
                  <a:t>开订单</a:t>
                </a:r>
              </a:p>
            </p:txBody>
          </p:sp>
          <p:sp>
            <p:nvSpPr>
              <p:cNvPr id="62492" name="AutoShape 23"/>
              <p:cNvSpPr>
                <a:spLocks noChangeArrowheads="1"/>
              </p:cNvSpPr>
              <p:nvPr/>
            </p:nvSpPr>
            <p:spPr bwMode="auto">
              <a:xfrm>
                <a:off x="4056" y="3283"/>
                <a:ext cx="384" cy="180"/>
              </a:xfrm>
              <a:prstGeom prst="roundRect">
                <a:avLst>
                  <a:gd name="adj" fmla="val 16667"/>
                </a:avLst>
              </a:prstGeom>
              <a:noFill/>
              <a:ln w="12700">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fontAlgn="ctr" hangingPunct="1">
                  <a:lnSpc>
                    <a:spcPct val="90000"/>
                  </a:lnSpc>
                  <a:buClrTx/>
                  <a:buFontTx/>
                  <a:buNone/>
                </a:pPr>
                <a:r>
                  <a:rPr kumimoji="1" lang="zh-CN" altLang="en-US" sz="1400" b="1">
                    <a:solidFill>
                      <a:schemeClr val="bg2"/>
                    </a:solidFill>
                    <a:latin typeface="宋体" panose="02010600030101010101" pitchFamily="2" charset="-122"/>
                  </a:rPr>
                  <a:t>供货</a:t>
                </a:r>
              </a:p>
            </p:txBody>
          </p:sp>
          <p:sp>
            <p:nvSpPr>
              <p:cNvPr id="534552" name="AutoShape 24"/>
              <p:cNvSpPr>
                <a:spLocks noChangeArrowheads="1"/>
              </p:cNvSpPr>
              <p:nvPr/>
            </p:nvSpPr>
            <p:spPr bwMode="auto">
              <a:xfrm>
                <a:off x="3327" y="3599"/>
                <a:ext cx="86" cy="90"/>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noFill/>
              <a:ln w="6350">
                <a:solidFill>
                  <a:schemeClr val="bg2"/>
                </a:solidFill>
                <a:round/>
                <a:headEnd/>
                <a:tailEnd/>
              </a:ln>
              <a:effectLst/>
              <a:extLst>
                <a:ext uri="{909E8E84-426E-40DD-AFC4-6F175D3DCCD1}">
                  <a14:hiddenFill xmlns:a14="http://schemas.microsoft.com/office/drawing/2010/main">
                    <a:solidFill>
                      <a:schemeClr val="accent2"/>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fontAlgn="ctr" hangingPunct="1">
                  <a:lnSpc>
                    <a:spcPct val="90000"/>
                  </a:lnSpc>
                  <a:spcBef>
                    <a:spcPct val="20000"/>
                  </a:spcBef>
                  <a:defRPr/>
                </a:pPr>
                <a:endParaRPr kumimoji="1" lang="zh-CN" altLang="zh-CN" sz="2000" b="1">
                  <a:solidFill>
                    <a:schemeClr val="bg2"/>
                  </a:solidFill>
                  <a:effectLst>
                    <a:outerShdw blurRad="38100" dist="38100" dir="2700000" algn="tl">
                      <a:srgbClr val="C0C0C0"/>
                    </a:outerShdw>
                  </a:effectLst>
                  <a:latin typeface="宋体" pitchFamily="2" charset="-122"/>
                </a:endParaRPr>
              </a:p>
            </p:txBody>
          </p:sp>
          <p:sp>
            <p:nvSpPr>
              <p:cNvPr id="62494" name="Line 25"/>
              <p:cNvSpPr>
                <a:spLocks noChangeShapeType="1"/>
              </p:cNvSpPr>
              <p:nvPr/>
            </p:nvSpPr>
            <p:spPr bwMode="auto">
              <a:xfrm>
                <a:off x="3371" y="3160"/>
                <a:ext cx="0" cy="135"/>
              </a:xfrm>
              <a:prstGeom prst="line">
                <a:avLst/>
              </a:prstGeom>
              <a:noFill/>
              <a:ln w="12700">
                <a:solidFill>
                  <a:schemeClr val="bg2"/>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495" name="Line 26"/>
              <p:cNvSpPr>
                <a:spLocks noChangeShapeType="1"/>
              </p:cNvSpPr>
              <p:nvPr/>
            </p:nvSpPr>
            <p:spPr bwMode="auto">
              <a:xfrm>
                <a:off x="3371" y="3474"/>
                <a:ext cx="0" cy="135"/>
              </a:xfrm>
              <a:prstGeom prst="line">
                <a:avLst/>
              </a:prstGeom>
              <a:noFill/>
              <a:ln w="12700">
                <a:solidFill>
                  <a:schemeClr val="bg2"/>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496" name="Line 27"/>
              <p:cNvSpPr>
                <a:spLocks noChangeShapeType="1"/>
              </p:cNvSpPr>
              <p:nvPr/>
            </p:nvSpPr>
            <p:spPr bwMode="auto">
              <a:xfrm>
                <a:off x="3585" y="2845"/>
                <a:ext cx="471" cy="135"/>
              </a:xfrm>
              <a:prstGeom prst="line">
                <a:avLst/>
              </a:prstGeom>
              <a:noFill/>
              <a:ln w="19050">
                <a:solidFill>
                  <a:schemeClr val="bg2"/>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497" name="Line 28"/>
              <p:cNvSpPr>
                <a:spLocks noChangeShapeType="1"/>
              </p:cNvSpPr>
              <p:nvPr/>
            </p:nvSpPr>
            <p:spPr bwMode="auto">
              <a:xfrm>
                <a:off x="3959" y="3160"/>
                <a:ext cx="567" cy="0"/>
              </a:xfrm>
              <a:prstGeom prst="line">
                <a:avLst/>
              </a:prstGeom>
              <a:noFill/>
              <a:ln w="28575">
                <a:solidFill>
                  <a:srgbClr val="9966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498" name="Line 29"/>
              <p:cNvSpPr>
                <a:spLocks noChangeShapeType="1"/>
              </p:cNvSpPr>
              <p:nvPr/>
            </p:nvSpPr>
            <p:spPr bwMode="auto">
              <a:xfrm>
                <a:off x="4227" y="3160"/>
                <a:ext cx="0" cy="135"/>
              </a:xfrm>
              <a:prstGeom prst="line">
                <a:avLst/>
              </a:prstGeom>
              <a:noFill/>
              <a:ln w="12700">
                <a:solidFill>
                  <a:schemeClr val="bg2"/>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499" name="Line 30"/>
              <p:cNvSpPr>
                <a:spLocks noChangeShapeType="1"/>
              </p:cNvSpPr>
              <p:nvPr/>
            </p:nvSpPr>
            <p:spPr bwMode="auto">
              <a:xfrm flipH="1">
                <a:off x="3585" y="3385"/>
                <a:ext cx="471" cy="0"/>
              </a:xfrm>
              <a:prstGeom prst="line">
                <a:avLst/>
              </a:prstGeom>
              <a:noFill/>
              <a:ln w="19050">
                <a:solidFill>
                  <a:schemeClr val="bg2"/>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500" name="Line 31"/>
              <p:cNvSpPr>
                <a:spLocks noChangeShapeType="1"/>
              </p:cNvSpPr>
              <p:nvPr/>
            </p:nvSpPr>
            <p:spPr bwMode="auto">
              <a:xfrm>
                <a:off x="4440" y="2946"/>
                <a:ext cx="385" cy="0"/>
              </a:xfrm>
              <a:prstGeom prst="line">
                <a:avLst/>
              </a:prstGeom>
              <a:noFill/>
              <a:ln w="19050">
                <a:solidFill>
                  <a:schemeClr val="bg2"/>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501" name="Line 32"/>
              <p:cNvSpPr>
                <a:spLocks noChangeShapeType="1"/>
              </p:cNvSpPr>
              <p:nvPr/>
            </p:nvSpPr>
            <p:spPr bwMode="auto">
              <a:xfrm>
                <a:off x="3600" y="3024"/>
                <a:ext cx="528" cy="96"/>
              </a:xfrm>
              <a:prstGeom prst="line">
                <a:avLst/>
              </a:prstGeom>
              <a:noFill/>
              <a:ln w="19050">
                <a:solidFill>
                  <a:schemeClr val="bg2"/>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2502" name="Line 33"/>
              <p:cNvSpPr>
                <a:spLocks noChangeShapeType="1"/>
              </p:cNvSpPr>
              <p:nvPr/>
            </p:nvSpPr>
            <p:spPr bwMode="auto">
              <a:xfrm flipH="1">
                <a:off x="4398" y="2991"/>
                <a:ext cx="427" cy="135"/>
              </a:xfrm>
              <a:prstGeom prst="line">
                <a:avLst/>
              </a:prstGeom>
              <a:noFill/>
              <a:ln w="19050">
                <a:solidFill>
                  <a:schemeClr val="bg2"/>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62476" name="AutoShape 34"/>
            <p:cNvSpPr>
              <a:spLocks noChangeArrowheads="1"/>
            </p:cNvSpPr>
            <p:nvPr/>
          </p:nvSpPr>
          <p:spPr bwMode="auto">
            <a:xfrm>
              <a:off x="1701" y="1998"/>
              <a:ext cx="114" cy="105"/>
            </a:xfrm>
            <a:prstGeom prst="flowChartConnector">
              <a:avLst/>
            </a:prstGeom>
            <a:solidFill>
              <a:schemeClr val="bg2"/>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grpSp>
      <p:sp>
        <p:nvSpPr>
          <p:cNvPr id="62472" name="Oval 35">
            <a:hlinkClick r:id="" action="ppaction://hlinkshowjump?jump=previousslide"/>
          </p:cNvPr>
          <p:cNvSpPr>
            <a:spLocks noChangeArrowheads="1"/>
          </p:cNvSpPr>
          <p:nvPr/>
        </p:nvSpPr>
        <p:spPr bwMode="auto">
          <a:xfrm>
            <a:off x="6356350" y="6365875"/>
            <a:ext cx="762000" cy="381000"/>
          </a:xfrm>
          <a:prstGeom prst="ellipse">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round/>
                <a:headEnd/>
                <a:tailEnd/>
              </a14:hiddenLine>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62473" name="Oval 36">
            <a:hlinkClick r:id="" action="ppaction://hlinkshowjump?jump=nextslide"/>
          </p:cNvPr>
          <p:cNvSpPr>
            <a:spLocks noChangeArrowheads="1"/>
          </p:cNvSpPr>
          <p:nvPr/>
        </p:nvSpPr>
        <p:spPr bwMode="auto">
          <a:xfrm>
            <a:off x="7245350" y="6365875"/>
            <a:ext cx="762000" cy="381000"/>
          </a:xfrm>
          <a:prstGeom prst="ellipse">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round/>
                <a:headEnd/>
                <a:tailEnd/>
              </a14:hiddenLine>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62474" name="Oval 37">
            <a:hlinkClick r:id="" action="ppaction://hlinkshowjump?jump=firstslide"/>
          </p:cNvPr>
          <p:cNvSpPr>
            <a:spLocks noChangeArrowheads="1"/>
          </p:cNvSpPr>
          <p:nvPr/>
        </p:nvSpPr>
        <p:spPr bwMode="auto">
          <a:xfrm>
            <a:off x="8137525" y="6370638"/>
            <a:ext cx="762000" cy="381000"/>
          </a:xfrm>
          <a:prstGeom prst="ellipse">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round/>
                <a:headEnd/>
                <a:tailEnd/>
              </a14:hiddenLine>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Tree>
  </p:cSld>
  <p:clrMapOvr>
    <a:masterClrMapping/>
  </p:clrMapOvr>
  <p:transition advClick="0">
    <p:wheel spokes="8"/>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日期占位符 2"/>
          <p:cNvSpPr>
            <a:spLocks noGrp="1"/>
          </p:cNvSpPr>
          <p:nvPr>
            <p:ph type="dt" sz="quarter" idx="10"/>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2F6A9DF1-D7B0-48F7-B262-6C90FF0457E8}" type="datetime8">
              <a:rPr lang="zh-CN" altLang="en-US" sz="1400" smtClean="0"/>
              <a:pPr>
                <a:spcBef>
                  <a:spcPct val="0"/>
                </a:spcBef>
                <a:buClrTx/>
                <a:buFontTx/>
                <a:buNone/>
              </a:pPr>
              <a:t>2020年5月12日3时0分</a:t>
            </a:fld>
            <a:endParaRPr lang="en-US" altLang="zh-CN" sz="1400" smtClean="0"/>
          </a:p>
        </p:txBody>
      </p:sp>
      <p:sp>
        <p:nvSpPr>
          <p:cNvPr id="63491" name="灯片编号占位符 4"/>
          <p:cNvSpPr>
            <a:spLocks noGrp="1"/>
          </p:cNvSpPr>
          <p:nvPr>
            <p:ph type="sldNum" sz="quarter" idx="12"/>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B0B59638-EBB7-4BD4-BB6A-C12CF387DD8E}" type="slidenum">
              <a:rPr lang="en-US" altLang="zh-CN" sz="1400" smtClean="0"/>
              <a:pPr>
                <a:spcBef>
                  <a:spcPct val="0"/>
                </a:spcBef>
                <a:buClrTx/>
                <a:buFontTx/>
                <a:buNone/>
              </a:pPr>
              <a:t>48</a:t>
            </a:fld>
            <a:endParaRPr lang="en-US" altLang="zh-CN" sz="1400" smtClean="0"/>
          </a:p>
        </p:txBody>
      </p:sp>
      <p:sp>
        <p:nvSpPr>
          <p:cNvPr id="63492" name="Rectangle 2"/>
          <p:cNvSpPr>
            <a:spLocks noGrp="1" noRot="1" noChangeArrowheads="1"/>
          </p:cNvSpPr>
          <p:nvPr>
            <p:ph type="title"/>
          </p:nvPr>
        </p:nvSpPr>
        <p:spPr>
          <a:xfrm>
            <a:off x="7467600" y="0"/>
            <a:ext cx="1371600" cy="304800"/>
          </a:xfrm>
        </p:spPr>
        <p:txBody>
          <a:bodyPr/>
          <a:lstStyle/>
          <a:p>
            <a:pPr algn="l" eaLnBrk="1" hangingPunct="1"/>
            <a:r>
              <a:rPr lang="zh-CN" altLang="en-US" sz="800" smtClean="0">
                <a:solidFill>
                  <a:srgbClr val="005C5A"/>
                </a:solidFill>
                <a:latin typeface="宋体" panose="02010600030101010101" pitchFamily="2" charset="-122"/>
              </a:rPr>
              <a:t>活动图１</a:t>
            </a:r>
          </a:p>
        </p:txBody>
      </p:sp>
      <p:sp>
        <p:nvSpPr>
          <p:cNvPr id="63493" name="Rectangle 3"/>
          <p:cNvSpPr>
            <a:spLocks noChangeArrowheads="1"/>
          </p:cNvSpPr>
          <p:nvPr/>
        </p:nvSpPr>
        <p:spPr bwMode="auto">
          <a:xfrm>
            <a:off x="390525" y="838200"/>
            <a:ext cx="8375650" cy="1843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574675">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defTabSz="574675">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defTabSz="574675">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defTabSz="574675">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defTabSz="574675">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defTabSz="574675"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defTabSz="574675"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defTabSz="574675"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defTabSz="574675"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90000"/>
              </a:lnSpc>
              <a:buClrTx/>
              <a:buFontTx/>
              <a:buNone/>
            </a:pPr>
            <a:r>
              <a:rPr kumimoji="1" lang="zh-CN" altLang="en-US" sz="2400" b="1">
                <a:solidFill>
                  <a:srgbClr val="FFFFFF"/>
                </a:solidFill>
                <a:latin typeface="楷体_GB2312" pitchFamily="49" charset="-122"/>
                <a:ea typeface="楷体_GB2312" pitchFamily="49" charset="-122"/>
              </a:rPr>
              <a:t>　</a:t>
            </a:r>
            <a:r>
              <a:rPr kumimoji="1" lang="zh-CN" altLang="en-US" sz="2400" b="1">
                <a:latin typeface="楷体_GB2312" pitchFamily="49" charset="-122"/>
                <a:ea typeface="楷体_GB2312" pitchFamily="49" charset="-122"/>
              </a:rPr>
              <a:t>１、活动图中只有一个起点一个终点，表示方式和状态图一样，泳道被用来组合活动，通常根据活动的功能来组合。具体说泳道有如下目的：直接显示动作在哪一个对象中执行，或显示的是一项组织工作的哪部分。泳道用纵向矩形来表示，如图。</a:t>
            </a:r>
            <a:r>
              <a:rPr kumimoji="1" lang="zh-CN" altLang="en-US" sz="2400" b="1">
                <a:solidFill>
                  <a:srgbClr val="FFFFFF"/>
                </a:solidFill>
                <a:latin typeface="楷体_GB2312" pitchFamily="49" charset="-122"/>
                <a:ea typeface="楷体_GB2312" pitchFamily="49" charset="-122"/>
              </a:rPr>
              <a:t>	</a:t>
            </a:r>
          </a:p>
        </p:txBody>
      </p:sp>
      <p:grpSp>
        <p:nvGrpSpPr>
          <p:cNvPr id="63494" name="Group 4"/>
          <p:cNvGrpSpPr>
            <a:grpSpLocks/>
          </p:cNvGrpSpPr>
          <p:nvPr/>
        </p:nvGrpSpPr>
        <p:grpSpPr bwMode="auto">
          <a:xfrm>
            <a:off x="1397000" y="2700338"/>
            <a:ext cx="6477000" cy="3290887"/>
            <a:chOff x="880" y="1584"/>
            <a:chExt cx="4080" cy="2073"/>
          </a:xfrm>
        </p:grpSpPr>
        <p:sp>
          <p:nvSpPr>
            <p:cNvPr id="63499" name="Rectangle 5"/>
            <p:cNvSpPr>
              <a:spLocks noChangeArrowheads="1"/>
            </p:cNvSpPr>
            <p:nvPr/>
          </p:nvSpPr>
          <p:spPr bwMode="auto">
            <a:xfrm>
              <a:off x="880" y="1593"/>
              <a:ext cx="4080" cy="2064"/>
            </a:xfrm>
            <a:prstGeom prst="rect">
              <a:avLst/>
            </a:prstGeom>
            <a:noFill/>
            <a:ln w="28575">
              <a:solidFill>
                <a:srgbClr val="FFBA55"/>
              </a:solidFill>
              <a:miter lim="800000"/>
              <a:headEnd/>
              <a:tailEnd/>
            </a:ln>
            <a:effectLst>
              <a:prstShdw prst="shdw17" dist="17961" dir="2700000">
                <a:srgbClr val="997033"/>
              </a:prstShdw>
            </a:effectLst>
            <a:extLst>
              <a:ext uri="{909E8E84-426E-40DD-AFC4-6F175D3DCCD1}">
                <a14:hiddenFill xmlns:a14="http://schemas.microsoft.com/office/drawing/2010/main">
                  <a:solidFill>
                    <a:schemeClr val="accent1"/>
                  </a:solidFill>
                </a14:hiddenFill>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63500" name="AutoShape 6"/>
            <p:cNvSpPr>
              <a:spLocks noChangeArrowheads="1"/>
            </p:cNvSpPr>
            <p:nvPr/>
          </p:nvSpPr>
          <p:spPr bwMode="auto">
            <a:xfrm>
              <a:off x="1053" y="2803"/>
              <a:ext cx="826" cy="254"/>
            </a:xfrm>
            <a:prstGeom prst="roundRect">
              <a:avLst>
                <a:gd name="adj" fmla="val 16667"/>
              </a:avLst>
            </a:prstGeom>
            <a:noFill/>
            <a:ln w="28575">
              <a:solidFill>
                <a:srgbClr val="FFCC00"/>
              </a:solidFill>
              <a:round/>
              <a:headEnd/>
              <a:tailEnd/>
            </a:ln>
            <a:effectLst>
              <a:outerShdw dist="35921" dir="2700000" algn="ctr" rotWithShape="0">
                <a:srgbClr val="996633"/>
              </a:outerShdw>
            </a:effectLst>
            <a:extLst>
              <a:ext uri="{909E8E84-426E-40DD-AFC4-6F175D3DCCD1}">
                <a14:hiddenFill xmlns:a14="http://schemas.microsoft.com/office/drawing/2010/main">
                  <a:solidFill>
                    <a:schemeClr val="accent1"/>
                  </a:solidFill>
                </a14:hiddenFill>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63501" name="AutoShape 7"/>
            <p:cNvSpPr>
              <a:spLocks noChangeArrowheads="1"/>
            </p:cNvSpPr>
            <p:nvPr/>
          </p:nvSpPr>
          <p:spPr bwMode="auto">
            <a:xfrm>
              <a:off x="4104" y="2850"/>
              <a:ext cx="688" cy="222"/>
            </a:xfrm>
            <a:prstGeom prst="roundRect">
              <a:avLst>
                <a:gd name="adj" fmla="val 16667"/>
              </a:avLst>
            </a:prstGeom>
            <a:noFill/>
            <a:ln w="28575">
              <a:solidFill>
                <a:srgbClr val="FFBA55"/>
              </a:solidFill>
              <a:round/>
              <a:headEnd/>
              <a:tailEnd/>
            </a:ln>
            <a:effectLst>
              <a:outerShdw dist="35921" dir="2700000" algn="ctr" rotWithShape="0">
                <a:srgbClr val="996633"/>
              </a:outerShdw>
            </a:effectLst>
            <a:extLst>
              <a:ext uri="{909E8E84-426E-40DD-AFC4-6F175D3DCCD1}">
                <a14:hiddenFill xmlns:a14="http://schemas.microsoft.com/office/drawing/2010/main">
                  <a:solidFill>
                    <a:schemeClr val="accent1"/>
                  </a:solidFill>
                </a14:hiddenFill>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63502" name="AutoShape 8"/>
            <p:cNvSpPr>
              <a:spLocks noChangeArrowheads="1"/>
            </p:cNvSpPr>
            <p:nvPr/>
          </p:nvSpPr>
          <p:spPr bwMode="auto">
            <a:xfrm>
              <a:off x="3071" y="2187"/>
              <a:ext cx="688" cy="191"/>
            </a:xfrm>
            <a:prstGeom prst="roundRect">
              <a:avLst>
                <a:gd name="adj" fmla="val 16667"/>
              </a:avLst>
            </a:prstGeom>
            <a:noFill/>
            <a:ln w="28575">
              <a:solidFill>
                <a:srgbClr val="FFBA55"/>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63503" name="Line 9"/>
            <p:cNvSpPr>
              <a:spLocks noChangeShapeType="1"/>
            </p:cNvSpPr>
            <p:nvPr/>
          </p:nvSpPr>
          <p:spPr bwMode="auto">
            <a:xfrm>
              <a:off x="2200" y="1584"/>
              <a:ext cx="0" cy="2064"/>
            </a:xfrm>
            <a:prstGeom prst="line">
              <a:avLst/>
            </a:prstGeom>
            <a:noFill/>
            <a:ln w="28575">
              <a:solidFill>
                <a:srgbClr val="FFBA55"/>
              </a:solidFill>
              <a:round/>
              <a:headEnd/>
              <a:tailEnd/>
            </a:ln>
            <a:effectLst>
              <a:prstShdw prst="shdw17" dist="17961" dir="2700000">
                <a:srgbClr val="996633"/>
              </a:prstShdw>
            </a:effectLst>
            <a:extLst>
              <a:ext uri="{909E8E84-426E-40DD-AFC4-6F175D3DCCD1}">
                <a14:hiddenFill xmlns:a14="http://schemas.microsoft.com/office/drawing/2010/main">
                  <a:noFill/>
                </a14:hiddenFill>
              </a:ext>
            </a:extLst>
          </p:spPr>
          <p:txBody>
            <a:bodyPr/>
            <a:lstStyle/>
            <a:p>
              <a:endParaRPr lang="zh-CN" altLang="en-US"/>
            </a:p>
          </p:txBody>
        </p:sp>
        <p:sp>
          <p:nvSpPr>
            <p:cNvPr id="63504" name="Oval 10"/>
            <p:cNvSpPr>
              <a:spLocks noChangeArrowheads="1"/>
            </p:cNvSpPr>
            <p:nvPr/>
          </p:nvSpPr>
          <p:spPr bwMode="auto">
            <a:xfrm>
              <a:off x="3322" y="1648"/>
              <a:ext cx="137" cy="127"/>
            </a:xfrm>
            <a:prstGeom prst="ellipse">
              <a:avLst/>
            </a:prstGeom>
            <a:solidFill>
              <a:srgbClr val="9966FF"/>
            </a:solidFill>
            <a:ln w="28575">
              <a:solidFill>
                <a:srgbClr val="FFCC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grpSp>
          <p:nvGrpSpPr>
            <p:cNvPr id="63505" name="Group 11"/>
            <p:cNvGrpSpPr>
              <a:grpSpLocks/>
            </p:cNvGrpSpPr>
            <p:nvPr/>
          </p:nvGrpSpPr>
          <p:grpSpPr bwMode="auto">
            <a:xfrm>
              <a:off x="3312" y="3414"/>
              <a:ext cx="192" cy="186"/>
              <a:chOff x="3312" y="3414"/>
              <a:chExt cx="192" cy="222"/>
            </a:xfrm>
          </p:grpSpPr>
          <p:sp>
            <p:nvSpPr>
              <p:cNvPr id="63521" name="Oval 12"/>
              <p:cNvSpPr>
                <a:spLocks noChangeArrowheads="1"/>
              </p:cNvSpPr>
              <p:nvPr/>
            </p:nvSpPr>
            <p:spPr bwMode="auto">
              <a:xfrm>
                <a:off x="3360" y="3480"/>
                <a:ext cx="96" cy="96"/>
              </a:xfrm>
              <a:prstGeom prst="ellipse">
                <a:avLst/>
              </a:prstGeom>
              <a:solidFill>
                <a:srgbClr val="9966FF"/>
              </a:solidFill>
              <a:ln w="285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63522" name="Oval 13"/>
              <p:cNvSpPr>
                <a:spLocks noChangeArrowheads="1"/>
              </p:cNvSpPr>
              <p:nvPr/>
            </p:nvSpPr>
            <p:spPr bwMode="auto">
              <a:xfrm>
                <a:off x="3312" y="3414"/>
                <a:ext cx="192" cy="222"/>
              </a:xfrm>
              <a:prstGeom prst="ellipse">
                <a:avLst/>
              </a:prstGeom>
              <a:noFill/>
              <a:ln w="28575">
                <a:solidFill>
                  <a:srgbClr val="FFBA55"/>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grpSp>
        <p:sp>
          <p:nvSpPr>
            <p:cNvPr id="63506" name="Line 14"/>
            <p:cNvSpPr>
              <a:spLocks noChangeShapeType="1"/>
            </p:cNvSpPr>
            <p:nvPr/>
          </p:nvSpPr>
          <p:spPr bwMode="auto">
            <a:xfrm>
              <a:off x="2688" y="2640"/>
              <a:ext cx="1788" cy="0"/>
            </a:xfrm>
            <a:prstGeom prst="line">
              <a:avLst/>
            </a:prstGeom>
            <a:noFill/>
            <a:ln w="28575">
              <a:solidFill>
                <a:srgbClr val="FFBA55"/>
              </a:solidFill>
              <a:round/>
              <a:headEnd/>
              <a:tailEnd/>
            </a:ln>
            <a:effectLst>
              <a:outerShdw dist="35921" dir="2700000" algn="ctr" rotWithShape="0">
                <a:srgbClr val="996633"/>
              </a:outerShdw>
            </a:effectLst>
            <a:extLst>
              <a:ext uri="{909E8E84-426E-40DD-AFC4-6F175D3DCCD1}">
                <a14:hiddenFill xmlns:a14="http://schemas.microsoft.com/office/drawing/2010/main">
                  <a:noFill/>
                </a14:hiddenFill>
              </a:ext>
            </a:extLst>
          </p:spPr>
          <p:txBody>
            <a:bodyPr/>
            <a:lstStyle/>
            <a:p>
              <a:endParaRPr lang="zh-CN" altLang="en-US"/>
            </a:p>
          </p:txBody>
        </p:sp>
        <p:sp>
          <p:nvSpPr>
            <p:cNvPr id="63507" name="Line 15"/>
            <p:cNvSpPr>
              <a:spLocks noChangeShapeType="1"/>
            </p:cNvSpPr>
            <p:nvPr/>
          </p:nvSpPr>
          <p:spPr bwMode="auto">
            <a:xfrm>
              <a:off x="2751" y="3267"/>
              <a:ext cx="1786" cy="0"/>
            </a:xfrm>
            <a:prstGeom prst="line">
              <a:avLst/>
            </a:prstGeom>
            <a:noFill/>
            <a:ln w="28575">
              <a:solidFill>
                <a:srgbClr val="FFBA55"/>
              </a:solidFill>
              <a:round/>
              <a:headEnd/>
              <a:tailEnd/>
            </a:ln>
            <a:effectLst>
              <a:outerShdw dist="35921" dir="2700000" algn="ctr" rotWithShape="0">
                <a:srgbClr val="996633"/>
              </a:outerShdw>
            </a:effectLst>
            <a:extLst>
              <a:ext uri="{909E8E84-426E-40DD-AFC4-6F175D3DCCD1}">
                <a14:hiddenFill xmlns:a14="http://schemas.microsoft.com/office/drawing/2010/main">
                  <a:noFill/>
                </a14:hiddenFill>
              </a:ext>
            </a:extLst>
          </p:spPr>
          <p:txBody>
            <a:bodyPr/>
            <a:lstStyle/>
            <a:p>
              <a:endParaRPr lang="zh-CN" altLang="en-US"/>
            </a:p>
          </p:txBody>
        </p:sp>
        <p:sp>
          <p:nvSpPr>
            <p:cNvPr id="63508" name="Line 16"/>
            <p:cNvSpPr>
              <a:spLocks noChangeShapeType="1"/>
            </p:cNvSpPr>
            <p:nvPr/>
          </p:nvSpPr>
          <p:spPr bwMode="auto">
            <a:xfrm>
              <a:off x="3392" y="1775"/>
              <a:ext cx="0" cy="412"/>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3509" name="Line 17"/>
            <p:cNvSpPr>
              <a:spLocks noChangeShapeType="1"/>
            </p:cNvSpPr>
            <p:nvPr/>
          </p:nvSpPr>
          <p:spPr bwMode="auto">
            <a:xfrm>
              <a:off x="3393" y="2378"/>
              <a:ext cx="0" cy="286"/>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3510" name="Line 18"/>
            <p:cNvSpPr>
              <a:spLocks noChangeShapeType="1"/>
            </p:cNvSpPr>
            <p:nvPr/>
          </p:nvSpPr>
          <p:spPr bwMode="auto">
            <a:xfrm>
              <a:off x="4447" y="2664"/>
              <a:ext cx="0" cy="19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3511" name="Line 19"/>
            <p:cNvSpPr>
              <a:spLocks noChangeShapeType="1"/>
            </p:cNvSpPr>
            <p:nvPr/>
          </p:nvSpPr>
          <p:spPr bwMode="auto">
            <a:xfrm>
              <a:off x="4183" y="3076"/>
              <a:ext cx="0" cy="191"/>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3512" name="Line 20"/>
            <p:cNvSpPr>
              <a:spLocks noChangeShapeType="1"/>
            </p:cNvSpPr>
            <p:nvPr/>
          </p:nvSpPr>
          <p:spPr bwMode="auto">
            <a:xfrm>
              <a:off x="3408" y="3267"/>
              <a:ext cx="0" cy="159"/>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35573" name="Text Box 21"/>
            <p:cNvSpPr txBox="1">
              <a:spLocks noChangeArrowheads="1"/>
            </p:cNvSpPr>
            <p:nvPr/>
          </p:nvSpPr>
          <p:spPr bwMode="auto">
            <a:xfrm>
              <a:off x="1143" y="1673"/>
              <a:ext cx="64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defRPr/>
              </a:pPr>
              <a:r>
                <a:rPr kumimoji="1" lang="en-US" altLang="zh-CN" sz="1600" b="1">
                  <a:effectLst>
                    <a:outerShdw blurRad="38100" dist="38100" dir="2700000" algn="tl">
                      <a:srgbClr val="C0C0C0"/>
                    </a:outerShdw>
                  </a:effectLst>
                  <a:latin typeface="Times New Roman" pitchFamily="18" charset="0"/>
                </a:rPr>
                <a:t>Displayer</a:t>
              </a:r>
            </a:p>
          </p:txBody>
        </p:sp>
        <p:sp>
          <p:nvSpPr>
            <p:cNvPr id="535574" name="Text Box 22"/>
            <p:cNvSpPr txBox="1">
              <a:spLocks noChangeArrowheads="1"/>
            </p:cNvSpPr>
            <p:nvPr/>
          </p:nvSpPr>
          <p:spPr bwMode="auto">
            <a:xfrm>
              <a:off x="3617" y="1639"/>
              <a:ext cx="808"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defRPr/>
              </a:pPr>
              <a:r>
                <a:rPr kumimoji="1" lang="en-US" altLang="zh-CN" sz="1600" b="1">
                  <a:effectLst>
                    <a:outerShdw blurRad="38100" dist="38100" dir="2700000" algn="tl">
                      <a:srgbClr val="C0C0C0"/>
                    </a:outerShdw>
                  </a:effectLst>
                  <a:latin typeface="Times New Roman" pitchFamily="18" charset="0"/>
                </a:rPr>
                <a:t>Sampler</a:t>
              </a:r>
            </a:p>
          </p:txBody>
        </p:sp>
        <p:sp>
          <p:nvSpPr>
            <p:cNvPr id="535575" name="Text Box 23"/>
            <p:cNvSpPr txBox="1">
              <a:spLocks noChangeArrowheads="1"/>
            </p:cNvSpPr>
            <p:nvPr/>
          </p:nvSpPr>
          <p:spPr bwMode="auto">
            <a:xfrm>
              <a:off x="3386" y="1792"/>
              <a:ext cx="1309"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defRPr/>
              </a:pPr>
              <a:r>
                <a:rPr kumimoji="1" lang="en-US" altLang="zh-CN" b="1">
                  <a:effectLst>
                    <a:outerShdw blurRad="38100" dist="38100" dir="2700000" algn="tl">
                      <a:srgbClr val="C0C0C0"/>
                    </a:outerShdw>
                  </a:effectLst>
                  <a:latin typeface="Times New Roman" pitchFamily="18" charset="0"/>
                </a:rPr>
                <a:t>Sampler.Run</a:t>
              </a:r>
            </a:p>
            <a:p>
              <a:pPr algn="ctr" eaLnBrk="1" hangingPunct="1">
                <a:defRPr/>
              </a:pPr>
              <a:r>
                <a:rPr kumimoji="1" lang="en-US" altLang="zh-CN" b="1">
                  <a:effectLst>
                    <a:outerShdw blurRad="38100" dist="38100" dir="2700000" algn="tl">
                      <a:srgbClr val="C0C0C0"/>
                    </a:outerShdw>
                  </a:effectLst>
                  <a:latin typeface="Times New Roman" pitchFamily="18" charset="0"/>
                </a:rPr>
                <a:t>(channel,frequency)</a:t>
              </a:r>
            </a:p>
          </p:txBody>
        </p:sp>
        <p:sp>
          <p:nvSpPr>
            <p:cNvPr id="535576" name="Text Box 24"/>
            <p:cNvSpPr txBox="1">
              <a:spLocks noChangeArrowheads="1"/>
            </p:cNvSpPr>
            <p:nvPr/>
          </p:nvSpPr>
          <p:spPr bwMode="auto">
            <a:xfrm>
              <a:off x="1146" y="2832"/>
              <a:ext cx="63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defRPr/>
              </a:pPr>
              <a:r>
                <a:rPr kumimoji="1" lang="zh-CN" altLang="en-US" sz="1600" b="1">
                  <a:effectLst>
                    <a:outerShdw blurRad="38100" dist="38100" dir="2700000" algn="tl">
                      <a:srgbClr val="C0C0C0"/>
                    </a:outerShdw>
                  </a:effectLst>
                  <a:latin typeface="Times New Roman" pitchFamily="18" charset="0"/>
                </a:rPr>
                <a:t>更新显示</a:t>
              </a:r>
            </a:p>
          </p:txBody>
        </p:sp>
        <p:sp>
          <p:nvSpPr>
            <p:cNvPr id="535577" name="Text Box 25"/>
            <p:cNvSpPr txBox="1">
              <a:spLocks noChangeArrowheads="1"/>
            </p:cNvSpPr>
            <p:nvPr/>
          </p:nvSpPr>
          <p:spPr bwMode="auto">
            <a:xfrm>
              <a:off x="3167" y="2160"/>
              <a:ext cx="503"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defRPr/>
              </a:pPr>
              <a:r>
                <a:rPr kumimoji="1" lang="zh-CN" altLang="en-US" sz="1600" b="1">
                  <a:effectLst>
                    <a:outerShdw blurRad="38100" dist="38100" dir="2700000" algn="tl">
                      <a:srgbClr val="C0C0C0"/>
                    </a:outerShdw>
                  </a:effectLst>
                  <a:latin typeface="Times New Roman" pitchFamily="18" charset="0"/>
                </a:rPr>
                <a:t>初始化</a:t>
              </a:r>
            </a:p>
          </p:txBody>
        </p:sp>
        <p:sp>
          <p:nvSpPr>
            <p:cNvPr id="535578" name="Text Box 26"/>
            <p:cNvSpPr txBox="1">
              <a:spLocks noChangeArrowheads="1"/>
            </p:cNvSpPr>
            <p:nvPr/>
          </p:nvSpPr>
          <p:spPr bwMode="auto">
            <a:xfrm>
              <a:off x="4265" y="2860"/>
              <a:ext cx="372"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defRPr/>
              </a:pPr>
              <a:r>
                <a:rPr kumimoji="1" lang="zh-CN" altLang="en-US" sz="1600" b="1">
                  <a:effectLst>
                    <a:outerShdw blurRad="38100" dist="38100" dir="2700000" algn="tl">
                      <a:srgbClr val="C0C0C0"/>
                    </a:outerShdw>
                  </a:effectLst>
                  <a:latin typeface="Times New Roman" pitchFamily="18" charset="0"/>
                </a:rPr>
                <a:t>测量</a:t>
              </a:r>
            </a:p>
          </p:txBody>
        </p:sp>
        <p:sp>
          <p:nvSpPr>
            <p:cNvPr id="63519" name="Line 27"/>
            <p:cNvSpPr>
              <a:spLocks noChangeShapeType="1"/>
            </p:cNvSpPr>
            <p:nvPr/>
          </p:nvSpPr>
          <p:spPr bwMode="auto">
            <a:xfrm flipH="1">
              <a:off x="1872" y="2640"/>
              <a:ext cx="1440" cy="216"/>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3520" name="Line 28"/>
            <p:cNvSpPr>
              <a:spLocks noChangeShapeType="1"/>
            </p:cNvSpPr>
            <p:nvPr/>
          </p:nvSpPr>
          <p:spPr bwMode="auto">
            <a:xfrm>
              <a:off x="1872" y="3024"/>
              <a:ext cx="1536" cy="24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63495" name="Oval 31">
            <a:hlinkClick r:id="" action="ppaction://hlinkshowjump?jump=nextslide"/>
          </p:cNvPr>
          <p:cNvSpPr>
            <a:spLocks noChangeArrowheads="1"/>
          </p:cNvSpPr>
          <p:nvPr/>
        </p:nvSpPr>
        <p:spPr bwMode="auto">
          <a:xfrm>
            <a:off x="7245350" y="6365875"/>
            <a:ext cx="762000" cy="381000"/>
          </a:xfrm>
          <a:prstGeom prst="ellipse">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round/>
                <a:headEnd/>
                <a:tailEnd/>
              </a14:hiddenLine>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63496" name="Oval 32">
            <a:hlinkClick r:id="" action="ppaction://hlinkshowjump?jump=firstslide"/>
          </p:cNvPr>
          <p:cNvSpPr>
            <a:spLocks noChangeArrowheads="1"/>
          </p:cNvSpPr>
          <p:nvPr/>
        </p:nvSpPr>
        <p:spPr bwMode="auto">
          <a:xfrm>
            <a:off x="8137525" y="6356350"/>
            <a:ext cx="762000" cy="381000"/>
          </a:xfrm>
          <a:prstGeom prst="ellipse">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round/>
                <a:headEnd/>
                <a:tailEnd/>
              </a14:hiddenLine>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535585" name="Text Box 33"/>
          <p:cNvSpPr txBox="1">
            <a:spLocks noChangeArrowheads="1"/>
          </p:cNvSpPr>
          <p:nvPr/>
        </p:nvSpPr>
        <p:spPr bwMode="auto">
          <a:xfrm>
            <a:off x="681038" y="379413"/>
            <a:ext cx="50371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defRPr/>
            </a:pPr>
            <a:r>
              <a:rPr kumimoji="1" lang="zh-CN" altLang="en-US" sz="2400" b="1">
                <a:solidFill>
                  <a:schemeClr val="tx2"/>
                </a:solidFill>
                <a:effectLst>
                  <a:outerShdw blurRad="38100" dist="38100" dir="2700000" algn="tl">
                    <a:srgbClr val="C0C0C0"/>
                  </a:outerShdw>
                </a:effectLst>
                <a:latin typeface="Times New Roman" pitchFamily="18" charset="0"/>
                <a:ea typeface="楷体_GB2312" pitchFamily="49" charset="-122"/>
              </a:rPr>
              <a:t>三、活动图举例</a:t>
            </a:r>
          </a:p>
        </p:txBody>
      </p:sp>
      <p:sp>
        <p:nvSpPr>
          <p:cNvPr id="535586" name="Text Box 34"/>
          <p:cNvSpPr txBox="1">
            <a:spLocks noChangeArrowheads="1"/>
          </p:cNvSpPr>
          <p:nvPr/>
        </p:nvSpPr>
        <p:spPr bwMode="auto">
          <a:xfrm>
            <a:off x="3779838" y="6165850"/>
            <a:ext cx="240823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FontTx/>
              <a:buNone/>
            </a:pPr>
            <a:r>
              <a:rPr kumimoji="1" lang="zh-CN" altLang="en-US" sz="1600">
                <a:solidFill>
                  <a:srgbClr val="FFFFFF"/>
                </a:solidFill>
                <a:latin typeface="宋体" panose="02010600030101010101" pitchFamily="2" charset="-122"/>
              </a:rPr>
              <a:t>泳道</a:t>
            </a:r>
          </a:p>
        </p:txBody>
      </p:sp>
    </p:spTree>
  </p:cSld>
  <p:clrMapOvr>
    <a:masterClrMapping/>
  </p:clrMapOvr>
  <p:transition advClick="0">
    <p:wheel spokes="8"/>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5355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5586" grpId="0"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日期占位符 1"/>
          <p:cNvSpPr>
            <a:spLocks noGrp="1"/>
          </p:cNvSpPr>
          <p:nvPr>
            <p:ph type="dt" sz="quarter" idx="10"/>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D2C69816-FD3C-4779-961E-297065D34DD5}" type="datetime8">
              <a:rPr lang="zh-CN" altLang="en-US" sz="1400" smtClean="0"/>
              <a:pPr>
                <a:spcBef>
                  <a:spcPct val="0"/>
                </a:spcBef>
                <a:buClrTx/>
                <a:buFontTx/>
                <a:buNone/>
              </a:pPr>
              <a:t>2020年5月12日3时0分</a:t>
            </a:fld>
            <a:endParaRPr lang="en-US" altLang="zh-CN" sz="1400" smtClean="0"/>
          </a:p>
        </p:txBody>
      </p:sp>
      <p:sp>
        <p:nvSpPr>
          <p:cNvPr id="64515" name="灯片编号占位符 3"/>
          <p:cNvSpPr>
            <a:spLocks noGrp="1"/>
          </p:cNvSpPr>
          <p:nvPr>
            <p:ph type="sldNum" sz="quarter" idx="12"/>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D4D8A0F7-949B-4CEB-94C1-F4621EB9A600}" type="slidenum">
              <a:rPr lang="en-US" altLang="zh-CN" sz="1400" smtClean="0"/>
              <a:pPr>
                <a:spcBef>
                  <a:spcPct val="0"/>
                </a:spcBef>
                <a:buClrTx/>
                <a:buFontTx/>
                <a:buNone/>
              </a:pPr>
              <a:t>49</a:t>
            </a:fld>
            <a:endParaRPr lang="en-US" altLang="zh-CN" sz="1400" smtClean="0"/>
          </a:p>
        </p:txBody>
      </p:sp>
      <p:sp>
        <p:nvSpPr>
          <p:cNvPr id="536578" name="Text Box 2"/>
          <p:cNvSpPr txBox="1">
            <a:spLocks noChangeArrowheads="1"/>
          </p:cNvSpPr>
          <p:nvPr/>
        </p:nvSpPr>
        <p:spPr bwMode="auto">
          <a:xfrm>
            <a:off x="434975" y="4043363"/>
            <a:ext cx="8286750" cy="126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itchFamily="18" charset="0"/>
                <a:ea typeface="宋体" pitchFamily="2" charset="-122"/>
              </a:defRPr>
            </a:lvl1pPr>
            <a:lvl2pPr marL="762000">
              <a:defRPr kumimoji="1" sz="2400">
                <a:solidFill>
                  <a:schemeClr val="tx1"/>
                </a:solidFill>
                <a:latin typeface="Times New Roman" pitchFamily="18" charset="0"/>
                <a:ea typeface="宋体" pitchFamily="2" charset="-122"/>
              </a:defRPr>
            </a:lvl2pPr>
            <a:lvl3pPr marL="952500">
              <a:defRPr kumimoji="1" sz="2400">
                <a:solidFill>
                  <a:schemeClr val="tx1"/>
                </a:solidFill>
                <a:latin typeface="Times New Roman" pitchFamily="18" charset="0"/>
                <a:ea typeface="宋体" pitchFamily="2" charset="-122"/>
              </a:defRPr>
            </a:lvl3pPr>
            <a:lvl4pPr>
              <a:defRPr kumimoji="1" sz="2400">
                <a:solidFill>
                  <a:schemeClr val="tx1"/>
                </a:solidFill>
                <a:latin typeface="Times New Roman" pitchFamily="18" charset="0"/>
                <a:ea typeface="宋体" pitchFamily="2" charset="-122"/>
              </a:defRPr>
            </a:lvl4pPr>
            <a:lvl5pPr>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eaLnBrk="1" hangingPunct="1">
              <a:spcBef>
                <a:spcPct val="50000"/>
              </a:spcBef>
              <a:defRPr/>
            </a:pPr>
            <a:r>
              <a:rPr lang="zh-CN" altLang="en-US" b="1" smtClean="0">
                <a:solidFill>
                  <a:schemeClr val="tx2"/>
                </a:solidFill>
                <a:effectLst>
                  <a:outerShdw blurRad="38100" dist="38100" dir="2700000" algn="tl">
                    <a:srgbClr val="C0C0C0"/>
                  </a:outerShdw>
                </a:effectLst>
                <a:latin typeface="宋体" pitchFamily="2" charset="-122"/>
              </a:rPr>
              <a:t>５</a:t>
            </a:r>
            <a:r>
              <a:rPr lang="zh-CN" altLang="en-US" b="1" smtClean="0">
                <a:solidFill>
                  <a:schemeClr val="tx2"/>
                </a:solidFill>
                <a:effectLst>
                  <a:outerShdw blurRad="38100" dist="38100" dir="2700000" algn="tl">
                    <a:srgbClr val="C0C0C0"/>
                  </a:outerShdw>
                </a:effectLst>
                <a:latin typeface="宋体" pitchFamily="2" charset="-122"/>
                <a:ea typeface="楷体_GB2312" pitchFamily="49" charset="-122"/>
              </a:rPr>
              <a:t>、控制图符</a:t>
            </a:r>
            <a:endParaRPr lang="zh-CN" altLang="en-US" b="1" smtClean="0">
              <a:solidFill>
                <a:srgbClr val="FFFFFF"/>
              </a:solidFill>
              <a:effectLst>
                <a:outerShdw blurRad="38100" dist="38100" dir="2700000" algn="tl">
                  <a:srgbClr val="C0C0C0"/>
                </a:outerShdw>
              </a:effectLst>
              <a:latin typeface="宋体" pitchFamily="2" charset="-122"/>
              <a:ea typeface="楷体_GB2312" pitchFamily="49" charset="-122"/>
            </a:endParaRPr>
          </a:p>
          <a:p>
            <a:pPr eaLnBrk="1" hangingPunct="1">
              <a:spcBef>
                <a:spcPct val="20000"/>
              </a:spcBef>
              <a:defRPr/>
            </a:pPr>
            <a:r>
              <a:rPr lang="zh-CN" altLang="en-US" b="1" smtClean="0">
                <a:solidFill>
                  <a:srgbClr val="FFFFFF"/>
                </a:solidFill>
                <a:latin typeface="宋体" pitchFamily="2" charset="-122"/>
                <a:ea typeface="楷体_GB2312" pitchFamily="49" charset="-122"/>
              </a:rPr>
              <a:t>　</a:t>
            </a:r>
            <a:r>
              <a:rPr lang="zh-CN" altLang="en-US" b="1" smtClean="0">
                <a:latin typeface="宋体" pitchFamily="2" charset="-122"/>
                <a:ea typeface="楷体_GB2312" pitchFamily="49" charset="-122"/>
              </a:rPr>
              <a:t>　活动图中可发送和接收信号，发送符号对应于与转移联系在一起的发送短句。接收符号也同转移联系在一起。</a:t>
            </a:r>
          </a:p>
        </p:txBody>
      </p:sp>
      <p:grpSp>
        <p:nvGrpSpPr>
          <p:cNvPr id="536579" name="Group 3"/>
          <p:cNvGrpSpPr>
            <a:grpSpLocks/>
          </p:cNvGrpSpPr>
          <p:nvPr/>
        </p:nvGrpSpPr>
        <p:grpSpPr bwMode="auto">
          <a:xfrm>
            <a:off x="1652588" y="5605463"/>
            <a:ext cx="2419350" cy="382587"/>
            <a:chOff x="1041" y="3540"/>
            <a:chExt cx="1524" cy="241"/>
          </a:xfrm>
        </p:grpSpPr>
        <p:sp>
          <p:nvSpPr>
            <p:cNvPr id="64555" name="AutoShape 4"/>
            <p:cNvSpPr>
              <a:spLocks noChangeArrowheads="1"/>
            </p:cNvSpPr>
            <p:nvPr/>
          </p:nvSpPr>
          <p:spPr bwMode="auto">
            <a:xfrm>
              <a:off x="1041" y="3540"/>
              <a:ext cx="1044" cy="241"/>
            </a:xfrm>
            <a:prstGeom prst="homePlate">
              <a:avLst>
                <a:gd name="adj" fmla="val 108299"/>
              </a:avLst>
            </a:prstGeom>
            <a:solidFill>
              <a:srgbClr val="FFFF99"/>
            </a:solidFill>
            <a:ln w="952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64556" name="Text Box 5"/>
            <p:cNvSpPr txBox="1">
              <a:spLocks noChangeArrowheads="1"/>
            </p:cNvSpPr>
            <p:nvPr/>
          </p:nvSpPr>
          <p:spPr bwMode="auto">
            <a:xfrm>
              <a:off x="1111" y="3549"/>
              <a:ext cx="757" cy="231"/>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kumimoji="1" lang="zh-CN" altLang="en-US" sz="1800" b="1">
                  <a:solidFill>
                    <a:schemeClr val="bg2"/>
                  </a:solidFill>
                  <a:latin typeface="Times New Roman" panose="02020603050405020304" pitchFamily="18" charset="0"/>
                </a:rPr>
                <a:t>发送信号</a:t>
              </a:r>
            </a:p>
          </p:txBody>
        </p:sp>
        <p:sp>
          <p:nvSpPr>
            <p:cNvPr id="64557" name="Line 6"/>
            <p:cNvSpPr>
              <a:spLocks noChangeShapeType="1"/>
            </p:cNvSpPr>
            <p:nvPr/>
          </p:nvSpPr>
          <p:spPr bwMode="auto">
            <a:xfrm>
              <a:off x="1953" y="3647"/>
              <a:ext cx="612" cy="0"/>
            </a:xfrm>
            <a:prstGeom prst="line">
              <a:avLst/>
            </a:prstGeom>
            <a:noFill/>
            <a:ln w="9525">
              <a:solidFill>
                <a:schemeClr val="tx1"/>
              </a:solidFill>
              <a:prstDash val="lg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nvGrpSpPr>
          <p:cNvPr id="536583" name="Group 7"/>
          <p:cNvGrpSpPr>
            <a:grpSpLocks/>
          </p:cNvGrpSpPr>
          <p:nvPr/>
        </p:nvGrpSpPr>
        <p:grpSpPr bwMode="auto">
          <a:xfrm>
            <a:off x="4981575" y="5618163"/>
            <a:ext cx="2535238" cy="366712"/>
            <a:chOff x="3175" y="3539"/>
            <a:chExt cx="1560" cy="231"/>
          </a:xfrm>
        </p:grpSpPr>
        <p:grpSp>
          <p:nvGrpSpPr>
            <p:cNvPr id="64550" name="Group 8"/>
            <p:cNvGrpSpPr>
              <a:grpSpLocks/>
            </p:cNvGrpSpPr>
            <p:nvPr/>
          </p:nvGrpSpPr>
          <p:grpSpPr bwMode="auto">
            <a:xfrm>
              <a:off x="3175" y="3540"/>
              <a:ext cx="1131" cy="218"/>
              <a:chOff x="2508" y="3588"/>
              <a:chExt cx="1035" cy="282"/>
            </a:xfrm>
          </p:grpSpPr>
          <p:sp>
            <p:nvSpPr>
              <p:cNvPr id="64553" name="AutoShape 9"/>
              <p:cNvSpPr>
                <a:spLocks noChangeArrowheads="1"/>
              </p:cNvSpPr>
              <p:nvPr/>
            </p:nvSpPr>
            <p:spPr bwMode="auto">
              <a:xfrm rot="10800000">
                <a:off x="2508" y="3588"/>
                <a:ext cx="1035" cy="282"/>
              </a:xfrm>
              <a:prstGeom prst="chevron">
                <a:avLst>
                  <a:gd name="adj" fmla="val 91755"/>
                </a:avLst>
              </a:prstGeom>
              <a:solidFill>
                <a:srgbClr val="FFFF99"/>
              </a:solidFill>
              <a:ln w="952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64554" name="Rectangle 10"/>
              <p:cNvSpPr>
                <a:spLocks noChangeArrowheads="1"/>
              </p:cNvSpPr>
              <p:nvPr/>
            </p:nvSpPr>
            <p:spPr bwMode="auto">
              <a:xfrm>
                <a:off x="2520" y="3588"/>
                <a:ext cx="324" cy="276"/>
              </a:xfrm>
              <a:prstGeom prst="rect">
                <a:avLst/>
              </a:prstGeom>
              <a:solidFill>
                <a:srgbClr val="FFFF99"/>
              </a:solidFill>
              <a:ln w="952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grpSp>
        <p:sp>
          <p:nvSpPr>
            <p:cNvPr id="64551" name="Text Box 11"/>
            <p:cNvSpPr txBox="1">
              <a:spLocks noChangeArrowheads="1"/>
            </p:cNvSpPr>
            <p:nvPr/>
          </p:nvSpPr>
          <p:spPr bwMode="auto">
            <a:xfrm>
              <a:off x="3187" y="3539"/>
              <a:ext cx="822" cy="231"/>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kumimoji="1" lang="zh-CN" altLang="en-US" sz="1800" b="1">
                  <a:solidFill>
                    <a:schemeClr val="bg2"/>
                  </a:solidFill>
                  <a:latin typeface="Times New Roman" panose="02020603050405020304" pitchFamily="18" charset="0"/>
                </a:rPr>
                <a:t>接收信号</a:t>
              </a:r>
            </a:p>
          </p:txBody>
        </p:sp>
        <p:sp>
          <p:nvSpPr>
            <p:cNvPr id="64552" name="Line 12"/>
            <p:cNvSpPr>
              <a:spLocks noChangeShapeType="1"/>
            </p:cNvSpPr>
            <p:nvPr/>
          </p:nvSpPr>
          <p:spPr bwMode="auto">
            <a:xfrm flipH="1">
              <a:off x="4159" y="3651"/>
              <a:ext cx="576" cy="0"/>
            </a:xfrm>
            <a:prstGeom prst="line">
              <a:avLst/>
            </a:prstGeom>
            <a:noFill/>
            <a:ln w="19050">
              <a:solidFill>
                <a:schemeClr val="tx1"/>
              </a:solidFill>
              <a:prstDash val="lg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36589" name="Text Box 13"/>
          <p:cNvSpPr txBox="1">
            <a:spLocks noChangeArrowheads="1"/>
          </p:cNvSpPr>
          <p:nvPr/>
        </p:nvSpPr>
        <p:spPr bwMode="auto">
          <a:xfrm>
            <a:off x="333375" y="220663"/>
            <a:ext cx="8605838" cy="126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spcBef>
                <a:spcPct val="50000"/>
              </a:spcBef>
              <a:defRPr/>
            </a:pPr>
            <a:r>
              <a:rPr kumimoji="1" lang="zh-CN" altLang="en-US" sz="2400" b="1">
                <a:solidFill>
                  <a:schemeClr val="tx2"/>
                </a:solidFill>
                <a:effectLst>
                  <a:outerShdw blurRad="38100" dist="38100" dir="2700000" algn="tl">
                    <a:srgbClr val="C0C0C0"/>
                  </a:outerShdw>
                </a:effectLst>
                <a:latin typeface="Times New Roman" pitchFamily="18" charset="0"/>
                <a:ea typeface="楷体_GB2312" pitchFamily="49" charset="-122"/>
              </a:rPr>
              <a:t>４、</a:t>
            </a:r>
            <a:r>
              <a:rPr kumimoji="1" lang="zh-CN" altLang="en-US" sz="2400" b="1">
                <a:solidFill>
                  <a:schemeClr val="tx2"/>
                </a:solidFill>
                <a:effectLst>
                  <a:outerShdw blurRad="38100" dist="38100" dir="2700000" algn="tl">
                    <a:srgbClr val="C0C0C0"/>
                  </a:outerShdw>
                </a:effectLst>
                <a:latin typeface="宋体" pitchFamily="2" charset="-122"/>
                <a:ea typeface="楷体_GB2312" pitchFamily="49" charset="-122"/>
              </a:rPr>
              <a:t>对象流</a:t>
            </a:r>
          </a:p>
          <a:p>
            <a:pPr eaLnBrk="1" hangingPunct="1">
              <a:spcBef>
                <a:spcPct val="20000"/>
              </a:spcBef>
              <a:defRPr/>
            </a:pPr>
            <a:r>
              <a:rPr kumimoji="1" lang="zh-CN" altLang="en-US" sz="2400" b="1">
                <a:solidFill>
                  <a:schemeClr val="tx2"/>
                </a:solidFill>
                <a:effectLst>
                  <a:outerShdw blurRad="38100" dist="38100" dir="2700000" algn="tl">
                    <a:srgbClr val="C0C0C0"/>
                  </a:outerShdw>
                </a:effectLst>
                <a:latin typeface="Times New Roman" pitchFamily="18" charset="0"/>
                <a:ea typeface="楷体_GB2312" pitchFamily="49" charset="-122"/>
              </a:rPr>
              <a:t>　　</a:t>
            </a:r>
            <a:r>
              <a:rPr kumimoji="1" lang="zh-CN" altLang="en-US" sz="2400" b="1">
                <a:latin typeface="Times New Roman" pitchFamily="18" charset="0"/>
                <a:ea typeface="楷体_GB2312" pitchFamily="49" charset="-122"/>
              </a:rPr>
              <a:t>活动图中可以出现对象，对象作为活动的输入／输出，用虚箭头表示。</a:t>
            </a:r>
            <a:endParaRPr kumimoji="1" lang="zh-CN" altLang="en-US" sz="2400">
              <a:latin typeface="Times New Roman" pitchFamily="18" charset="0"/>
              <a:ea typeface="楷体_GB2312" pitchFamily="49" charset="-122"/>
            </a:endParaRPr>
          </a:p>
        </p:txBody>
      </p:sp>
      <p:grpSp>
        <p:nvGrpSpPr>
          <p:cNvPr id="536590" name="Group 14"/>
          <p:cNvGrpSpPr>
            <a:grpSpLocks/>
          </p:cNvGrpSpPr>
          <p:nvPr/>
        </p:nvGrpSpPr>
        <p:grpSpPr bwMode="auto">
          <a:xfrm>
            <a:off x="2057400" y="1604963"/>
            <a:ext cx="1204913" cy="1646237"/>
            <a:chOff x="720" y="930"/>
            <a:chExt cx="759" cy="1037"/>
          </a:xfrm>
        </p:grpSpPr>
        <p:sp>
          <p:nvSpPr>
            <p:cNvPr id="64545" name="Line 15"/>
            <p:cNvSpPr>
              <a:spLocks noChangeShapeType="1"/>
            </p:cNvSpPr>
            <p:nvPr/>
          </p:nvSpPr>
          <p:spPr bwMode="auto">
            <a:xfrm>
              <a:off x="1095" y="1528"/>
              <a:ext cx="0" cy="266"/>
            </a:xfrm>
            <a:prstGeom prst="line">
              <a:avLst/>
            </a:prstGeom>
            <a:noFill/>
            <a:ln w="19050">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46" name="AutoShape 16"/>
            <p:cNvSpPr>
              <a:spLocks noChangeArrowheads="1"/>
            </p:cNvSpPr>
            <p:nvPr/>
          </p:nvSpPr>
          <p:spPr bwMode="auto">
            <a:xfrm>
              <a:off x="752" y="930"/>
              <a:ext cx="695" cy="186"/>
            </a:xfrm>
            <a:prstGeom prst="roundRect">
              <a:avLst>
                <a:gd name="adj" fmla="val 16667"/>
              </a:avLst>
            </a:prstGeom>
            <a:solidFill>
              <a:srgbClr val="FFFF99"/>
            </a:solidFill>
            <a:ln w="28575">
              <a:solidFill>
                <a:srgbClr val="9A72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600" b="1">
                  <a:solidFill>
                    <a:schemeClr val="bg2"/>
                  </a:solidFill>
                  <a:latin typeface="Times New Roman" panose="02020603050405020304" pitchFamily="18" charset="0"/>
                </a:rPr>
                <a:t>测量</a:t>
              </a:r>
            </a:p>
          </p:txBody>
        </p:sp>
        <p:sp>
          <p:nvSpPr>
            <p:cNvPr id="64547" name="Rectangle 17"/>
            <p:cNvSpPr>
              <a:spLocks noChangeArrowheads="1"/>
            </p:cNvSpPr>
            <p:nvPr/>
          </p:nvSpPr>
          <p:spPr bwMode="auto">
            <a:xfrm>
              <a:off x="720" y="1332"/>
              <a:ext cx="759" cy="223"/>
            </a:xfrm>
            <a:prstGeom prst="rect">
              <a:avLst/>
            </a:prstGeom>
            <a:solidFill>
              <a:srgbClr val="FFFF99"/>
            </a:solidFill>
            <a:ln w="28575">
              <a:solidFill>
                <a:srgbClr val="9A72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600" b="1" u="sng">
                  <a:solidFill>
                    <a:schemeClr val="bg2"/>
                  </a:solidFill>
                  <a:latin typeface="Times New Roman" panose="02020603050405020304" pitchFamily="18" charset="0"/>
                </a:rPr>
                <a:t>测量值</a:t>
              </a:r>
            </a:p>
          </p:txBody>
        </p:sp>
        <p:sp>
          <p:nvSpPr>
            <p:cNvPr id="64548" name="AutoShape 18"/>
            <p:cNvSpPr>
              <a:spLocks noChangeArrowheads="1"/>
            </p:cNvSpPr>
            <p:nvPr/>
          </p:nvSpPr>
          <p:spPr bwMode="auto">
            <a:xfrm>
              <a:off x="752" y="1781"/>
              <a:ext cx="695" cy="186"/>
            </a:xfrm>
            <a:prstGeom prst="roundRect">
              <a:avLst>
                <a:gd name="adj" fmla="val 16667"/>
              </a:avLst>
            </a:prstGeom>
            <a:solidFill>
              <a:srgbClr val="FFFF99"/>
            </a:solidFill>
            <a:ln w="28575">
              <a:solidFill>
                <a:srgbClr val="9A72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600" b="1">
                  <a:solidFill>
                    <a:schemeClr val="bg2"/>
                  </a:solidFill>
                  <a:latin typeface="Times New Roman" panose="02020603050405020304" pitchFamily="18" charset="0"/>
                </a:rPr>
                <a:t>显示</a:t>
              </a:r>
            </a:p>
          </p:txBody>
        </p:sp>
        <p:sp>
          <p:nvSpPr>
            <p:cNvPr id="64549" name="Line 19"/>
            <p:cNvSpPr>
              <a:spLocks noChangeShapeType="1"/>
            </p:cNvSpPr>
            <p:nvPr/>
          </p:nvSpPr>
          <p:spPr bwMode="auto">
            <a:xfrm flipH="1">
              <a:off x="1095" y="1108"/>
              <a:ext cx="0" cy="224"/>
            </a:xfrm>
            <a:prstGeom prst="line">
              <a:avLst/>
            </a:prstGeom>
            <a:noFill/>
            <a:ln w="19050">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36596" name="Text Box 20"/>
          <p:cNvSpPr txBox="1">
            <a:spLocks noChangeArrowheads="1"/>
          </p:cNvSpPr>
          <p:nvPr/>
        </p:nvSpPr>
        <p:spPr bwMode="auto">
          <a:xfrm>
            <a:off x="3203575" y="6237288"/>
            <a:ext cx="28003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FontTx/>
              <a:buNone/>
            </a:pPr>
            <a:r>
              <a:rPr kumimoji="1" lang="zh-CN" altLang="en-US" sz="1600">
                <a:latin typeface="宋体" panose="02010600030101010101" pitchFamily="2" charset="-122"/>
              </a:rPr>
              <a:t>控制图符</a:t>
            </a:r>
          </a:p>
        </p:txBody>
      </p:sp>
      <p:sp>
        <p:nvSpPr>
          <p:cNvPr id="536597" name="Text Box 21"/>
          <p:cNvSpPr txBox="1">
            <a:spLocks noChangeArrowheads="1"/>
          </p:cNvSpPr>
          <p:nvPr/>
        </p:nvSpPr>
        <p:spPr bwMode="auto">
          <a:xfrm>
            <a:off x="1870075" y="3513138"/>
            <a:ext cx="16192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FontTx/>
              <a:buNone/>
            </a:pPr>
            <a:r>
              <a:rPr kumimoji="1" lang="zh-CN" altLang="en-US" sz="1600">
                <a:latin typeface="Times New Roman" panose="02020603050405020304" pitchFamily="18" charset="0"/>
              </a:rPr>
              <a:t>图</a:t>
            </a:r>
            <a:r>
              <a:rPr kumimoji="1" lang="en-US" altLang="zh-CN" sz="1600">
                <a:latin typeface="Times New Roman" panose="02020603050405020304" pitchFamily="18" charset="0"/>
              </a:rPr>
              <a:t>5.57  </a:t>
            </a:r>
            <a:r>
              <a:rPr kumimoji="1" lang="zh-CN" altLang="en-US" sz="1600">
                <a:latin typeface="宋体" panose="02010600030101010101" pitchFamily="2" charset="-122"/>
              </a:rPr>
              <a:t>对象流</a:t>
            </a:r>
          </a:p>
        </p:txBody>
      </p:sp>
      <p:grpSp>
        <p:nvGrpSpPr>
          <p:cNvPr id="536598" name="Group 22"/>
          <p:cNvGrpSpPr>
            <a:grpSpLocks/>
          </p:cNvGrpSpPr>
          <p:nvPr/>
        </p:nvGrpSpPr>
        <p:grpSpPr bwMode="auto">
          <a:xfrm>
            <a:off x="4562475" y="1239838"/>
            <a:ext cx="3519488" cy="2703512"/>
            <a:chOff x="2532" y="952"/>
            <a:chExt cx="2217" cy="1703"/>
          </a:xfrm>
        </p:grpSpPr>
        <p:sp>
          <p:nvSpPr>
            <p:cNvPr id="64528" name="AutoShape 23"/>
            <p:cNvSpPr>
              <a:spLocks noChangeArrowheads="1"/>
            </p:cNvSpPr>
            <p:nvPr/>
          </p:nvSpPr>
          <p:spPr bwMode="auto">
            <a:xfrm>
              <a:off x="2572" y="952"/>
              <a:ext cx="695" cy="186"/>
            </a:xfrm>
            <a:prstGeom prst="roundRect">
              <a:avLst>
                <a:gd name="adj" fmla="val 16667"/>
              </a:avLst>
            </a:prstGeom>
            <a:solidFill>
              <a:srgbClr val="FFFF99"/>
            </a:solidFill>
            <a:ln w="28575">
              <a:solidFill>
                <a:srgbClr val="9A72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600" b="1">
                  <a:solidFill>
                    <a:schemeClr val="bg2"/>
                  </a:solidFill>
                  <a:latin typeface="Times New Roman" panose="02020603050405020304" pitchFamily="18" charset="0"/>
                </a:rPr>
                <a:t>开机器</a:t>
              </a:r>
            </a:p>
          </p:txBody>
        </p:sp>
        <p:sp>
          <p:nvSpPr>
            <p:cNvPr id="64529" name="AutoShape 24"/>
            <p:cNvSpPr>
              <a:spLocks noChangeArrowheads="1"/>
            </p:cNvSpPr>
            <p:nvPr/>
          </p:nvSpPr>
          <p:spPr bwMode="auto">
            <a:xfrm>
              <a:off x="2532" y="1296"/>
              <a:ext cx="963" cy="240"/>
            </a:xfrm>
            <a:prstGeom prst="homePlate">
              <a:avLst>
                <a:gd name="adj" fmla="val 100313"/>
              </a:avLst>
            </a:prstGeom>
            <a:solidFill>
              <a:srgbClr val="FFFF99"/>
            </a:solidFill>
            <a:ln w="952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64530" name="Text Box 25"/>
            <p:cNvSpPr txBox="1">
              <a:spLocks noChangeArrowheads="1"/>
            </p:cNvSpPr>
            <p:nvPr/>
          </p:nvSpPr>
          <p:spPr bwMode="auto">
            <a:xfrm>
              <a:off x="2597" y="1306"/>
              <a:ext cx="698" cy="212"/>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FontTx/>
                <a:buNone/>
              </a:pPr>
              <a:r>
                <a:rPr kumimoji="1" lang="zh-CN" altLang="en-US" sz="1600" b="1">
                  <a:solidFill>
                    <a:schemeClr val="bg2"/>
                  </a:solidFill>
                  <a:latin typeface="Times New Roman" panose="02020603050405020304" pitchFamily="18" charset="0"/>
                </a:rPr>
                <a:t>开动</a:t>
              </a:r>
            </a:p>
          </p:txBody>
        </p:sp>
        <p:sp>
          <p:nvSpPr>
            <p:cNvPr id="64531" name="Line 26"/>
            <p:cNvSpPr>
              <a:spLocks noChangeShapeType="1"/>
            </p:cNvSpPr>
            <p:nvPr/>
          </p:nvSpPr>
          <p:spPr bwMode="auto">
            <a:xfrm>
              <a:off x="3409" y="1416"/>
              <a:ext cx="565" cy="0"/>
            </a:xfrm>
            <a:prstGeom prst="line">
              <a:avLst/>
            </a:prstGeom>
            <a:noFill/>
            <a:ln w="19050">
              <a:solidFill>
                <a:schemeClr val="tx1"/>
              </a:solidFill>
              <a:prstDash val="lgDash"/>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32" name="AutoShape 27"/>
            <p:cNvSpPr>
              <a:spLocks noChangeArrowheads="1"/>
            </p:cNvSpPr>
            <p:nvPr/>
          </p:nvSpPr>
          <p:spPr bwMode="auto">
            <a:xfrm>
              <a:off x="2590" y="1670"/>
              <a:ext cx="695" cy="214"/>
            </a:xfrm>
            <a:prstGeom prst="roundRect">
              <a:avLst>
                <a:gd name="adj" fmla="val 16667"/>
              </a:avLst>
            </a:prstGeom>
            <a:solidFill>
              <a:srgbClr val="FFFF99"/>
            </a:solidFill>
            <a:ln w="28575">
              <a:solidFill>
                <a:srgbClr val="9A72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600" b="1">
                  <a:solidFill>
                    <a:schemeClr val="bg2"/>
                  </a:solidFill>
                  <a:latin typeface="Times New Roman" panose="02020603050405020304" pitchFamily="18" charset="0"/>
                </a:rPr>
                <a:t>调制咖啡</a:t>
              </a:r>
            </a:p>
          </p:txBody>
        </p:sp>
        <p:grpSp>
          <p:nvGrpSpPr>
            <p:cNvPr id="64533" name="Group 28"/>
            <p:cNvGrpSpPr>
              <a:grpSpLocks/>
            </p:cNvGrpSpPr>
            <p:nvPr/>
          </p:nvGrpSpPr>
          <p:grpSpPr bwMode="auto">
            <a:xfrm>
              <a:off x="2541" y="2043"/>
              <a:ext cx="1025" cy="227"/>
              <a:chOff x="2508" y="3588"/>
              <a:chExt cx="1035" cy="282"/>
            </a:xfrm>
          </p:grpSpPr>
          <p:sp>
            <p:nvSpPr>
              <p:cNvPr id="64543" name="AutoShape 29"/>
              <p:cNvSpPr>
                <a:spLocks noChangeArrowheads="1"/>
              </p:cNvSpPr>
              <p:nvPr/>
            </p:nvSpPr>
            <p:spPr bwMode="auto">
              <a:xfrm rot="10800000">
                <a:off x="2508" y="3588"/>
                <a:ext cx="1035" cy="282"/>
              </a:xfrm>
              <a:prstGeom prst="chevron">
                <a:avLst>
                  <a:gd name="adj" fmla="val 91755"/>
                </a:avLst>
              </a:prstGeom>
              <a:solidFill>
                <a:srgbClr val="FFFF99"/>
              </a:solidFill>
              <a:ln w="952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64544" name="Rectangle 30"/>
              <p:cNvSpPr>
                <a:spLocks noChangeArrowheads="1"/>
              </p:cNvSpPr>
              <p:nvPr/>
            </p:nvSpPr>
            <p:spPr bwMode="auto">
              <a:xfrm>
                <a:off x="2520" y="3588"/>
                <a:ext cx="324" cy="276"/>
              </a:xfrm>
              <a:prstGeom prst="rect">
                <a:avLst/>
              </a:prstGeom>
              <a:solidFill>
                <a:srgbClr val="FFFF99"/>
              </a:solidFill>
              <a:ln w="9525">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grpSp>
        <p:sp>
          <p:nvSpPr>
            <p:cNvPr id="64534" name="Text Box 31"/>
            <p:cNvSpPr txBox="1">
              <a:spLocks noChangeArrowheads="1"/>
            </p:cNvSpPr>
            <p:nvPr/>
          </p:nvSpPr>
          <p:spPr bwMode="auto">
            <a:xfrm>
              <a:off x="2585" y="2055"/>
              <a:ext cx="728" cy="212"/>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kumimoji="1" lang="zh-CN" altLang="en-US" sz="1600" b="1">
                  <a:solidFill>
                    <a:schemeClr val="bg2"/>
                  </a:solidFill>
                  <a:latin typeface="Times New Roman" panose="02020603050405020304" pitchFamily="18" charset="0"/>
                </a:rPr>
                <a:t>信号灯灭</a:t>
              </a:r>
            </a:p>
          </p:txBody>
        </p:sp>
        <p:sp>
          <p:nvSpPr>
            <p:cNvPr id="64535" name="Line 32"/>
            <p:cNvSpPr>
              <a:spLocks noChangeShapeType="1"/>
            </p:cNvSpPr>
            <p:nvPr/>
          </p:nvSpPr>
          <p:spPr bwMode="auto">
            <a:xfrm flipH="1">
              <a:off x="3433" y="2163"/>
              <a:ext cx="934" cy="0"/>
            </a:xfrm>
            <a:prstGeom prst="line">
              <a:avLst/>
            </a:prstGeom>
            <a:noFill/>
            <a:ln w="19050">
              <a:solidFill>
                <a:schemeClr val="tx1"/>
              </a:solidFill>
              <a:prstDash val="lgDash"/>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36" name="AutoShape 33"/>
            <p:cNvSpPr>
              <a:spLocks noChangeArrowheads="1"/>
            </p:cNvSpPr>
            <p:nvPr/>
          </p:nvSpPr>
          <p:spPr bwMode="auto">
            <a:xfrm>
              <a:off x="2614" y="2441"/>
              <a:ext cx="695" cy="214"/>
            </a:xfrm>
            <a:prstGeom prst="roundRect">
              <a:avLst>
                <a:gd name="adj" fmla="val 16667"/>
              </a:avLst>
            </a:prstGeom>
            <a:solidFill>
              <a:srgbClr val="FFFF99"/>
            </a:solidFill>
            <a:ln w="28575">
              <a:solidFill>
                <a:srgbClr val="9A72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600" b="1">
                  <a:solidFill>
                    <a:schemeClr val="bg2"/>
                  </a:solidFill>
                  <a:latin typeface="Times New Roman" panose="02020603050405020304" pitchFamily="18" charset="0"/>
                </a:rPr>
                <a:t>倒咖啡</a:t>
              </a:r>
            </a:p>
          </p:txBody>
        </p:sp>
        <p:sp>
          <p:nvSpPr>
            <p:cNvPr id="64537" name="Line 34"/>
            <p:cNvSpPr>
              <a:spLocks noChangeShapeType="1"/>
            </p:cNvSpPr>
            <p:nvPr/>
          </p:nvSpPr>
          <p:spPr bwMode="auto">
            <a:xfrm>
              <a:off x="2920" y="1143"/>
              <a:ext cx="0" cy="155"/>
            </a:xfrm>
            <a:prstGeom prst="line">
              <a:avLst/>
            </a:prstGeom>
            <a:noFill/>
            <a:ln w="19050">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38" name="Line 35"/>
            <p:cNvSpPr>
              <a:spLocks noChangeShapeType="1"/>
            </p:cNvSpPr>
            <p:nvPr/>
          </p:nvSpPr>
          <p:spPr bwMode="auto">
            <a:xfrm>
              <a:off x="2920" y="1545"/>
              <a:ext cx="0" cy="119"/>
            </a:xfrm>
            <a:prstGeom prst="line">
              <a:avLst/>
            </a:prstGeom>
            <a:noFill/>
            <a:ln w="19050">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39" name="Line 36"/>
            <p:cNvSpPr>
              <a:spLocks noChangeShapeType="1"/>
            </p:cNvSpPr>
            <p:nvPr/>
          </p:nvSpPr>
          <p:spPr bwMode="auto">
            <a:xfrm>
              <a:off x="2920" y="1883"/>
              <a:ext cx="0" cy="138"/>
            </a:xfrm>
            <a:prstGeom prst="line">
              <a:avLst/>
            </a:prstGeom>
            <a:noFill/>
            <a:ln w="19050">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40" name="Line 37"/>
            <p:cNvSpPr>
              <a:spLocks noChangeShapeType="1"/>
            </p:cNvSpPr>
            <p:nvPr/>
          </p:nvSpPr>
          <p:spPr bwMode="auto">
            <a:xfrm>
              <a:off x="2920" y="2258"/>
              <a:ext cx="0" cy="156"/>
            </a:xfrm>
            <a:prstGeom prst="line">
              <a:avLst/>
            </a:prstGeom>
            <a:noFill/>
            <a:ln w="19050">
              <a:solidFill>
                <a:schemeClr val="tx1"/>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4541" name="Rectangle 38"/>
            <p:cNvSpPr>
              <a:spLocks noChangeArrowheads="1"/>
            </p:cNvSpPr>
            <p:nvPr/>
          </p:nvSpPr>
          <p:spPr bwMode="auto">
            <a:xfrm>
              <a:off x="3990" y="1291"/>
              <a:ext cx="759" cy="223"/>
            </a:xfrm>
            <a:prstGeom prst="rect">
              <a:avLst/>
            </a:prstGeom>
            <a:solidFill>
              <a:srgbClr val="FFFF99"/>
            </a:solidFill>
            <a:ln w="28575">
              <a:solidFill>
                <a:srgbClr val="9A72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600" b="1" u="sng">
                  <a:solidFill>
                    <a:schemeClr val="bg2"/>
                  </a:solidFill>
                  <a:latin typeface="Times New Roman" panose="02020603050405020304" pitchFamily="18" charset="0"/>
                </a:rPr>
                <a:t>咖啡壶</a:t>
              </a:r>
            </a:p>
          </p:txBody>
        </p:sp>
        <p:sp>
          <p:nvSpPr>
            <p:cNvPr id="64542" name="Line 39"/>
            <p:cNvSpPr>
              <a:spLocks noChangeShapeType="1"/>
            </p:cNvSpPr>
            <p:nvPr/>
          </p:nvSpPr>
          <p:spPr bwMode="auto">
            <a:xfrm>
              <a:off x="4352" y="1527"/>
              <a:ext cx="0" cy="640"/>
            </a:xfrm>
            <a:prstGeom prst="line">
              <a:avLst/>
            </a:prstGeom>
            <a:noFill/>
            <a:ln w="19050">
              <a:solidFill>
                <a:schemeClr val="tx1"/>
              </a:solidFill>
              <a:prstDash val="lg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36616" name="Text Box 40"/>
          <p:cNvSpPr txBox="1">
            <a:spLocks noChangeArrowheads="1"/>
          </p:cNvSpPr>
          <p:nvPr/>
        </p:nvSpPr>
        <p:spPr bwMode="auto">
          <a:xfrm>
            <a:off x="6318250" y="3694113"/>
            <a:ext cx="193833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buClrTx/>
              <a:buFontTx/>
              <a:buNone/>
            </a:pPr>
            <a:r>
              <a:rPr kumimoji="1" lang="zh-CN" altLang="en-US" sz="1600">
                <a:latin typeface="宋体" panose="02010600030101010101" pitchFamily="2" charset="-122"/>
              </a:rPr>
              <a:t>控制图符例</a:t>
            </a:r>
          </a:p>
        </p:txBody>
      </p:sp>
      <p:sp>
        <p:nvSpPr>
          <p:cNvPr id="64525" name="Oval 41">
            <a:hlinkClick r:id="" action="ppaction://hlinkshowjump?jump=previousslide"/>
          </p:cNvPr>
          <p:cNvSpPr>
            <a:spLocks noChangeArrowheads="1"/>
          </p:cNvSpPr>
          <p:nvPr/>
        </p:nvSpPr>
        <p:spPr bwMode="auto">
          <a:xfrm>
            <a:off x="6356350" y="6365875"/>
            <a:ext cx="762000" cy="381000"/>
          </a:xfrm>
          <a:prstGeom prst="ellipse">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round/>
                <a:headEnd/>
                <a:tailEnd/>
              </a14:hiddenLine>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64526" name="Oval 42">
            <a:hlinkClick r:id="" action="ppaction://hlinkshowjump?jump=nextslide"/>
          </p:cNvPr>
          <p:cNvSpPr>
            <a:spLocks noChangeArrowheads="1"/>
          </p:cNvSpPr>
          <p:nvPr/>
        </p:nvSpPr>
        <p:spPr bwMode="auto">
          <a:xfrm>
            <a:off x="7245350" y="6365875"/>
            <a:ext cx="762000" cy="381000"/>
          </a:xfrm>
          <a:prstGeom prst="ellipse">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round/>
                <a:headEnd/>
                <a:tailEnd/>
              </a14:hiddenLine>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64527" name="Oval 43">
            <a:hlinkClick r:id="" action="ppaction://hlinkshowjump?jump=firstslide"/>
          </p:cNvPr>
          <p:cNvSpPr>
            <a:spLocks noChangeArrowheads="1"/>
          </p:cNvSpPr>
          <p:nvPr/>
        </p:nvSpPr>
        <p:spPr bwMode="auto">
          <a:xfrm>
            <a:off x="8137525" y="6370638"/>
            <a:ext cx="762000" cy="381000"/>
          </a:xfrm>
          <a:prstGeom prst="ellipse">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round/>
                <a:headEnd/>
                <a:tailEnd/>
              </a14:hiddenLine>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Tree>
  </p:cSld>
  <p:clrMapOvr>
    <a:masterClrMapping/>
  </p:clrMapOvr>
  <p:transition advClick="0">
    <p:wheel spokes="8"/>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2000"/>
                                  </p:stCondLst>
                                  <p:childTnLst>
                                    <p:set>
                                      <p:cBhvr>
                                        <p:cTn id="6" dur="1" fill="hold">
                                          <p:stCondLst>
                                            <p:cond delay="499"/>
                                          </p:stCondLst>
                                        </p:cTn>
                                        <p:tgtEl>
                                          <p:spTgt spid="536590"/>
                                        </p:tgtEl>
                                        <p:attrNameLst>
                                          <p:attrName>style.visibility</p:attrName>
                                        </p:attrNameLst>
                                      </p:cBhvr>
                                      <p:to>
                                        <p:strVal val="visible"/>
                                      </p:to>
                                    </p:set>
                                  </p:childTnLst>
                                </p:cTn>
                              </p:par>
                            </p:childTnLst>
                          </p:cTn>
                        </p:par>
                        <p:par>
                          <p:cTn id="7" fill="hold" nodeType="afterGroup">
                            <p:stCondLst>
                              <p:cond delay="2500"/>
                            </p:stCondLst>
                            <p:childTnLst>
                              <p:par>
                                <p:cTn id="8" presetID="1" presetClass="entr" presetSubtype="0" fill="hold" grpId="0" nodeType="afterEffect">
                                  <p:stCondLst>
                                    <p:cond delay="0"/>
                                  </p:stCondLst>
                                  <p:childTnLst>
                                    <p:set>
                                      <p:cBhvr>
                                        <p:cTn id="9" dur="1" fill="hold">
                                          <p:stCondLst>
                                            <p:cond delay="499"/>
                                          </p:stCondLst>
                                        </p:cTn>
                                        <p:tgtEl>
                                          <p:spTgt spid="536597"/>
                                        </p:tgtEl>
                                        <p:attrNameLst>
                                          <p:attrName>style.visibility</p:attrName>
                                        </p:attrNameLst>
                                      </p:cBhvr>
                                      <p:to>
                                        <p:strVal val="visible"/>
                                      </p:to>
                                    </p:set>
                                  </p:childTnLst>
                                </p:cTn>
                              </p:par>
                            </p:childTnLst>
                          </p:cTn>
                        </p:par>
                      </p:childTnLst>
                    </p:cTn>
                  </p:par>
                  <p:par>
                    <p:cTn id="10" fill="hold" nodeType="clickPar">
                      <p:stCondLst>
                        <p:cond delay="indefinite"/>
                      </p:stCondLst>
                      <p:childTnLst>
                        <p:par>
                          <p:cTn id="11" fill="hold" nodeType="withGroup">
                            <p:stCondLst>
                              <p:cond delay="0"/>
                            </p:stCondLst>
                            <p:childTnLst>
                              <p:par>
                                <p:cTn id="12" presetID="22" presetClass="entr" presetSubtype="1" fill="hold" grpId="0" nodeType="clickEffect">
                                  <p:stCondLst>
                                    <p:cond delay="0"/>
                                  </p:stCondLst>
                                  <p:childTnLst>
                                    <p:set>
                                      <p:cBhvr>
                                        <p:cTn id="13" dur="1" fill="hold">
                                          <p:stCondLst>
                                            <p:cond delay="0"/>
                                          </p:stCondLst>
                                        </p:cTn>
                                        <p:tgtEl>
                                          <p:spTgt spid="536578"/>
                                        </p:tgtEl>
                                        <p:attrNameLst>
                                          <p:attrName>style.visibility</p:attrName>
                                        </p:attrNameLst>
                                      </p:cBhvr>
                                      <p:to>
                                        <p:strVal val="visible"/>
                                      </p:to>
                                    </p:set>
                                    <p:animEffect transition="in" filter="wipe(up)">
                                      <p:cBhvr>
                                        <p:cTn id="14" dur="500"/>
                                        <p:tgtEl>
                                          <p:spTgt spid="536578"/>
                                        </p:tgtEl>
                                      </p:cBhvr>
                                    </p:animEffect>
                                  </p:childTnLst>
                                </p:cTn>
                              </p:par>
                            </p:childTnLst>
                          </p:cTn>
                        </p:par>
                        <p:par>
                          <p:cTn id="15" fill="hold" nodeType="afterGroup">
                            <p:stCondLst>
                              <p:cond delay="500"/>
                            </p:stCondLst>
                            <p:childTnLst>
                              <p:par>
                                <p:cTn id="16" presetID="1" presetClass="entr" presetSubtype="0" fill="hold" grpId="0" nodeType="afterEffect">
                                  <p:stCondLst>
                                    <p:cond delay="0"/>
                                  </p:stCondLst>
                                  <p:childTnLst>
                                    <p:set>
                                      <p:cBhvr>
                                        <p:cTn id="17" dur="1" fill="hold">
                                          <p:stCondLst>
                                            <p:cond delay="499"/>
                                          </p:stCondLst>
                                        </p:cTn>
                                        <p:tgtEl>
                                          <p:spTgt spid="536596"/>
                                        </p:tgtEl>
                                        <p:attrNameLst>
                                          <p:attrName>style.visibility</p:attrName>
                                        </p:attrNameLst>
                                      </p:cBhvr>
                                      <p:to>
                                        <p:strVal val="visible"/>
                                      </p:to>
                                    </p:se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536579"/>
                                        </p:tgtEl>
                                        <p:attrNameLst>
                                          <p:attrName>style.visibility</p:attrName>
                                        </p:attrNameLst>
                                      </p:cBhvr>
                                      <p:to>
                                        <p:strVal val="visible"/>
                                      </p:to>
                                    </p:set>
                                    <p:animEffect transition="in" filter="wipe(left)">
                                      <p:cBhvr>
                                        <p:cTn id="22" dur="500"/>
                                        <p:tgtEl>
                                          <p:spTgt spid="536579"/>
                                        </p:tgtEl>
                                      </p:cBhvr>
                                    </p:animEffect>
                                  </p:childTnLst>
                                </p:cTn>
                              </p:par>
                            </p:childTnLst>
                          </p:cTn>
                        </p:par>
                        <p:par>
                          <p:cTn id="23" fill="hold" nodeType="afterGroup">
                            <p:stCondLst>
                              <p:cond delay="500"/>
                            </p:stCondLst>
                            <p:childTnLst>
                              <p:par>
                                <p:cTn id="24" presetID="1" presetClass="entr" presetSubtype="0" fill="hold" nodeType="afterEffect">
                                  <p:stCondLst>
                                    <p:cond delay="0"/>
                                  </p:stCondLst>
                                  <p:childTnLst>
                                    <p:set>
                                      <p:cBhvr>
                                        <p:cTn id="25" dur="1" fill="hold">
                                          <p:stCondLst>
                                            <p:cond delay="499"/>
                                          </p:stCondLst>
                                        </p:cTn>
                                        <p:tgtEl>
                                          <p:spTgt spid="536583"/>
                                        </p:tgtEl>
                                        <p:attrNameLst>
                                          <p:attrName>style.visibility</p:attrName>
                                        </p:attrNameLst>
                                      </p:cBhvr>
                                      <p:to>
                                        <p:strVal val="visible"/>
                                      </p:to>
                                    </p:se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1" fill="hold" nodeType="clickEffect">
                                  <p:stCondLst>
                                    <p:cond delay="0"/>
                                  </p:stCondLst>
                                  <p:childTnLst>
                                    <p:set>
                                      <p:cBhvr>
                                        <p:cTn id="29" dur="1" fill="hold">
                                          <p:stCondLst>
                                            <p:cond delay="0"/>
                                          </p:stCondLst>
                                        </p:cTn>
                                        <p:tgtEl>
                                          <p:spTgt spid="536598"/>
                                        </p:tgtEl>
                                        <p:attrNameLst>
                                          <p:attrName>style.visibility</p:attrName>
                                        </p:attrNameLst>
                                      </p:cBhvr>
                                      <p:to>
                                        <p:strVal val="visible"/>
                                      </p:to>
                                    </p:set>
                                    <p:animEffect transition="in" filter="wipe(up)">
                                      <p:cBhvr>
                                        <p:cTn id="30" dur="500"/>
                                        <p:tgtEl>
                                          <p:spTgt spid="536598"/>
                                        </p:tgtEl>
                                      </p:cBhvr>
                                    </p:animEffect>
                                  </p:childTnLst>
                                </p:cTn>
                              </p:par>
                            </p:childTnLst>
                          </p:cTn>
                        </p:par>
                        <p:par>
                          <p:cTn id="31" fill="hold" nodeType="afterGroup">
                            <p:stCondLst>
                              <p:cond delay="500"/>
                            </p:stCondLst>
                            <p:childTnLst>
                              <p:par>
                                <p:cTn id="32" presetID="1" presetClass="entr" presetSubtype="0" fill="hold" grpId="0" nodeType="afterEffect">
                                  <p:stCondLst>
                                    <p:cond delay="0"/>
                                  </p:stCondLst>
                                  <p:childTnLst>
                                    <p:set>
                                      <p:cBhvr>
                                        <p:cTn id="33" dur="1" fill="hold">
                                          <p:stCondLst>
                                            <p:cond delay="499"/>
                                          </p:stCondLst>
                                        </p:cTn>
                                        <p:tgtEl>
                                          <p:spTgt spid="5366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6578" grpId="0" autoUpdateAnimBg="0"/>
      <p:bldP spid="536596" grpId="0" autoUpdateAnimBg="0"/>
      <p:bldP spid="536597" grpId="0" autoUpdateAnimBg="0"/>
      <p:bldP spid="536616" grpId="0"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日期占位符 1"/>
          <p:cNvSpPr>
            <a:spLocks noGrp="1"/>
          </p:cNvSpPr>
          <p:nvPr>
            <p:ph type="dt" sz="quarter" idx="10"/>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0DD2E2BF-2096-4C95-89D8-066AA240EB47}" type="datetime8">
              <a:rPr lang="zh-CN" altLang="en-US" sz="1400" smtClean="0"/>
              <a:pPr>
                <a:spcBef>
                  <a:spcPct val="0"/>
                </a:spcBef>
                <a:buClrTx/>
                <a:buFontTx/>
                <a:buNone/>
              </a:pPr>
              <a:t>2020年5月12日3时0分</a:t>
            </a:fld>
            <a:endParaRPr lang="en-US" altLang="zh-CN" sz="1400" smtClean="0"/>
          </a:p>
        </p:txBody>
      </p:sp>
      <p:sp>
        <p:nvSpPr>
          <p:cNvPr id="65539" name="灯片编号占位符 3"/>
          <p:cNvSpPr>
            <a:spLocks noGrp="1"/>
          </p:cNvSpPr>
          <p:nvPr>
            <p:ph type="sldNum" sz="quarter" idx="12"/>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7D38F819-A446-453F-8C04-2868D4D752DB}" type="slidenum">
              <a:rPr lang="en-US" altLang="zh-CN" sz="1400" smtClean="0"/>
              <a:pPr>
                <a:spcBef>
                  <a:spcPct val="0"/>
                </a:spcBef>
                <a:buClrTx/>
                <a:buFontTx/>
                <a:buNone/>
              </a:pPr>
              <a:t>50</a:t>
            </a:fld>
            <a:endParaRPr lang="en-US" altLang="zh-CN" sz="1400" smtClean="0"/>
          </a:p>
        </p:txBody>
      </p:sp>
      <p:sp>
        <p:nvSpPr>
          <p:cNvPr id="537602" name="Rectangle 2"/>
          <p:cNvSpPr>
            <a:spLocks noChangeArrowheads="1"/>
          </p:cNvSpPr>
          <p:nvPr/>
        </p:nvSpPr>
        <p:spPr bwMode="auto">
          <a:xfrm>
            <a:off x="357188" y="304800"/>
            <a:ext cx="8531225" cy="1771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just" defTabSz="574675" eaLnBrk="1" hangingPunct="1">
              <a:lnSpc>
                <a:spcPct val="90000"/>
              </a:lnSpc>
              <a:spcBef>
                <a:spcPct val="20000"/>
              </a:spcBef>
              <a:defRPr/>
            </a:pPr>
            <a:r>
              <a:rPr kumimoji="1" lang="zh-CN" altLang="en-US" sz="2400" b="1">
                <a:solidFill>
                  <a:srgbClr val="FFFFFF"/>
                </a:solidFill>
                <a:effectLst>
                  <a:outerShdw blurRad="38100" dist="38100" dir="2700000" algn="tl">
                    <a:srgbClr val="C0C0C0"/>
                  </a:outerShdw>
                </a:effectLst>
                <a:latin typeface="楷体_GB2312" pitchFamily="49" charset="-122"/>
                <a:ea typeface="楷体_GB2312" pitchFamily="49" charset="-122"/>
              </a:rPr>
              <a:t>　２、</a:t>
            </a:r>
            <a:r>
              <a:rPr kumimoji="1" lang="zh-CN" altLang="en-US" sz="2400" b="1">
                <a:effectLst>
                  <a:outerShdw blurRad="38100" dist="38100" dir="2700000" algn="tl">
                    <a:srgbClr val="C0C0C0"/>
                  </a:outerShdw>
                </a:effectLst>
                <a:latin typeface="楷体_GB2312" pitchFamily="49" charset="-122"/>
                <a:ea typeface="楷体_GB2312" pitchFamily="49" charset="-122"/>
              </a:rPr>
              <a:t>活动图中可发送和接收信号，发送符号对应于与转移联系在一起的发送短句。接收符号也同转移联系在一起。转移又分两种：发送信号的转移和接收信号的转移。发送和接收信号可以和消息的的发送对象和接收对象联系在一起，如图</a:t>
            </a:r>
            <a:r>
              <a:rPr kumimoji="1" lang="en-US" altLang="zh-CN" sz="2400" b="1">
                <a:effectLst>
                  <a:outerShdw blurRad="38100" dist="38100" dir="2700000" algn="tl">
                    <a:srgbClr val="C0C0C0"/>
                  </a:outerShdw>
                </a:effectLst>
                <a:latin typeface="楷体_GB2312" pitchFamily="49" charset="-122"/>
                <a:ea typeface="楷体_GB2312" pitchFamily="49" charset="-122"/>
              </a:rPr>
              <a:t>5.61</a:t>
            </a:r>
            <a:r>
              <a:rPr kumimoji="1" lang="zh-CN" altLang="en-US" sz="2400" b="1">
                <a:effectLst>
                  <a:outerShdw blurRad="38100" dist="38100" dir="2700000" algn="tl">
                    <a:srgbClr val="C0C0C0"/>
                  </a:outerShdw>
                </a:effectLst>
                <a:latin typeface="楷体_GB2312" pitchFamily="49" charset="-122"/>
                <a:ea typeface="楷体_GB2312" pitchFamily="49" charset="-122"/>
              </a:rPr>
              <a:t>。	</a:t>
            </a:r>
          </a:p>
        </p:txBody>
      </p:sp>
      <p:sp>
        <p:nvSpPr>
          <p:cNvPr id="537603" name="Line 3"/>
          <p:cNvSpPr>
            <a:spLocks noChangeShapeType="1"/>
          </p:cNvSpPr>
          <p:nvPr/>
        </p:nvSpPr>
        <p:spPr bwMode="auto">
          <a:xfrm>
            <a:off x="5791200" y="3394075"/>
            <a:ext cx="0" cy="271463"/>
          </a:xfrm>
          <a:prstGeom prst="line">
            <a:avLst/>
          </a:prstGeom>
          <a:noFill/>
          <a:ln w="28575">
            <a:solidFill>
              <a:schemeClr val="tx1"/>
            </a:solidFill>
            <a:round/>
            <a:headEnd/>
            <a:tailEnd type="triangle" w="med" len="med"/>
          </a:ln>
          <a:effectLst>
            <a:prstShdw prst="shdw17" dist="17961" dir="2700000">
              <a:schemeClr val="tx1">
                <a:gamma/>
                <a:shade val="60000"/>
                <a:invGamma/>
              </a:schemeClr>
            </a:prstShdw>
          </a:effectLst>
          <a:extLst>
            <a:ext uri="{909E8E84-426E-40DD-AFC4-6F175D3DCCD1}">
              <a14:hiddenFill xmlns:a14="http://schemas.microsoft.com/office/drawing/2010/main">
                <a:noFill/>
              </a14:hiddenFill>
            </a:ext>
          </a:extLst>
        </p:spPr>
        <p:txBody>
          <a:bodyPr/>
          <a:lstStyle/>
          <a:p>
            <a:pPr eaLnBrk="1" hangingPunct="1">
              <a:defRPr/>
            </a:pPr>
            <a:endParaRPr lang="zh-CN" altLang="en-US">
              <a:latin typeface="Arial" charset="0"/>
            </a:endParaRPr>
          </a:p>
        </p:txBody>
      </p:sp>
      <p:sp>
        <p:nvSpPr>
          <p:cNvPr id="537604" name="Line 4"/>
          <p:cNvSpPr>
            <a:spLocks noChangeShapeType="1"/>
          </p:cNvSpPr>
          <p:nvPr/>
        </p:nvSpPr>
        <p:spPr bwMode="auto">
          <a:xfrm flipH="1">
            <a:off x="5791200" y="4057650"/>
            <a:ext cx="0" cy="304800"/>
          </a:xfrm>
          <a:prstGeom prst="line">
            <a:avLst/>
          </a:prstGeom>
          <a:noFill/>
          <a:ln w="28575">
            <a:solidFill>
              <a:schemeClr val="tx1"/>
            </a:solidFill>
            <a:round/>
            <a:headEnd/>
            <a:tailEnd type="triangle" w="med" len="med"/>
          </a:ln>
          <a:effectLst>
            <a:prstShdw prst="shdw17" dist="17961" dir="2700000">
              <a:schemeClr val="tx1">
                <a:gamma/>
                <a:shade val="60000"/>
                <a:invGamma/>
              </a:schemeClr>
            </a:prstShdw>
          </a:effectLst>
          <a:extLst>
            <a:ext uri="{909E8E84-426E-40DD-AFC4-6F175D3DCCD1}">
              <a14:hiddenFill xmlns:a14="http://schemas.microsoft.com/office/drawing/2010/main">
                <a:noFill/>
              </a14:hiddenFill>
            </a:ext>
          </a:extLst>
        </p:spPr>
        <p:txBody>
          <a:bodyPr/>
          <a:lstStyle/>
          <a:p>
            <a:pPr eaLnBrk="1" hangingPunct="1">
              <a:defRPr/>
            </a:pPr>
            <a:endParaRPr lang="zh-CN" altLang="en-US">
              <a:latin typeface="Arial" charset="0"/>
            </a:endParaRPr>
          </a:p>
        </p:txBody>
      </p:sp>
      <p:sp>
        <p:nvSpPr>
          <p:cNvPr id="537605" name="Rectangle 5"/>
          <p:cNvSpPr>
            <a:spLocks noChangeArrowheads="1"/>
          </p:cNvSpPr>
          <p:nvPr/>
        </p:nvSpPr>
        <p:spPr bwMode="auto">
          <a:xfrm>
            <a:off x="914400" y="1971675"/>
            <a:ext cx="7315200" cy="4121150"/>
          </a:xfrm>
          <a:prstGeom prst="rect">
            <a:avLst/>
          </a:prstGeom>
          <a:noFill/>
          <a:ln w="28575">
            <a:solidFill>
              <a:schemeClr val="tx1"/>
            </a:solidFill>
            <a:miter lim="800000"/>
            <a:headEnd/>
            <a:tailEnd/>
          </a:ln>
          <a:effectLst>
            <a:prstShdw prst="shdw17" dist="17961" dir="2700000">
              <a:schemeClr val="tx1">
                <a:gamma/>
                <a:shade val="60000"/>
                <a:invGamma/>
              </a:schemeClr>
            </a:prstShdw>
          </a:effectLst>
          <a:extLst>
            <a:ext uri="{909E8E84-426E-40DD-AFC4-6F175D3DCCD1}">
              <a14:hiddenFill xmlns:a14="http://schemas.microsoft.com/office/drawing/2010/main">
                <a:solidFill>
                  <a:srgbClr val="003399"/>
                </a:solidFill>
              </a14:hiddenFill>
            </a:ext>
          </a:extLst>
        </p:spPr>
        <p:txBody>
          <a:bodyPr wrap="none" anchor="ctr"/>
          <a:lstStyle/>
          <a:p>
            <a:pPr eaLnBrk="1" hangingPunct="1">
              <a:defRPr/>
            </a:pPr>
            <a:endParaRPr lang="zh-CN" altLang="en-US">
              <a:latin typeface="Arial" charset="0"/>
            </a:endParaRPr>
          </a:p>
        </p:txBody>
      </p:sp>
      <p:sp>
        <p:nvSpPr>
          <p:cNvPr id="537606" name="Rectangle 6"/>
          <p:cNvSpPr>
            <a:spLocks noChangeArrowheads="1"/>
          </p:cNvSpPr>
          <p:nvPr/>
        </p:nvSpPr>
        <p:spPr bwMode="auto">
          <a:xfrm>
            <a:off x="1447800" y="2389188"/>
            <a:ext cx="1649413" cy="496887"/>
          </a:xfrm>
          <a:prstGeom prst="rect">
            <a:avLst/>
          </a:prstGeom>
          <a:noFill/>
          <a:ln w="28575">
            <a:solidFill>
              <a:schemeClr val="tx1"/>
            </a:solidFill>
            <a:miter lim="800000"/>
            <a:headEnd/>
            <a:tailEnd/>
          </a:ln>
          <a:effectLst>
            <a:prstShdw prst="shdw17" dist="17961" dir="2700000">
              <a:schemeClr val="tx1">
                <a:gamma/>
                <a:shade val="60000"/>
                <a:invGamma/>
              </a:schemeClr>
            </a:prstShdw>
          </a:effectLst>
          <a:extLst>
            <a:ext uri="{909E8E84-426E-40DD-AFC4-6F175D3DCCD1}">
              <a14:hiddenFill xmlns:a14="http://schemas.microsoft.com/office/drawing/2010/main">
                <a:solidFill>
                  <a:schemeClr val="accent1"/>
                </a:solidFill>
              </a14:hiddenFill>
            </a:ext>
          </a:extLst>
        </p:spPr>
        <p:txBody>
          <a:bodyPr wrap="none" anchor="ctr"/>
          <a:lstStyle/>
          <a:p>
            <a:pPr eaLnBrk="1" hangingPunct="1">
              <a:defRPr/>
            </a:pPr>
            <a:endParaRPr lang="zh-CN" altLang="en-US">
              <a:latin typeface="Arial" charset="0"/>
            </a:endParaRPr>
          </a:p>
        </p:txBody>
      </p:sp>
      <p:sp>
        <p:nvSpPr>
          <p:cNvPr id="537607" name="AutoShape 7"/>
          <p:cNvSpPr>
            <a:spLocks noChangeArrowheads="1"/>
          </p:cNvSpPr>
          <p:nvPr/>
        </p:nvSpPr>
        <p:spPr bwMode="auto">
          <a:xfrm>
            <a:off x="1631950" y="3267075"/>
            <a:ext cx="1290638" cy="428625"/>
          </a:xfrm>
          <a:prstGeom prst="roundRect">
            <a:avLst>
              <a:gd name="adj" fmla="val 16667"/>
            </a:avLst>
          </a:prstGeom>
          <a:noFill/>
          <a:ln w="28575">
            <a:solidFill>
              <a:schemeClr val="tx1"/>
            </a:solidFill>
            <a:round/>
            <a:headEnd/>
            <a:tailEnd/>
          </a:ln>
          <a:effectLst>
            <a:prstShdw prst="shdw17" dist="17961" dir="2700000">
              <a:schemeClr val="tx1">
                <a:gamma/>
                <a:shade val="60000"/>
                <a:invGamma/>
              </a:schemeClr>
            </a:prstShdw>
          </a:effectLst>
          <a:extLst>
            <a:ext uri="{909E8E84-426E-40DD-AFC4-6F175D3DCCD1}">
              <a14:hiddenFill xmlns:a14="http://schemas.microsoft.com/office/drawing/2010/main">
                <a:solidFill>
                  <a:schemeClr val="accent1"/>
                </a:solidFill>
              </a14:hiddenFill>
            </a:ext>
          </a:extLst>
        </p:spPr>
        <p:txBody>
          <a:bodyPr wrap="none" anchor="ctr"/>
          <a:lstStyle/>
          <a:p>
            <a:pPr eaLnBrk="1" hangingPunct="1">
              <a:defRPr/>
            </a:pPr>
            <a:endParaRPr lang="zh-CN" altLang="en-US">
              <a:latin typeface="Arial" charset="0"/>
            </a:endParaRPr>
          </a:p>
        </p:txBody>
      </p:sp>
      <p:sp>
        <p:nvSpPr>
          <p:cNvPr id="537608" name="AutoShape 8"/>
          <p:cNvSpPr>
            <a:spLocks noChangeArrowheads="1"/>
          </p:cNvSpPr>
          <p:nvPr/>
        </p:nvSpPr>
        <p:spPr bwMode="auto">
          <a:xfrm>
            <a:off x="5105400" y="5222875"/>
            <a:ext cx="1371600" cy="371475"/>
          </a:xfrm>
          <a:prstGeom prst="roundRect">
            <a:avLst>
              <a:gd name="adj" fmla="val 16667"/>
            </a:avLst>
          </a:prstGeom>
          <a:noFill/>
          <a:ln w="28575">
            <a:solidFill>
              <a:schemeClr val="tx1"/>
            </a:solidFill>
            <a:round/>
            <a:headEnd/>
            <a:tailEnd/>
          </a:ln>
          <a:effectLst>
            <a:prstShdw prst="shdw17" dist="17961" dir="2700000">
              <a:schemeClr val="tx1">
                <a:gamma/>
                <a:shade val="60000"/>
                <a:invGamma/>
              </a:schemeClr>
            </a:prstShdw>
          </a:effectLst>
          <a:extLst>
            <a:ext uri="{909E8E84-426E-40DD-AFC4-6F175D3DCCD1}">
              <a14:hiddenFill xmlns:a14="http://schemas.microsoft.com/office/drawing/2010/main">
                <a:solidFill>
                  <a:schemeClr val="accent1"/>
                </a:solidFill>
              </a14:hiddenFill>
            </a:ext>
          </a:extLst>
        </p:spPr>
        <p:txBody>
          <a:bodyPr wrap="none" anchor="ctr"/>
          <a:lstStyle/>
          <a:p>
            <a:pPr eaLnBrk="1" hangingPunct="1">
              <a:defRPr/>
            </a:pPr>
            <a:endParaRPr lang="zh-CN" altLang="en-US">
              <a:latin typeface="Arial" charset="0"/>
            </a:endParaRPr>
          </a:p>
        </p:txBody>
      </p:sp>
      <p:sp>
        <p:nvSpPr>
          <p:cNvPr id="537609" name="AutoShape 9"/>
          <p:cNvSpPr>
            <a:spLocks noChangeArrowheads="1"/>
          </p:cNvSpPr>
          <p:nvPr/>
        </p:nvSpPr>
        <p:spPr bwMode="auto">
          <a:xfrm>
            <a:off x="5160963" y="3686175"/>
            <a:ext cx="1290637" cy="385763"/>
          </a:xfrm>
          <a:prstGeom prst="roundRect">
            <a:avLst>
              <a:gd name="adj" fmla="val 16667"/>
            </a:avLst>
          </a:prstGeom>
          <a:noFill/>
          <a:ln w="28575">
            <a:solidFill>
              <a:schemeClr val="tx1"/>
            </a:solidFill>
            <a:round/>
            <a:headEnd/>
            <a:tailEnd/>
          </a:ln>
          <a:effectLst>
            <a:prstShdw prst="shdw17" dist="17961" dir="2700000">
              <a:schemeClr val="tx1">
                <a:gamma/>
                <a:shade val="60000"/>
                <a:invGamma/>
              </a:schemeClr>
            </a:prstShdw>
          </a:effectLst>
          <a:extLst>
            <a:ext uri="{909E8E84-426E-40DD-AFC4-6F175D3DCCD1}">
              <a14:hiddenFill xmlns:a14="http://schemas.microsoft.com/office/drawing/2010/main">
                <a:solidFill>
                  <a:schemeClr val="accent1"/>
                </a:solidFill>
              </a14:hiddenFill>
            </a:ext>
          </a:extLst>
        </p:spPr>
        <p:txBody>
          <a:bodyPr wrap="none" anchor="ctr"/>
          <a:lstStyle/>
          <a:p>
            <a:pPr eaLnBrk="1" hangingPunct="1">
              <a:defRPr/>
            </a:pPr>
            <a:endParaRPr lang="zh-CN" altLang="en-US">
              <a:latin typeface="Arial" charset="0"/>
            </a:endParaRPr>
          </a:p>
        </p:txBody>
      </p:sp>
      <p:sp>
        <p:nvSpPr>
          <p:cNvPr id="537610" name="Line 10"/>
          <p:cNvSpPr>
            <a:spLocks noChangeShapeType="1"/>
          </p:cNvSpPr>
          <p:nvPr/>
        </p:nvSpPr>
        <p:spPr bwMode="auto">
          <a:xfrm>
            <a:off x="1560513" y="4386263"/>
            <a:ext cx="0" cy="584200"/>
          </a:xfrm>
          <a:prstGeom prst="line">
            <a:avLst/>
          </a:prstGeom>
          <a:noFill/>
          <a:ln w="28575">
            <a:solidFill>
              <a:schemeClr val="tx1"/>
            </a:solidFill>
            <a:round/>
            <a:headEnd/>
            <a:tailEnd/>
          </a:ln>
          <a:effectLst>
            <a:prstShdw prst="shdw17" dist="17961" dir="2700000">
              <a:schemeClr val="tx1">
                <a:gamma/>
                <a:shade val="60000"/>
                <a:invGamma/>
              </a:schemeClr>
            </a:prstShdw>
          </a:effectLst>
          <a:extLst>
            <a:ext uri="{909E8E84-426E-40DD-AFC4-6F175D3DCCD1}">
              <a14:hiddenFill xmlns:a14="http://schemas.microsoft.com/office/drawing/2010/main">
                <a:noFill/>
              </a14:hiddenFill>
            </a:ext>
          </a:extLst>
        </p:spPr>
        <p:txBody>
          <a:bodyPr/>
          <a:lstStyle/>
          <a:p>
            <a:pPr eaLnBrk="1" hangingPunct="1">
              <a:defRPr/>
            </a:pPr>
            <a:endParaRPr lang="zh-CN" altLang="en-US">
              <a:latin typeface="Arial" charset="0"/>
            </a:endParaRPr>
          </a:p>
        </p:txBody>
      </p:sp>
      <p:sp>
        <p:nvSpPr>
          <p:cNvPr id="537611" name="Line 11"/>
          <p:cNvSpPr>
            <a:spLocks noChangeShapeType="1"/>
          </p:cNvSpPr>
          <p:nvPr/>
        </p:nvSpPr>
        <p:spPr bwMode="auto">
          <a:xfrm>
            <a:off x="1560513" y="4386263"/>
            <a:ext cx="1362075" cy="0"/>
          </a:xfrm>
          <a:prstGeom prst="line">
            <a:avLst/>
          </a:prstGeom>
          <a:noFill/>
          <a:ln w="28575">
            <a:solidFill>
              <a:schemeClr val="tx1"/>
            </a:solidFill>
            <a:round/>
            <a:headEnd/>
            <a:tailEnd/>
          </a:ln>
          <a:effectLst>
            <a:prstShdw prst="shdw17" dist="17961" dir="2700000">
              <a:schemeClr val="tx1">
                <a:gamma/>
                <a:shade val="60000"/>
                <a:invGamma/>
              </a:schemeClr>
            </a:prstShdw>
          </a:effectLst>
          <a:extLst>
            <a:ext uri="{909E8E84-426E-40DD-AFC4-6F175D3DCCD1}">
              <a14:hiddenFill xmlns:a14="http://schemas.microsoft.com/office/drawing/2010/main">
                <a:noFill/>
              </a14:hiddenFill>
            </a:ext>
          </a:extLst>
        </p:spPr>
        <p:txBody>
          <a:bodyPr/>
          <a:lstStyle/>
          <a:p>
            <a:pPr eaLnBrk="1" hangingPunct="1">
              <a:defRPr/>
            </a:pPr>
            <a:endParaRPr lang="zh-CN" altLang="en-US">
              <a:latin typeface="Arial" charset="0"/>
            </a:endParaRPr>
          </a:p>
        </p:txBody>
      </p:sp>
      <p:sp>
        <p:nvSpPr>
          <p:cNvPr id="537612" name="Line 12"/>
          <p:cNvSpPr>
            <a:spLocks noChangeShapeType="1"/>
          </p:cNvSpPr>
          <p:nvPr/>
        </p:nvSpPr>
        <p:spPr bwMode="auto">
          <a:xfrm>
            <a:off x="1560513" y="4970463"/>
            <a:ext cx="1362075" cy="0"/>
          </a:xfrm>
          <a:prstGeom prst="line">
            <a:avLst/>
          </a:prstGeom>
          <a:noFill/>
          <a:ln w="28575">
            <a:solidFill>
              <a:schemeClr val="tx1"/>
            </a:solidFill>
            <a:round/>
            <a:headEnd/>
            <a:tailEnd/>
          </a:ln>
          <a:effectLst>
            <a:prstShdw prst="shdw17" dist="17961" dir="2700000">
              <a:schemeClr val="tx1">
                <a:gamma/>
                <a:shade val="60000"/>
                <a:invGamma/>
              </a:schemeClr>
            </a:prstShdw>
          </a:effectLst>
          <a:extLst>
            <a:ext uri="{909E8E84-426E-40DD-AFC4-6F175D3DCCD1}">
              <a14:hiddenFill xmlns:a14="http://schemas.microsoft.com/office/drawing/2010/main">
                <a:noFill/>
              </a14:hiddenFill>
            </a:ext>
          </a:extLst>
        </p:spPr>
        <p:txBody>
          <a:bodyPr/>
          <a:lstStyle/>
          <a:p>
            <a:pPr eaLnBrk="1" hangingPunct="1">
              <a:defRPr/>
            </a:pPr>
            <a:endParaRPr lang="zh-CN" altLang="en-US">
              <a:latin typeface="Arial" charset="0"/>
            </a:endParaRPr>
          </a:p>
        </p:txBody>
      </p:sp>
      <p:sp>
        <p:nvSpPr>
          <p:cNvPr id="537613" name="Line 13"/>
          <p:cNvSpPr>
            <a:spLocks noChangeShapeType="1"/>
          </p:cNvSpPr>
          <p:nvPr/>
        </p:nvSpPr>
        <p:spPr bwMode="auto">
          <a:xfrm flipH="1">
            <a:off x="2765425" y="4386263"/>
            <a:ext cx="142875" cy="319087"/>
          </a:xfrm>
          <a:prstGeom prst="line">
            <a:avLst/>
          </a:prstGeom>
          <a:noFill/>
          <a:ln w="28575">
            <a:solidFill>
              <a:schemeClr val="tx1"/>
            </a:solidFill>
            <a:round/>
            <a:headEnd/>
            <a:tailEnd/>
          </a:ln>
          <a:effectLst>
            <a:prstShdw prst="shdw17" dist="17961" dir="2700000">
              <a:schemeClr val="tx1">
                <a:gamma/>
                <a:shade val="60000"/>
                <a:invGamma/>
              </a:schemeClr>
            </a:prstShdw>
          </a:effectLst>
          <a:extLst>
            <a:ext uri="{909E8E84-426E-40DD-AFC4-6F175D3DCCD1}">
              <a14:hiddenFill xmlns:a14="http://schemas.microsoft.com/office/drawing/2010/main">
                <a:noFill/>
              </a14:hiddenFill>
            </a:ext>
          </a:extLst>
        </p:spPr>
        <p:txBody>
          <a:bodyPr/>
          <a:lstStyle/>
          <a:p>
            <a:pPr eaLnBrk="1" hangingPunct="1">
              <a:defRPr/>
            </a:pPr>
            <a:endParaRPr lang="zh-CN" altLang="en-US">
              <a:latin typeface="Arial" charset="0"/>
            </a:endParaRPr>
          </a:p>
        </p:txBody>
      </p:sp>
      <p:sp>
        <p:nvSpPr>
          <p:cNvPr id="537614" name="Line 14"/>
          <p:cNvSpPr>
            <a:spLocks noChangeShapeType="1"/>
          </p:cNvSpPr>
          <p:nvPr/>
        </p:nvSpPr>
        <p:spPr bwMode="auto">
          <a:xfrm flipH="1" flipV="1">
            <a:off x="2779713" y="4705350"/>
            <a:ext cx="142875" cy="265113"/>
          </a:xfrm>
          <a:prstGeom prst="line">
            <a:avLst/>
          </a:prstGeom>
          <a:noFill/>
          <a:ln w="28575">
            <a:solidFill>
              <a:schemeClr val="tx1"/>
            </a:solidFill>
            <a:round/>
            <a:headEnd/>
            <a:tailEnd/>
          </a:ln>
          <a:effectLst>
            <a:prstShdw prst="shdw17" dist="17961" dir="2700000">
              <a:schemeClr val="tx1">
                <a:gamma/>
                <a:shade val="60000"/>
                <a:invGamma/>
              </a:schemeClr>
            </a:prstShdw>
          </a:effectLst>
          <a:extLst>
            <a:ext uri="{909E8E84-426E-40DD-AFC4-6F175D3DCCD1}">
              <a14:hiddenFill xmlns:a14="http://schemas.microsoft.com/office/drawing/2010/main">
                <a:noFill/>
              </a14:hiddenFill>
            </a:ext>
          </a:extLst>
        </p:spPr>
        <p:txBody>
          <a:bodyPr/>
          <a:lstStyle/>
          <a:p>
            <a:pPr eaLnBrk="1" hangingPunct="1">
              <a:defRPr/>
            </a:pPr>
            <a:endParaRPr lang="zh-CN" altLang="en-US">
              <a:latin typeface="Arial" charset="0"/>
            </a:endParaRPr>
          </a:p>
        </p:txBody>
      </p:sp>
      <p:sp>
        <p:nvSpPr>
          <p:cNvPr id="537615" name="Line 15"/>
          <p:cNvSpPr>
            <a:spLocks noChangeShapeType="1"/>
          </p:cNvSpPr>
          <p:nvPr/>
        </p:nvSpPr>
        <p:spPr bwMode="auto">
          <a:xfrm>
            <a:off x="5002213" y="4362450"/>
            <a:ext cx="1506537" cy="0"/>
          </a:xfrm>
          <a:prstGeom prst="line">
            <a:avLst/>
          </a:prstGeom>
          <a:noFill/>
          <a:ln w="28575">
            <a:solidFill>
              <a:schemeClr val="tx1"/>
            </a:solidFill>
            <a:round/>
            <a:headEnd/>
            <a:tailEnd/>
          </a:ln>
          <a:effectLst>
            <a:prstShdw prst="shdw17" dist="17961" dir="2700000">
              <a:schemeClr val="tx1">
                <a:gamma/>
                <a:shade val="60000"/>
                <a:invGamma/>
              </a:schemeClr>
            </a:prstShdw>
          </a:effectLst>
          <a:extLst>
            <a:ext uri="{909E8E84-426E-40DD-AFC4-6F175D3DCCD1}">
              <a14:hiddenFill xmlns:a14="http://schemas.microsoft.com/office/drawing/2010/main">
                <a:noFill/>
              </a14:hiddenFill>
            </a:ext>
          </a:extLst>
        </p:spPr>
        <p:txBody>
          <a:bodyPr/>
          <a:lstStyle/>
          <a:p>
            <a:pPr eaLnBrk="1" hangingPunct="1">
              <a:defRPr/>
            </a:pPr>
            <a:endParaRPr lang="zh-CN" altLang="en-US">
              <a:latin typeface="Arial" charset="0"/>
            </a:endParaRPr>
          </a:p>
        </p:txBody>
      </p:sp>
      <p:sp>
        <p:nvSpPr>
          <p:cNvPr id="537616" name="Line 16"/>
          <p:cNvSpPr>
            <a:spLocks noChangeShapeType="1"/>
          </p:cNvSpPr>
          <p:nvPr/>
        </p:nvSpPr>
        <p:spPr bwMode="auto">
          <a:xfrm>
            <a:off x="6508750" y="4362450"/>
            <a:ext cx="0" cy="531813"/>
          </a:xfrm>
          <a:prstGeom prst="line">
            <a:avLst/>
          </a:prstGeom>
          <a:noFill/>
          <a:ln w="28575">
            <a:solidFill>
              <a:schemeClr val="tx1"/>
            </a:solidFill>
            <a:round/>
            <a:headEnd/>
            <a:tailEnd/>
          </a:ln>
          <a:effectLst>
            <a:prstShdw prst="shdw17" dist="17961" dir="2700000">
              <a:schemeClr val="tx1">
                <a:gamma/>
                <a:shade val="60000"/>
                <a:invGamma/>
              </a:schemeClr>
            </a:prstShdw>
          </a:effectLst>
          <a:extLst>
            <a:ext uri="{909E8E84-426E-40DD-AFC4-6F175D3DCCD1}">
              <a14:hiddenFill xmlns:a14="http://schemas.microsoft.com/office/drawing/2010/main">
                <a:noFill/>
              </a14:hiddenFill>
            </a:ext>
          </a:extLst>
        </p:spPr>
        <p:txBody>
          <a:bodyPr/>
          <a:lstStyle/>
          <a:p>
            <a:pPr eaLnBrk="1" hangingPunct="1">
              <a:defRPr/>
            </a:pPr>
            <a:endParaRPr lang="zh-CN" altLang="en-US">
              <a:latin typeface="Arial" charset="0"/>
            </a:endParaRPr>
          </a:p>
        </p:txBody>
      </p:sp>
      <p:sp>
        <p:nvSpPr>
          <p:cNvPr id="537617" name="Line 17"/>
          <p:cNvSpPr>
            <a:spLocks noChangeShapeType="1"/>
          </p:cNvSpPr>
          <p:nvPr/>
        </p:nvSpPr>
        <p:spPr bwMode="auto">
          <a:xfrm flipH="1">
            <a:off x="5073650" y="4906963"/>
            <a:ext cx="1435100" cy="0"/>
          </a:xfrm>
          <a:prstGeom prst="line">
            <a:avLst/>
          </a:prstGeom>
          <a:noFill/>
          <a:ln w="28575">
            <a:solidFill>
              <a:schemeClr val="tx1"/>
            </a:solidFill>
            <a:round/>
            <a:headEnd/>
            <a:tailEnd/>
          </a:ln>
          <a:effectLst>
            <a:prstShdw prst="shdw17" dist="17961" dir="2700000">
              <a:schemeClr val="tx1">
                <a:gamma/>
                <a:shade val="60000"/>
                <a:invGamma/>
              </a:schemeClr>
            </a:prstShdw>
          </a:effectLst>
          <a:extLst>
            <a:ext uri="{909E8E84-426E-40DD-AFC4-6F175D3DCCD1}">
              <a14:hiddenFill xmlns:a14="http://schemas.microsoft.com/office/drawing/2010/main">
                <a:noFill/>
              </a14:hiddenFill>
            </a:ext>
          </a:extLst>
        </p:spPr>
        <p:txBody>
          <a:bodyPr/>
          <a:lstStyle/>
          <a:p>
            <a:pPr eaLnBrk="1" hangingPunct="1">
              <a:defRPr/>
            </a:pPr>
            <a:endParaRPr lang="zh-CN" altLang="en-US">
              <a:latin typeface="Arial" charset="0"/>
            </a:endParaRPr>
          </a:p>
        </p:txBody>
      </p:sp>
      <p:sp>
        <p:nvSpPr>
          <p:cNvPr id="537618" name="Line 18"/>
          <p:cNvSpPr>
            <a:spLocks noChangeShapeType="1"/>
          </p:cNvSpPr>
          <p:nvPr/>
        </p:nvSpPr>
        <p:spPr bwMode="auto">
          <a:xfrm flipH="1">
            <a:off x="4859338" y="4362450"/>
            <a:ext cx="142875" cy="319088"/>
          </a:xfrm>
          <a:prstGeom prst="line">
            <a:avLst/>
          </a:prstGeom>
          <a:noFill/>
          <a:ln w="28575">
            <a:solidFill>
              <a:schemeClr val="tx1"/>
            </a:solidFill>
            <a:round/>
            <a:headEnd/>
            <a:tailEnd/>
          </a:ln>
          <a:effectLst>
            <a:prstShdw prst="shdw17" dist="17961" dir="2700000">
              <a:schemeClr val="tx1">
                <a:gamma/>
                <a:shade val="60000"/>
                <a:invGamma/>
              </a:schemeClr>
            </a:prstShdw>
          </a:effectLst>
          <a:extLst>
            <a:ext uri="{909E8E84-426E-40DD-AFC4-6F175D3DCCD1}">
              <a14:hiddenFill xmlns:a14="http://schemas.microsoft.com/office/drawing/2010/main">
                <a:noFill/>
              </a14:hiddenFill>
            </a:ext>
          </a:extLst>
        </p:spPr>
        <p:txBody>
          <a:bodyPr/>
          <a:lstStyle/>
          <a:p>
            <a:pPr eaLnBrk="1" hangingPunct="1">
              <a:defRPr/>
            </a:pPr>
            <a:endParaRPr lang="zh-CN" altLang="en-US">
              <a:latin typeface="Arial" charset="0"/>
            </a:endParaRPr>
          </a:p>
        </p:txBody>
      </p:sp>
      <p:sp>
        <p:nvSpPr>
          <p:cNvPr id="537619" name="Line 19"/>
          <p:cNvSpPr>
            <a:spLocks noChangeShapeType="1"/>
          </p:cNvSpPr>
          <p:nvPr/>
        </p:nvSpPr>
        <p:spPr bwMode="auto">
          <a:xfrm flipH="1" flipV="1">
            <a:off x="4859338" y="4681538"/>
            <a:ext cx="214312" cy="212725"/>
          </a:xfrm>
          <a:prstGeom prst="line">
            <a:avLst/>
          </a:prstGeom>
          <a:noFill/>
          <a:ln w="28575">
            <a:solidFill>
              <a:schemeClr val="tx1"/>
            </a:solidFill>
            <a:round/>
            <a:headEnd/>
            <a:tailEnd/>
          </a:ln>
          <a:effectLst>
            <a:prstShdw prst="shdw17" dist="17961" dir="2700000">
              <a:schemeClr val="tx1">
                <a:gamma/>
                <a:shade val="60000"/>
                <a:invGamma/>
              </a:schemeClr>
            </a:prstShdw>
          </a:effectLst>
          <a:extLst>
            <a:ext uri="{909E8E84-426E-40DD-AFC4-6F175D3DCCD1}">
              <a14:hiddenFill xmlns:a14="http://schemas.microsoft.com/office/drawing/2010/main">
                <a:noFill/>
              </a14:hiddenFill>
            </a:ext>
          </a:extLst>
        </p:spPr>
        <p:txBody>
          <a:bodyPr/>
          <a:lstStyle/>
          <a:p>
            <a:pPr eaLnBrk="1" hangingPunct="1">
              <a:defRPr/>
            </a:pPr>
            <a:endParaRPr lang="zh-CN" altLang="en-US">
              <a:latin typeface="Arial" charset="0"/>
            </a:endParaRPr>
          </a:p>
        </p:txBody>
      </p:sp>
      <p:sp>
        <p:nvSpPr>
          <p:cNvPr id="537620" name="AutoShape 20"/>
          <p:cNvSpPr>
            <a:spLocks noChangeArrowheads="1"/>
          </p:cNvSpPr>
          <p:nvPr/>
        </p:nvSpPr>
        <p:spPr bwMode="auto">
          <a:xfrm>
            <a:off x="5029200" y="2543175"/>
            <a:ext cx="1524000" cy="869950"/>
          </a:xfrm>
          <a:prstGeom prst="roundRect">
            <a:avLst>
              <a:gd name="adj" fmla="val 16667"/>
            </a:avLst>
          </a:prstGeom>
          <a:noFill/>
          <a:ln w="28575">
            <a:solidFill>
              <a:schemeClr val="tx1"/>
            </a:solidFill>
            <a:round/>
            <a:headEnd/>
            <a:tailEnd/>
          </a:ln>
          <a:effectLst>
            <a:prstShdw prst="shdw17" dist="17961" dir="2700000">
              <a:schemeClr val="tx1">
                <a:gamma/>
                <a:shade val="60000"/>
                <a:invGamma/>
              </a:schemeClr>
            </a:prstShdw>
          </a:effectLst>
          <a:extLst>
            <a:ext uri="{909E8E84-426E-40DD-AFC4-6F175D3DCCD1}">
              <a14:hiddenFill xmlns:a14="http://schemas.microsoft.com/office/drawing/2010/main">
                <a:solidFill>
                  <a:schemeClr val="accent1"/>
                </a:solidFill>
              </a14:hiddenFill>
            </a:ext>
          </a:extLst>
        </p:spPr>
        <p:txBody>
          <a:bodyPr wrap="none" anchor="ctr"/>
          <a:lstStyle/>
          <a:p>
            <a:pPr eaLnBrk="1" hangingPunct="1">
              <a:defRPr/>
            </a:pPr>
            <a:endParaRPr lang="zh-CN" altLang="en-US">
              <a:latin typeface="Arial" charset="0"/>
            </a:endParaRPr>
          </a:p>
        </p:txBody>
      </p:sp>
      <p:sp>
        <p:nvSpPr>
          <p:cNvPr id="537621" name="Line 21"/>
          <p:cNvSpPr>
            <a:spLocks noChangeShapeType="1"/>
          </p:cNvSpPr>
          <p:nvPr/>
        </p:nvSpPr>
        <p:spPr bwMode="auto">
          <a:xfrm flipH="1">
            <a:off x="2851150" y="4651375"/>
            <a:ext cx="2008188" cy="0"/>
          </a:xfrm>
          <a:prstGeom prst="line">
            <a:avLst/>
          </a:prstGeom>
          <a:noFill/>
          <a:ln w="28575">
            <a:solidFill>
              <a:schemeClr val="tx1"/>
            </a:solidFill>
            <a:prstDash val="lgDash"/>
            <a:round/>
            <a:headEnd/>
            <a:tailEnd type="triangle" w="med" len="med"/>
          </a:ln>
          <a:effectLst>
            <a:prstShdw prst="shdw17" dist="17961" dir="2700000">
              <a:schemeClr val="tx1">
                <a:gamma/>
                <a:shade val="60000"/>
                <a:invGamma/>
              </a:schemeClr>
            </a:prstShdw>
          </a:effectLst>
          <a:extLst>
            <a:ext uri="{909E8E84-426E-40DD-AFC4-6F175D3DCCD1}">
              <a14:hiddenFill xmlns:a14="http://schemas.microsoft.com/office/drawing/2010/main">
                <a:noFill/>
              </a14:hiddenFill>
            </a:ext>
          </a:extLst>
        </p:spPr>
        <p:txBody>
          <a:bodyPr/>
          <a:lstStyle/>
          <a:p>
            <a:pPr eaLnBrk="1" hangingPunct="1">
              <a:defRPr/>
            </a:pPr>
            <a:endParaRPr lang="zh-CN" altLang="en-US">
              <a:latin typeface="Arial" charset="0"/>
            </a:endParaRPr>
          </a:p>
        </p:txBody>
      </p:sp>
      <p:sp>
        <p:nvSpPr>
          <p:cNvPr id="537622" name="Line 22"/>
          <p:cNvSpPr>
            <a:spLocks noChangeShapeType="1"/>
          </p:cNvSpPr>
          <p:nvPr/>
        </p:nvSpPr>
        <p:spPr bwMode="auto">
          <a:xfrm>
            <a:off x="2276475" y="4970463"/>
            <a:ext cx="0" cy="584200"/>
          </a:xfrm>
          <a:prstGeom prst="line">
            <a:avLst/>
          </a:prstGeom>
          <a:noFill/>
          <a:ln w="28575">
            <a:solidFill>
              <a:schemeClr val="tx1"/>
            </a:solidFill>
            <a:round/>
            <a:headEnd/>
            <a:tailEnd/>
          </a:ln>
          <a:effectLst>
            <a:prstShdw prst="shdw17" dist="17961" dir="2700000">
              <a:schemeClr val="tx1">
                <a:gamma/>
                <a:shade val="60000"/>
                <a:invGamma/>
              </a:schemeClr>
            </a:prstShdw>
          </a:effectLst>
          <a:extLst>
            <a:ext uri="{909E8E84-426E-40DD-AFC4-6F175D3DCCD1}">
              <a14:hiddenFill xmlns:a14="http://schemas.microsoft.com/office/drawing/2010/main">
                <a:noFill/>
              </a14:hiddenFill>
            </a:ext>
          </a:extLst>
        </p:spPr>
        <p:txBody>
          <a:bodyPr/>
          <a:lstStyle/>
          <a:p>
            <a:pPr eaLnBrk="1" hangingPunct="1">
              <a:defRPr/>
            </a:pPr>
            <a:endParaRPr lang="zh-CN" altLang="en-US">
              <a:latin typeface="Arial" charset="0"/>
            </a:endParaRPr>
          </a:p>
        </p:txBody>
      </p:sp>
      <p:sp>
        <p:nvSpPr>
          <p:cNvPr id="537623" name="Line 23"/>
          <p:cNvSpPr>
            <a:spLocks noChangeShapeType="1"/>
          </p:cNvSpPr>
          <p:nvPr/>
        </p:nvSpPr>
        <p:spPr bwMode="auto">
          <a:xfrm flipH="1">
            <a:off x="1201738" y="5554663"/>
            <a:ext cx="1074737" cy="0"/>
          </a:xfrm>
          <a:prstGeom prst="line">
            <a:avLst/>
          </a:prstGeom>
          <a:noFill/>
          <a:ln w="28575">
            <a:solidFill>
              <a:schemeClr val="tx1"/>
            </a:solidFill>
            <a:round/>
            <a:headEnd/>
            <a:tailEnd/>
          </a:ln>
          <a:effectLst>
            <a:prstShdw prst="shdw17" dist="17961" dir="2700000">
              <a:schemeClr val="tx1">
                <a:gamma/>
                <a:shade val="60000"/>
                <a:invGamma/>
              </a:schemeClr>
            </a:prstShdw>
          </a:effectLst>
          <a:extLst>
            <a:ext uri="{909E8E84-426E-40DD-AFC4-6F175D3DCCD1}">
              <a14:hiddenFill xmlns:a14="http://schemas.microsoft.com/office/drawing/2010/main">
                <a:noFill/>
              </a14:hiddenFill>
            </a:ext>
          </a:extLst>
        </p:spPr>
        <p:txBody>
          <a:bodyPr/>
          <a:lstStyle/>
          <a:p>
            <a:pPr eaLnBrk="1" hangingPunct="1">
              <a:defRPr/>
            </a:pPr>
            <a:endParaRPr lang="zh-CN" altLang="en-US">
              <a:latin typeface="Arial" charset="0"/>
            </a:endParaRPr>
          </a:p>
        </p:txBody>
      </p:sp>
      <p:sp>
        <p:nvSpPr>
          <p:cNvPr id="537624" name="Line 24"/>
          <p:cNvSpPr>
            <a:spLocks noChangeShapeType="1"/>
          </p:cNvSpPr>
          <p:nvPr/>
        </p:nvSpPr>
        <p:spPr bwMode="auto">
          <a:xfrm flipV="1">
            <a:off x="1201738" y="3535363"/>
            <a:ext cx="0" cy="2019300"/>
          </a:xfrm>
          <a:prstGeom prst="line">
            <a:avLst/>
          </a:prstGeom>
          <a:noFill/>
          <a:ln w="28575">
            <a:solidFill>
              <a:schemeClr val="tx1"/>
            </a:solidFill>
            <a:round/>
            <a:headEnd/>
            <a:tailEnd/>
          </a:ln>
          <a:effectLst>
            <a:prstShdw prst="shdw17" dist="17961" dir="2700000">
              <a:schemeClr val="tx1">
                <a:gamma/>
                <a:shade val="60000"/>
                <a:invGamma/>
              </a:schemeClr>
            </a:prstShdw>
          </a:effectLst>
          <a:extLst>
            <a:ext uri="{909E8E84-426E-40DD-AFC4-6F175D3DCCD1}">
              <a14:hiddenFill xmlns:a14="http://schemas.microsoft.com/office/drawing/2010/main">
                <a:noFill/>
              </a14:hiddenFill>
            </a:ext>
          </a:extLst>
        </p:spPr>
        <p:txBody>
          <a:bodyPr/>
          <a:lstStyle/>
          <a:p>
            <a:pPr eaLnBrk="1" hangingPunct="1">
              <a:defRPr/>
            </a:pPr>
            <a:endParaRPr lang="zh-CN" altLang="en-US">
              <a:latin typeface="Arial" charset="0"/>
            </a:endParaRPr>
          </a:p>
        </p:txBody>
      </p:sp>
      <p:sp>
        <p:nvSpPr>
          <p:cNvPr id="537625" name="Line 25"/>
          <p:cNvSpPr>
            <a:spLocks noChangeShapeType="1"/>
          </p:cNvSpPr>
          <p:nvPr/>
        </p:nvSpPr>
        <p:spPr bwMode="auto">
          <a:xfrm>
            <a:off x="1201738" y="3535363"/>
            <a:ext cx="430212" cy="0"/>
          </a:xfrm>
          <a:prstGeom prst="line">
            <a:avLst/>
          </a:prstGeom>
          <a:noFill/>
          <a:ln w="28575">
            <a:solidFill>
              <a:schemeClr val="tx1"/>
            </a:solidFill>
            <a:round/>
            <a:headEnd/>
            <a:tailEnd type="triangle" w="med" len="med"/>
          </a:ln>
          <a:effectLst>
            <a:prstShdw prst="shdw17" dist="17961" dir="2700000">
              <a:schemeClr val="tx1">
                <a:gamma/>
                <a:shade val="60000"/>
                <a:invGamma/>
              </a:schemeClr>
            </a:prstShdw>
          </a:effectLst>
          <a:extLst>
            <a:ext uri="{909E8E84-426E-40DD-AFC4-6F175D3DCCD1}">
              <a14:hiddenFill xmlns:a14="http://schemas.microsoft.com/office/drawing/2010/main">
                <a:noFill/>
              </a14:hiddenFill>
            </a:ext>
          </a:extLst>
        </p:spPr>
        <p:txBody>
          <a:bodyPr/>
          <a:lstStyle/>
          <a:p>
            <a:pPr eaLnBrk="1" hangingPunct="1">
              <a:defRPr/>
            </a:pPr>
            <a:endParaRPr lang="zh-CN" altLang="en-US">
              <a:latin typeface="Arial" charset="0"/>
            </a:endParaRPr>
          </a:p>
        </p:txBody>
      </p:sp>
      <p:sp>
        <p:nvSpPr>
          <p:cNvPr id="537626" name="Line 26"/>
          <p:cNvSpPr>
            <a:spLocks noChangeShapeType="1"/>
          </p:cNvSpPr>
          <p:nvPr/>
        </p:nvSpPr>
        <p:spPr bwMode="auto">
          <a:xfrm>
            <a:off x="2276475" y="3695700"/>
            <a:ext cx="0" cy="690563"/>
          </a:xfrm>
          <a:prstGeom prst="line">
            <a:avLst/>
          </a:prstGeom>
          <a:noFill/>
          <a:ln w="28575">
            <a:solidFill>
              <a:schemeClr val="tx1"/>
            </a:solidFill>
            <a:round/>
            <a:headEnd/>
            <a:tailEnd type="triangle" w="med" len="med"/>
          </a:ln>
          <a:effectLst>
            <a:prstShdw prst="shdw17" dist="17961" dir="2700000">
              <a:schemeClr val="tx1">
                <a:gamma/>
                <a:shade val="60000"/>
                <a:invGamma/>
              </a:schemeClr>
            </a:prstShdw>
          </a:effectLst>
          <a:extLst>
            <a:ext uri="{909E8E84-426E-40DD-AFC4-6F175D3DCCD1}">
              <a14:hiddenFill xmlns:a14="http://schemas.microsoft.com/office/drawing/2010/main">
                <a:noFill/>
              </a14:hiddenFill>
            </a:ext>
          </a:extLst>
        </p:spPr>
        <p:txBody>
          <a:bodyPr/>
          <a:lstStyle/>
          <a:p>
            <a:pPr eaLnBrk="1" hangingPunct="1">
              <a:defRPr/>
            </a:pPr>
            <a:endParaRPr lang="zh-CN" altLang="en-US">
              <a:latin typeface="Arial" charset="0"/>
            </a:endParaRPr>
          </a:p>
        </p:txBody>
      </p:sp>
      <p:sp>
        <p:nvSpPr>
          <p:cNvPr id="537627" name="Oval 27"/>
          <p:cNvSpPr>
            <a:spLocks noChangeArrowheads="1"/>
          </p:cNvSpPr>
          <p:nvPr/>
        </p:nvSpPr>
        <p:spPr bwMode="auto">
          <a:xfrm>
            <a:off x="5789613" y="2022475"/>
            <a:ext cx="152400" cy="152400"/>
          </a:xfrm>
          <a:prstGeom prst="ellipse">
            <a:avLst/>
          </a:prstGeom>
          <a:solidFill>
            <a:schemeClr val="tx1"/>
          </a:solidFill>
          <a:ln>
            <a:noFill/>
          </a:ln>
          <a:effectLst>
            <a:prstShdw prst="shdw17" dist="17961" dir="2700000">
              <a:schemeClr val="tx1">
                <a:gamma/>
                <a:shade val="60000"/>
                <a:invGamma/>
              </a:schemeClr>
            </a:prstShdw>
          </a:effectLst>
          <a:extLst>
            <a:ext uri="{91240B29-F687-4F45-9708-019B960494DF}">
              <a14:hiddenLine xmlns:a14="http://schemas.microsoft.com/office/drawing/2010/main" w="28575">
                <a:solidFill>
                  <a:schemeClr val="tx1"/>
                </a:solidFill>
                <a:round/>
                <a:headEnd/>
                <a:tailEnd/>
              </a14:hiddenLine>
            </a:ext>
          </a:extLst>
        </p:spPr>
        <p:txBody>
          <a:bodyPr wrap="none" anchor="ctr"/>
          <a:lstStyle/>
          <a:p>
            <a:pPr eaLnBrk="1" hangingPunct="1">
              <a:defRPr/>
            </a:pPr>
            <a:endParaRPr lang="zh-CN" altLang="en-US">
              <a:latin typeface="Arial" charset="0"/>
            </a:endParaRPr>
          </a:p>
        </p:txBody>
      </p:sp>
      <p:grpSp>
        <p:nvGrpSpPr>
          <p:cNvPr id="65566" name="Group 28"/>
          <p:cNvGrpSpPr>
            <a:grpSpLocks/>
          </p:cNvGrpSpPr>
          <p:nvPr/>
        </p:nvGrpSpPr>
        <p:grpSpPr bwMode="auto">
          <a:xfrm>
            <a:off x="5684838" y="5837238"/>
            <a:ext cx="223837" cy="242887"/>
            <a:chOff x="3747" y="3735"/>
            <a:chExt cx="226" cy="168"/>
          </a:xfrm>
        </p:grpSpPr>
        <p:sp>
          <p:nvSpPr>
            <p:cNvPr id="537629" name="Oval 29"/>
            <p:cNvSpPr>
              <a:spLocks noChangeArrowheads="1"/>
            </p:cNvSpPr>
            <p:nvPr/>
          </p:nvSpPr>
          <p:spPr bwMode="auto">
            <a:xfrm>
              <a:off x="3792" y="3769"/>
              <a:ext cx="136" cy="100"/>
            </a:xfrm>
            <a:prstGeom prst="ellipse">
              <a:avLst/>
            </a:prstGeom>
            <a:solidFill>
              <a:schemeClr val="accent1"/>
            </a:solidFill>
            <a:ln w="19050">
              <a:solidFill>
                <a:schemeClr val="tx1"/>
              </a:solidFill>
              <a:round/>
              <a:headEnd/>
              <a:tailEnd/>
            </a:ln>
            <a:effectLst>
              <a:prstShdw prst="shdw17" dist="17961" dir="2700000">
                <a:schemeClr val="tx1">
                  <a:gamma/>
                  <a:shade val="60000"/>
                  <a:invGamma/>
                </a:schemeClr>
              </a:prstShdw>
            </a:effectLst>
          </p:spPr>
          <p:txBody>
            <a:bodyPr wrap="none" anchor="ctr"/>
            <a:lstStyle/>
            <a:p>
              <a:pPr eaLnBrk="1" hangingPunct="1">
                <a:defRPr/>
              </a:pPr>
              <a:endParaRPr lang="zh-CN" altLang="en-US">
                <a:latin typeface="Arial" charset="0"/>
              </a:endParaRPr>
            </a:p>
          </p:txBody>
        </p:sp>
        <p:sp>
          <p:nvSpPr>
            <p:cNvPr id="537630" name="Oval 30"/>
            <p:cNvSpPr>
              <a:spLocks noChangeArrowheads="1"/>
            </p:cNvSpPr>
            <p:nvPr/>
          </p:nvSpPr>
          <p:spPr bwMode="auto">
            <a:xfrm>
              <a:off x="3747" y="3735"/>
              <a:ext cx="226" cy="168"/>
            </a:xfrm>
            <a:prstGeom prst="ellipse">
              <a:avLst/>
            </a:prstGeom>
            <a:noFill/>
            <a:ln w="19050">
              <a:solidFill>
                <a:schemeClr val="tx1"/>
              </a:solidFill>
              <a:round/>
              <a:headEnd/>
              <a:tailEnd/>
            </a:ln>
            <a:effectLst>
              <a:prstShdw prst="shdw17" dist="17961" dir="2700000">
                <a:schemeClr val="tx1">
                  <a:gamma/>
                  <a:shade val="60000"/>
                  <a:invGamma/>
                </a:schemeClr>
              </a:prstShdw>
            </a:effectLst>
            <a:extLst>
              <a:ext uri="{909E8E84-426E-40DD-AFC4-6F175D3DCCD1}">
                <a14:hiddenFill xmlns:a14="http://schemas.microsoft.com/office/drawing/2010/main">
                  <a:solidFill>
                    <a:schemeClr val="accent1"/>
                  </a:solidFill>
                </a14:hiddenFill>
              </a:ext>
            </a:extLst>
          </p:spPr>
          <p:txBody>
            <a:bodyPr wrap="none" anchor="ctr"/>
            <a:lstStyle/>
            <a:p>
              <a:pPr eaLnBrk="1" hangingPunct="1">
                <a:defRPr/>
              </a:pPr>
              <a:endParaRPr lang="zh-CN" altLang="en-US">
                <a:latin typeface="Arial" charset="0"/>
              </a:endParaRPr>
            </a:p>
          </p:txBody>
        </p:sp>
      </p:grpSp>
      <p:sp>
        <p:nvSpPr>
          <p:cNvPr id="537631" name="Line 31"/>
          <p:cNvSpPr>
            <a:spLocks noChangeShapeType="1"/>
          </p:cNvSpPr>
          <p:nvPr/>
        </p:nvSpPr>
        <p:spPr bwMode="auto">
          <a:xfrm>
            <a:off x="5791200" y="4889500"/>
            <a:ext cx="0" cy="307975"/>
          </a:xfrm>
          <a:prstGeom prst="line">
            <a:avLst/>
          </a:prstGeom>
          <a:noFill/>
          <a:ln w="28575">
            <a:solidFill>
              <a:schemeClr val="tx1"/>
            </a:solidFill>
            <a:round/>
            <a:headEnd/>
            <a:tailEnd type="triangle" w="med" len="med"/>
          </a:ln>
          <a:effectLst>
            <a:prstShdw prst="shdw17" dist="17961" dir="2700000">
              <a:schemeClr val="tx1">
                <a:gamma/>
                <a:shade val="60000"/>
                <a:invGamma/>
              </a:schemeClr>
            </a:prstShdw>
          </a:effectLst>
          <a:extLst>
            <a:ext uri="{909E8E84-426E-40DD-AFC4-6F175D3DCCD1}">
              <a14:hiddenFill xmlns:a14="http://schemas.microsoft.com/office/drawing/2010/main">
                <a:noFill/>
              </a14:hiddenFill>
            </a:ext>
          </a:extLst>
        </p:spPr>
        <p:txBody>
          <a:bodyPr/>
          <a:lstStyle/>
          <a:p>
            <a:pPr eaLnBrk="1" hangingPunct="1">
              <a:defRPr/>
            </a:pPr>
            <a:endParaRPr lang="zh-CN" altLang="en-US">
              <a:latin typeface="Arial" charset="0"/>
            </a:endParaRPr>
          </a:p>
        </p:txBody>
      </p:sp>
      <p:sp>
        <p:nvSpPr>
          <p:cNvPr id="537632" name="Text Box 32"/>
          <p:cNvSpPr txBox="1">
            <a:spLocks noChangeArrowheads="1"/>
          </p:cNvSpPr>
          <p:nvPr/>
        </p:nvSpPr>
        <p:spPr bwMode="auto">
          <a:xfrm>
            <a:off x="1504950" y="2355850"/>
            <a:ext cx="162083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defRPr/>
            </a:pPr>
            <a:r>
              <a:rPr kumimoji="1" lang="en-US" altLang="zh-CN" sz="1600" b="1">
                <a:effectLst>
                  <a:outerShdw blurRad="38100" dist="38100" dir="2700000" algn="tl">
                    <a:srgbClr val="C0C0C0"/>
                  </a:outerShdw>
                </a:effectLst>
                <a:latin typeface="Times New Roman" pitchFamily="18" charset="0"/>
              </a:rPr>
              <a:t>aPrinter:Printer</a:t>
            </a:r>
          </a:p>
        </p:txBody>
      </p:sp>
      <p:sp>
        <p:nvSpPr>
          <p:cNvPr id="537633" name="Line 33"/>
          <p:cNvSpPr>
            <a:spLocks noChangeShapeType="1"/>
          </p:cNvSpPr>
          <p:nvPr/>
        </p:nvSpPr>
        <p:spPr bwMode="auto">
          <a:xfrm>
            <a:off x="1560513" y="2713038"/>
            <a:ext cx="1504950" cy="0"/>
          </a:xfrm>
          <a:prstGeom prst="line">
            <a:avLst/>
          </a:prstGeom>
          <a:noFill/>
          <a:ln w="28575">
            <a:solidFill>
              <a:schemeClr val="tx1"/>
            </a:solidFill>
            <a:round/>
            <a:headEnd/>
            <a:tailEnd/>
          </a:ln>
          <a:effectLst>
            <a:prstShdw prst="shdw17" dist="17961" dir="2700000">
              <a:schemeClr val="tx1">
                <a:gamma/>
                <a:shade val="60000"/>
                <a:invGamma/>
              </a:schemeClr>
            </a:prstShdw>
          </a:effectLst>
          <a:extLst>
            <a:ext uri="{909E8E84-426E-40DD-AFC4-6F175D3DCCD1}">
              <a14:hiddenFill xmlns:a14="http://schemas.microsoft.com/office/drawing/2010/main">
                <a:noFill/>
              </a14:hiddenFill>
            </a:ext>
          </a:extLst>
        </p:spPr>
        <p:txBody>
          <a:bodyPr/>
          <a:lstStyle/>
          <a:p>
            <a:pPr eaLnBrk="1" hangingPunct="1">
              <a:defRPr/>
            </a:pPr>
            <a:endParaRPr lang="zh-CN" altLang="en-US">
              <a:latin typeface="Arial" charset="0"/>
            </a:endParaRPr>
          </a:p>
        </p:txBody>
      </p:sp>
      <p:sp>
        <p:nvSpPr>
          <p:cNvPr id="537634" name="Text Box 34"/>
          <p:cNvSpPr txBox="1">
            <a:spLocks noChangeArrowheads="1"/>
          </p:cNvSpPr>
          <p:nvPr/>
        </p:nvSpPr>
        <p:spPr bwMode="auto">
          <a:xfrm>
            <a:off x="1671638" y="4486275"/>
            <a:ext cx="10461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defRPr/>
            </a:pPr>
            <a:r>
              <a:rPr kumimoji="1" lang="en-US" altLang="zh-CN" sz="1600" b="1">
                <a:effectLst>
                  <a:outerShdw blurRad="38100" dist="38100" dir="2700000" algn="tl">
                    <a:srgbClr val="C0C0C0"/>
                  </a:outerShdw>
                </a:effectLst>
                <a:latin typeface="Times New Roman" pitchFamily="18" charset="0"/>
              </a:rPr>
              <a:t>Print(file)</a:t>
            </a:r>
          </a:p>
        </p:txBody>
      </p:sp>
      <p:sp>
        <p:nvSpPr>
          <p:cNvPr id="537635" name="Text Box 35"/>
          <p:cNvSpPr txBox="1">
            <a:spLocks noChangeArrowheads="1"/>
          </p:cNvSpPr>
          <p:nvPr/>
        </p:nvSpPr>
        <p:spPr bwMode="auto">
          <a:xfrm>
            <a:off x="5284788" y="4502150"/>
            <a:ext cx="10461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defRPr/>
            </a:pPr>
            <a:r>
              <a:rPr kumimoji="1" lang="en-US" altLang="zh-CN" sz="1600" b="1">
                <a:effectLst>
                  <a:outerShdw blurRad="38100" dist="38100" dir="2700000" algn="tl">
                    <a:srgbClr val="C0C0C0"/>
                  </a:outerShdw>
                </a:effectLst>
                <a:latin typeface="Times New Roman" pitchFamily="18" charset="0"/>
              </a:rPr>
              <a:t>Print(file)</a:t>
            </a:r>
          </a:p>
        </p:txBody>
      </p:sp>
      <p:sp>
        <p:nvSpPr>
          <p:cNvPr id="537636" name="Text Box 36"/>
          <p:cNvSpPr txBox="1">
            <a:spLocks noChangeArrowheads="1"/>
          </p:cNvSpPr>
          <p:nvPr/>
        </p:nvSpPr>
        <p:spPr bwMode="auto">
          <a:xfrm>
            <a:off x="2014538" y="3314700"/>
            <a:ext cx="5905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defRPr/>
            </a:pPr>
            <a:r>
              <a:rPr kumimoji="1" lang="zh-CN" altLang="en-US" sz="1600" b="1">
                <a:effectLst>
                  <a:outerShdw blurRad="38100" dist="38100" dir="2700000" algn="tl">
                    <a:srgbClr val="C0C0C0"/>
                  </a:outerShdw>
                </a:effectLst>
                <a:latin typeface="Times New Roman" pitchFamily="18" charset="0"/>
              </a:rPr>
              <a:t>打印</a:t>
            </a:r>
          </a:p>
        </p:txBody>
      </p:sp>
      <p:sp>
        <p:nvSpPr>
          <p:cNvPr id="537637" name="Text Box 37"/>
          <p:cNvSpPr txBox="1">
            <a:spLocks noChangeArrowheads="1"/>
          </p:cNvSpPr>
          <p:nvPr/>
        </p:nvSpPr>
        <p:spPr bwMode="auto">
          <a:xfrm>
            <a:off x="5207000" y="3711575"/>
            <a:ext cx="123983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defRPr/>
            </a:pPr>
            <a:r>
              <a:rPr kumimoji="1" lang="zh-CN" altLang="en-US" sz="1600" b="1">
                <a:effectLst>
                  <a:outerShdw blurRad="38100" dist="38100" dir="2700000" algn="tl">
                    <a:srgbClr val="C0C0C0"/>
                  </a:outerShdw>
                </a:effectLst>
                <a:latin typeface="Times New Roman" pitchFamily="18" charset="0"/>
              </a:rPr>
              <a:t>创建</a:t>
            </a:r>
            <a:r>
              <a:rPr kumimoji="1" lang="en-US" altLang="zh-CN" sz="1600" b="1">
                <a:effectLst>
                  <a:outerShdw blurRad="38100" dist="38100" dir="2700000" algn="tl">
                    <a:srgbClr val="C0C0C0"/>
                  </a:outerShdw>
                </a:effectLst>
                <a:latin typeface="Times New Roman" pitchFamily="18" charset="0"/>
              </a:rPr>
              <a:t>PS</a:t>
            </a:r>
            <a:r>
              <a:rPr kumimoji="1" lang="zh-CN" altLang="en-US" sz="1600" b="1">
                <a:effectLst>
                  <a:outerShdw blurRad="38100" dist="38100" dir="2700000" algn="tl">
                    <a:srgbClr val="C0C0C0"/>
                  </a:outerShdw>
                </a:effectLst>
                <a:latin typeface="Times New Roman" pitchFamily="18" charset="0"/>
              </a:rPr>
              <a:t>文件</a:t>
            </a:r>
          </a:p>
        </p:txBody>
      </p:sp>
      <p:sp>
        <p:nvSpPr>
          <p:cNvPr id="537638" name="Text Box 38"/>
          <p:cNvSpPr txBox="1">
            <a:spLocks noChangeArrowheads="1"/>
          </p:cNvSpPr>
          <p:nvPr/>
        </p:nvSpPr>
        <p:spPr bwMode="auto">
          <a:xfrm>
            <a:off x="5105400" y="2543175"/>
            <a:ext cx="1403350"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defRPr/>
            </a:pPr>
            <a:r>
              <a:rPr kumimoji="1" lang="zh-CN" altLang="en-US" sz="1600" b="1">
                <a:effectLst>
                  <a:outerShdw blurRad="38100" dist="38100" dir="2700000" algn="tl">
                    <a:srgbClr val="C0C0C0"/>
                  </a:outerShdw>
                </a:effectLst>
                <a:latin typeface="Times New Roman" pitchFamily="18" charset="0"/>
              </a:rPr>
              <a:t>在屏幕上的</a:t>
            </a:r>
          </a:p>
          <a:p>
            <a:pPr algn="ctr" eaLnBrk="1" hangingPunct="1">
              <a:defRPr/>
            </a:pPr>
            <a:r>
              <a:rPr kumimoji="1" lang="zh-CN" altLang="en-US" sz="1600" b="1">
                <a:effectLst>
                  <a:outerShdw blurRad="38100" dist="38100" dir="2700000" algn="tl">
                    <a:srgbClr val="C0C0C0"/>
                  </a:outerShdw>
                </a:effectLst>
                <a:latin typeface="Times New Roman" pitchFamily="18" charset="0"/>
              </a:rPr>
              <a:t>报文框中显示“打印”</a:t>
            </a:r>
          </a:p>
        </p:txBody>
      </p:sp>
      <p:sp>
        <p:nvSpPr>
          <p:cNvPr id="537639" name="Text Box 39"/>
          <p:cNvSpPr txBox="1">
            <a:spLocks noChangeArrowheads="1"/>
          </p:cNvSpPr>
          <p:nvPr/>
        </p:nvSpPr>
        <p:spPr bwMode="auto">
          <a:xfrm>
            <a:off x="5213350" y="5180013"/>
            <a:ext cx="12080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defRPr/>
            </a:pPr>
            <a:r>
              <a:rPr kumimoji="1" lang="zh-CN" altLang="en-US" sz="1600" b="1">
                <a:effectLst>
                  <a:outerShdw blurRad="38100" dist="38100" dir="2700000" algn="tl">
                    <a:srgbClr val="C0C0C0"/>
                  </a:outerShdw>
                </a:effectLst>
                <a:latin typeface="Times New Roman" pitchFamily="18" charset="0"/>
              </a:rPr>
              <a:t>删除报文框</a:t>
            </a:r>
          </a:p>
        </p:txBody>
      </p:sp>
      <p:sp>
        <p:nvSpPr>
          <p:cNvPr id="537641" name="Line 41"/>
          <p:cNvSpPr>
            <a:spLocks noChangeShapeType="1"/>
          </p:cNvSpPr>
          <p:nvPr/>
        </p:nvSpPr>
        <p:spPr bwMode="auto">
          <a:xfrm>
            <a:off x="5791200" y="5595938"/>
            <a:ext cx="0" cy="228600"/>
          </a:xfrm>
          <a:prstGeom prst="line">
            <a:avLst/>
          </a:prstGeom>
          <a:noFill/>
          <a:ln w="28575">
            <a:solidFill>
              <a:schemeClr val="tx1"/>
            </a:solidFill>
            <a:round/>
            <a:headEnd/>
            <a:tailEnd type="triangle" w="med" len="med"/>
          </a:ln>
          <a:effectLst>
            <a:prstShdw prst="shdw17" dist="17961" dir="2700000">
              <a:schemeClr val="tx1">
                <a:gamma/>
                <a:shade val="60000"/>
                <a:invGamma/>
              </a:schemeClr>
            </a:prstShdw>
          </a:effectLst>
          <a:extLst>
            <a:ext uri="{909E8E84-426E-40DD-AFC4-6F175D3DCCD1}">
              <a14:hiddenFill xmlns:a14="http://schemas.microsoft.com/office/drawing/2010/main">
                <a:noFill/>
              </a14:hiddenFill>
            </a:ext>
          </a:extLst>
        </p:spPr>
        <p:txBody>
          <a:bodyPr/>
          <a:lstStyle/>
          <a:p>
            <a:pPr eaLnBrk="1" hangingPunct="1">
              <a:defRPr/>
            </a:pPr>
            <a:endParaRPr lang="zh-CN" altLang="en-US">
              <a:latin typeface="Arial" charset="0"/>
            </a:endParaRPr>
          </a:p>
        </p:txBody>
      </p:sp>
      <p:sp>
        <p:nvSpPr>
          <p:cNvPr id="537642" name="Line 42"/>
          <p:cNvSpPr>
            <a:spLocks noChangeShapeType="1"/>
          </p:cNvSpPr>
          <p:nvPr/>
        </p:nvSpPr>
        <p:spPr bwMode="auto">
          <a:xfrm>
            <a:off x="5867400" y="2124075"/>
            <a:ext cx="0" cy="390525"/>
          </a:xfrm>
          <a:prstGeom prst="line">
            <a:avLst/>
          </a:prstGeom>
          <a:noFill/>
          <a:ln w="28575">
            <a:solidFill>
              <a:schemeClr val="tx1"/>
            </a:solidFill>
            <a:round/>
            <a:headEnd/>
            <a:tailEnd type="triangle" w="med" len="med"/>
          </a:ln>
          <a:effectLst>
            <a:prstShdw prst="shdw17" dist="17961" dir="2700000">
              <a:schemeClr val="tx1">
                <a:gamma/>
                <a:shade val="60000"/>
                <a:invGamma/>
              </a:schemeClr>
            </a:prstShdw>
          </a:effectLst>
          <a:extLst>
            <a:ext uri="{909E8E84-426E-40DD-AFC4-6F175D3DCCD1}">
              <a14:hiddenFill xmlns:a14="http://schemas.microsoft.com/office/drawing/2010/main">
                <a:noFill/>
              </a14:hiddenFill>
            </a:ext>
          </a:extLst>
        </p:spPr>
        <p:txBody>
          <a:bodyPr/>
          <a:lstStyle/>
          <a:p>
            <a:pPr eaLnBrk="1" hangingPunct="1">
              <a:defRPr/>
            </a:pPr>
            <a:endParaRPr lang="zh-CN" altLang="en-US">
              <a:latin typeface="Arial" charset="0"/>
            </a:endParaRPr>
          </a:p>
        </p:txBody>
      </p:sp>
      <p:sp>
        <p:nvSpPr>
          <p:cNvPr id="537643" name="Text Box 43"/>
          <p:cNvSpPr txBox="1">
            <a:spLocks noChangeArrowheads="1"/>
          </p:cNvSpPr>
          <p:nvPr/>
        </p:nvSpPr>
        <p:spPr bwMode="auto">
          <a:xfrm>
            <a:off x="6224588" y="2127250"/>
            <a:ext cx="1827212"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defRPr/>
            </a:pPr>
            <a:r>
              <a:rPr kumimoji="1" lang="en-US" altLang="zh-CN" sz="1600" b="1">
                <a:effectLst>
                  <a:outerShdw blurRad="38100" dist="38100" dir="2700000" algn="tl">
                    <a:srgbClr val="C0C0C0"/>
                  </a:outerShdw>
                </a:effectLst>
                <a:latin typeface="Times New Roman" pitchFamily="18" charset="0"/>
              </a:rPr>
              <a:t>CustomerWindow.</a:t>
            </a:r>
          </a:p>
          <a:p>
            <a:pPr algn="ctr" eaLnBrk="1" hangingPunct="1">
              <a:defRPr/>
            </a:pPr>
            <a:r>
              <a:rPr kumimoji="1" lang="en-US" altLang="zh-CN" sz="1600" b="1">
                <a:effectLst>
                  <a:outerShdw blurRad="38100" dist="38100" dir="2700000" algn="tl">
                    <a:srgbClr val="C0C0C0"/>
                  </a:outerShdw>
                </a:effectLst>
                <a:latin typeface="Times New Roman" pitchFamily="18" charset="0"/>
              </a:rPr>
              <a:t>PrintAll</a:t>
            </a:r>
          </a:p>
          <a:p>
            <a:pPr algn="ctr" eaLnBrk="1" hangingPunct="1">
              <a:defRPr/>
            </a:pPr>
            <a:r>
              <a:rPr kumimoji="1" lang="en-US" altLang="zh-CN" sz="1600" b="1">
                <a:effectLst>
                  <a:outerShdw blurRad="38100" dist="38100" dir="2700000" algn="tl">
                    <a:srgbClr val="C0C0C0"/>
                  </a:outerShdw>
                </a:effectLst>
                <a:latin typeface="Times New Roman" pitchFamily="18" charset="0"/>
              </a:rPr>
              <a:t>Customers()</a:t>
            </a:r>
          </a:p>
        </p:txBody>
      </p:sp>
      <p:sp>
        <p:nvSpPr>
          <p:cNvPr id="537644" name="Line 44"/>
          <p:cNvSpPr>
            <a:spLocks noChangeShapeType="1"/>
          </p:cNvSpPr>
          <p:nvPr/>
        </p:nvSpPr>
        <p:spPr bwMode="auto">
          <a:xfrm flipV="1">
            <a:off x="2286000" y="2886075"/>
            <a:ext cx="0" cy="381000"/>
          </a:xfrm>
          <a:prstGeom prst="line">
            <a:avLst/>
          </a:prstGeom>
          <a:noFill/>
          <a:ln w="28575">
            <a:solidFill>
              <a:srgbClr val="FFFFCC"/>
            </a:solidFill>
            <a:prstDash val="lgDash"/>
            <a:round/>
            <a:headEnd/>
            <a:tailEnd type="triangle" w="med" len="med"/>
          </a:ln>
          <a:effectLst>
            <a:prstShdw prst="shdw17" dist="17961" dir="2700000">
              <a:srgbClr val="99997A"/>
            </a:prstShdw>
          </a:effectLst>
          <a:extLst>
            <a:ext uri="{909E8E84-426E-40DD-AFC4-6F175D3DCCD1}">
              <a14:hiddenFill xmlns:a14="http://schemas.microsoft.com/office/drawing/2010/main">
                <a:noFill/>
              </a14:hiddenFill>
            </a:ext>
          </a:extLst>
        </p:spPr>
        <p:txBody>
          <a:bodyPr/>
          <a:lstStyle/>
          <a:p>
            <a:endParaRPr lang="zh-CN" altLang="en-US"/>
          </a:p>
        </p:txBody>
      </p:sp>
      <p:sp>
        <p:nvSpPr>
          <p:cNvPr id="65580" name="Oval 45">
            <a:hlinkClick r:id="" action="ppaction://hlinkshowjump?jump=previousslide"/>
          </p:cNvPr>
          <p:cNvSpPr>
            <a:spLocks noChangeArrowheads="1"/>
          </p:cNvSpPr>
          <p:nvPr/>
        </p:nvSpPr>
        <p:spPr bwMode="auto">
          <a:xfrm>
            <a:off x="6356350" y="6365875"/>
            <a:ext cx="762000" cy="381000"/>
          </a:xfrm>
          <a:prstGeom prst="ellipse">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round/>
                <a:headEnd/>
                <a:tailEnd/>
              </a14:hiddenLine>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65581" name="Oval 46">
            <a:hlinkClick r:id="" action="ppaction://hlinkshowjump?jump=nextslide"/>
          </p:cNvPr>
          <p:cNvSpPr>
            <a:spLocks noChangeArrowheads="1"/>
          </p:cNvSpPr>
          <p:nvPr/>
        </p:nvSpPr>
        <p:spPr bwMode="auto">
          <a:xfrm>
            <a:off x="7245350" y="6365875"/>
            <a:ext cx="762000" cy="381000"/>
          </a:xfrm>
          <a:prstGeom prst="ellipse">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round/>
                <a:headEnd/>
                <a:tailEnd/>
              </a14:hiddenLine>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65582" name="Oval 47">
            <a:hlinkClick r:id="" action="ppaction://hlinkshowjump?jump=firstslide"/>
          </p:cNvPr>
          <p:cNvSpPr>
            <a:spLocks noChangeArrowheads="1"/>
          </p:cNvSpPr>
          <p:nvPr/>
        </p:nvSpPr>
        <p:spPr bwMode="auto">
          <a:xfrm>
            <a:off x="8137525" y="6370638"/>
            <a:ext cx="762000" cy="381000"/>
          </a:xfrm>
          <a:prstGeom prst="ellipse">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round/>
                <a:headEnd/>
                <a:tailEnd/>
              </a14:hiddenLine>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Tree>
  </p:cSld>
  <p:clrMapOvr>
    <a:masterClrMapping/>
  </p:clrMapOvr>
  <p:transition advClick="0">
    <p:wheel spokes="8"/>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0"/>
                                  </p:stCondLst>
                                  <p:childTnLst>
                                    <p:set>
                                      <p:cBhvr>
                                        <p:cTn id="6" dur="1" fill="hold">
                                          <p:stCondLst>
                                            <p:cond delay="0"/>
                                          </p:stCondLst>
                                        </p:cTn>
                                        <p:tgtEl>
                                          <p:spTgt spid="537627"/>
                                        </p:tgtEl>
                                        <p:attrNameLst>
                                          <p:attrName>style.visibility</p:attrName>
                                        </p:attrNameLst>
                                      </p:cBhvr>
                                      <p:to>
                                        <p:strVal val="visible"/>
                                      </p:to>
                                    </p:set>
                                    <p:anim calcmode="lin" valueType="num">
                                      <p:cBhvr>
                                        <p:cTn id="7" dur="500" fill="hold"/>
                                        <p:tgtEl>
                                          <p:spTgt spid="537627"/>
                                        </p:tgtEl>
                                        <p:attrNameLst>
                                          <p:attrName>ppt_w</p:attrName>
                                        </p:attrNameLst>
                                      </p:cBhvr>
                                      <p:tavLst>
                                        <p:tav tm="0">
                                          <p:val>
                                            <p:fltVal val="0"/>
                                          </p:val>
                                        </p:tav>
                                        <p:tav tm="100000">
                                          <p:val>
                                            <p:strVal val="#ppt_w"/>
                                          </p:val>
                                        </p:tav>
                                      </p:tavLst>
                                    </p:anim>
                                    <p:anim calcmode="lin" valueType="num">
                                      <p:cBhvr>
                                        <p:cTn id="8" dur="500" fill="hold"/>
                                        <p:tgtEl>
                                          <p:spTgt spid="537627"/>
                                        </p:tgtEl>
                                        <p:attrNameLst>
                                          <p:attrName>ppt_h</p:attrName>
                                        </p:attrNameLst>
                                      </p:cBhvr>
                                      <p:tavLst>
                                        <p:tav tm="0">
                                          <p:val>
                                            <p:strVal val="#ppt_h"/>
                                          </p:val>
                                        </p:tav>
                                        <p:tav tm="100000">
                                          <p:val>
                                            <p:strVal val="#ppt_h"/>
                                          </p:val>
                                        </p:tav>
                                      </p:tavLst>
                                    </p:anim>
                                  </p:childTnLst>
                                </p:cTn>
                              </p:par>
                            </p:childTnLst>
                          </p:cTn>
                        </p:par>
                        <p:par>
                          <p:cTn id="9" fill="hold" nodeType="afterGroup">
                            <p:stCondLst>
                              <p:cond delay="500"/>
                            </p:stCondLst>
                            <p:childTnLst>
                              <p:par>
                                <p:cTn id="10" presetID="22" presetClass="entr" presetSubtype="1" fill="hold" nodeType="afterEffect">
                                  <p:stCondLst>
                                    <p:cond delay="0"/>
                                  </p:stCondLst>
                                  <p:childTnLst>
                                    <p:set>
                                      <p:cBhvr>
                                        <p:cTn id="11" dur="1" fill="hold">
                                          <p:stCondLst>
                                            <p:cond delay="0"/>
                                          </p:stCondLst>
                                        </p:cTn>
                                        <p:tgtEl>
                                          <p:spTgt spid="537642"/>
                                        </p:tgtEl>
                                        <p:attrNameLst>
                                          <p:attrName>style.visibility</p:attrName>
                                        </p:attrNameLst>
                                      </p:cBhvr>
                                      <p:to>
                                        <p:strVal val="visible"/>
                                      </p:to>
                                    </p:set>
                                    <p:animEffect transition="in" filter="wipe(up)">
                                      <p:cBhvr>
                                        <p:cTn id="12" dur="500"/>
                                        <p:tgtEl>
                                          <p:spTgt spid="537642"/>
                                        </p:tgtEl>
                                      </p:cBhvr>
                                    </p:animEffect>
                                  </p:childTnLst>
                                </p:cTn>
                              </p:par>
                            </p:childTnLst>
                          </p:cTn>
                        </p:par>
                        <p:par>
                          <p:cTn id="13" fill="hold" nodeType="afterGroup">
                            <p:stCondLst>
                              <p:cond delay="1000"/>
                            </p:stCondLst>
                            <p:childTnLst>
                              <p:par>
                                <p:cTn id="14" presetID="17" presetClass="entr" presetSubtype="10" fill="hold" nodeType="afterEffect">
                                  <p:stCondLst>
                                    <p:cond delay="0"/>
                                  </p:stCondLst>
                                  <p:childTnLst>
                                    <p:set>
                                      <p:cBhvr>
                                        <p:cTn id="15" dur="1" fill="hold">
                                          <p:stCondLst>
                                            <p:cond delay="0"/>
                                          </p:stCondLst>
                                        </p:cTn>
                                        <p:tgtEl>
                                          <p:spTgt spid="537603"/>
                                        </p:tgtEl>
                                        <p:attrNameLst>
                                          <p:attrName>style.visibility</p:attrName>
                                        </p:attrNameLst>
                                      </p:cBhvr>
                                      <p:to>
                                        <p:strVal val="visible"/>
                                      </p:to>
                                    </p:set>
                                    <p:anim calcmode="lin" valueType="num">
                                      <p:cBhvr>
                                        <p:cTn id="16" dur="500" fill="hold"/>
                                        <p:tgtEl>
                                          <p:spTgt spid="537603"/>
                                        </p:tgtEl>
                                        <p:attrNameLst>
                                          <p:attrName>ppt_w</p:attrName>
                                        </p:attrNameLst>
                                      </p:cBhvr>
                                      <p:tavLst>
                                        <p:tav tm="0">
                                          <p:val>
                                            <p:fltVal val="0"/>
                                          </p:val>
                                        </p:tav>
                                        <p:tav tm="100000">
                                          <p:val>
                                            <p:strVal val="#ppt_w"/>
                                          </p:val>
                                        </p:tav>
                                      </p:tavLst>
                                    </p:anim>
                                    <p:anim calcmode="lin" valueType="num">
                                      <p:cBhvr>
                                        <p:cTn id="17" dur="500" fill="hold"/>
                                        <p:tgtEl>
                                          <p:spTgt spid="537603"/>
                                        </p:tgtEl>
                                        <p:attrNameLst>
                                          <p:attrName>ppt_h</p:attrName>
                                        </p:attrNameLst>
                                      </p:cBhvr>
                                      <p:tavLst>
                                        <p:tav tm="0">
                                          <p:val>
                                            <p:strVal val="#ppt_h"/>
                                          </p:val>
                                        </p:tav>
                                        <p:tav tm="100000">
                                          <p:val>
                                            <p:strVal val="#ppt_h"/>
                                          </p:val>
                                        </p:tav>
                                      </p:tavLst>
                                    </p:anim>
                                  </p:childTnLst>
                                </p:cTn>
                              </p:par>
                            </p:childTnLst>
                          </p:cTn>
                        </p:par>
                        <p:par>
                          <p:cTn id="18" fill="hold" nodeType="afterGroup">
                            <p:stCondLst>
                              <p:cond delay="1500"/>
                            </p:stCondLst>
                            <p:childTnLst>
                              <p:par>
                                <p:cTn id="19" presetID="17" presetClass="entr" presetSubtype="10" fill="hold" nodeType="afterEffect">
                                  <p:stCondLst>
                                    <p:cond delay="0"/>
                                  </p:stCondLst>
                                  <p:childTnLst>
                                    <p:set>
                                      <p:cBhvr>
                                        <p:cTn id="20" dur="1" fill="hold">
                                          <p:stCondLst>
                                            <p:cond delay="0"/>
                                          </p:stCondLst>
                                        </p:cTn>
                                        <p:tgtEl>
                                          <p:spTgt spid="537604"/>
                                        </p:tgtEl>
                                        <p:attrNameLst>
                                          <p:attrName>style.visibility</p:attrName>
                                        </p:attrNameLst>
                                      </p:cBhvr>
                                      <p:to>
                                        <p:strVal val="visible"/>
                                      </p:to>
                                    </p:set>
                                    <p:anim calcmode="lin" valueType="num">
                                      <p:cBhvr>
                                        <p:cTn id="21" dur="500" fill="hold"/>
                                        <p:tgtEl>
                                          <p:spTgt spid="537604"/>
                                        </p:tgtEl>
                                        <p:attrNameLst>
                                          <p:attrName>ppt_w</p:attrName>
                                        </p:attrNameLst>
                                      </p:cBhvr>
                                      <p:tavLst>
                                        <p:tav tm="0">
                                          <p:val>
                                            <p:fltVal val="0"/>
                                          </p:val>
                                        </p:tav>
                                        <p:tav tm="100000">
                                          <p:val>
                                            <p:strVal val="#ppt_w"/>
                                          </p:val>
                                        </p:tav>
                                      </p:tavLst>
                                    </p:anim>
                                    <p:anim calcmode="lin" valueType="num">
                                      <p:cBhvr>
                                        <p:cTn id="22" dur="500" fill="hold"/>
                                        <p:tgtEl>
                                          <p:spTgt spid="537604"/>
                                        </p:tgtEl>
                                        <p:attrNameLst>
                                          <p:attrName>ppt_h</p:attrName>
                                        </p:attrNameLst>
                                      </p:cBhvr>
                                      <p:tavLst>
                                        <p:tav tm="0">
                                          <p:val>
                                            <p:strVal val="#ppt_h"/>
                                          </p:val>
                                        </p:tav>
                                        <p:tav tm="100000">
                                          <p:val>
                                            <p:strVal val="#ppt_h"/>
                                          </p:val>
                                        </p:tav>
                                      </p:tavLst>
                                    </p:anim>
                                  </p:childTnLst>
                                </p:cTn>
                              </p:par>
                            </p:childTnLst>
                          </p:cTn>
                        </p:par>
                        <p:par>
                          <p:cTn id="23" fill="hold" nodeType="afterGroup">
                            <p:stCondLst>
                              <p:cond delay="2000"/>
                            </p:stCondLst>
                            <p:childTnLst>
                              <p:par>
                                <p:cTn id="24" presetID="17" presetClass="entr" presetSubtype="10" fill="hold" nodeType="afterEffect">
                                  <p:stCondLst>
                                    <p:cond delay="0"/>
                                  </p:stCondLst>
                                  <p:childTnLst>
                                    <p:set>
                                      <p:cBhvr>
                                        <p:cTn id="25" dur="1" fill="hold">
                                          <p:stCondLst>
                                            <p:cond delay="0"/>
                                          </p:stCondLst>
                                        </p:cTn>
                                        <p:tgtEl>
                                          <p:spTgt spid="537631"/>
                                        </p:tgtEl>
                                        <p:attrNameLst>
                                          <p:attrName>style.visibility</p:attrName>
                                        </p:attrNameLst>
                                      </p:cBhvr>
                                      <p:to>
                                        <p:strVal val="visible"/>
                                      </p:to>
                                    </p:set>
                                    <p:anim calcmode="lin" valueType="num">
                                      <p:cBhvr>
                                        <p:cTn id="26" dur="500" fill="hold"/>
                                        <p:tgtEl>
                                          <p:spTgt spid="537631"/>
                                        </p:tgtEl>
                                        <p:attrNameLst>
                                          <p:attrName>ppt_w</p:attrName>
                                        </p:attrNameLst>
                                      </p:cBhvr>
                                      <p:tavLst>
                                        <p:tav tm="0">
                                          <p:val>
                                            <p:fltVal val="0"/>
                                          </p:val>
                                        </p:tav>
                                        <p:tav tm="100000">
                                          <p:val>
                                            <p:strVal val="#ppt_w"/>
                                          </p:val>
                                        </p:tav>
                                      </p:tavLst>
                                    </p:anim>
                                    <p:anim calcmode="lin" valueType="num">
                                      <p:cBhvr>
                                        <p:cTn id="27" dur="500" fill="hold"/>
                                        <p:tgtEl>
                                          <p:spTgt spid="537631"/>
                                        </p:tgtEl>
                                        <p:attrNameLst>
                                          <p:attrName>ppt_h</p:attrName>
                                        </p:attrNameLst>
                                      </p:cBhvr>
                                      <p:tavLst>
                                        <p:tav tm="0">
                                          <p:val>
                                            <p:strVal val="#ppt_h"/>
                                          </p:val>
                                        </p:tav>
                                        <p:tav tm="100000">
                                          <p:val>
                                            <p:strVal val="#ppt_h"/>
                                          </p:val>
                                        </p:tav>
                                      </p:tavLst>
                                    </p:anim>
                                  </p:childTnLst>
                                </p:cTn>
                              </p:par>
                            </p:childTnLst>
                          </p:cTn>
                        </p:par>
                        <p:par>
                          <p:cTn id="28" fill="hold" nodeType="afterGroup">
                            <p:stCondLst>
                              <p:cond delay="2500"/>
                            </p:stCondLst>
                            <p:childTnLst>
                              <p:par>
                                <p:cTn id="29" presetID="22" presetClass="entr" presetSubtype="2" fill="hold" nodeType="afterEffect">
                                  <p:stCondLst>
                                    <p:cond delay="0"/>
                                  </p:stCondLst>
                                  <p:childTnLst>
                                    <p:set>
                                      <p:cBhvr>
                                        <p:cTn id="30" dur="1" fill="hold">
                                          <p:stCondLst>
                                            <p:cond delay="0"/>
                                          </p:stCondLst>
                                        </p:cTn>
                                        <p:tgtEl>
                                          <p:spTgt spid="537621"/>
                                        </p:tgtEl>
                                        <p:attrNameLst>
                                          <p:attrName>style.visibility</p:attrName>
                                        </p:attrNameLst>
                                      </p:cBhvr>
                                      <p:to>
                                        <p:strVal val="visible"/>
                                      </p:to>
                                    </p:set>
                                    <p:animEffect transition="in" filter="wipe(right)">
                                      <p:cBhvr>
                                        <p:cTn id="31" dur="500"/>
                                        <p:tgtEl>
                                          <p:spTgt spid="537621"/>
                                        </p:tgtEl>
                                      </p:cBhvr>
                                    </p:animEffect>
                                  </p:childTnLst>
                                </p:cTn>
                              </p:par>
                            </p:childTnLst>
                          </p:cTn>
                        </p:par>
                        <p:par>
                          <p:cTn id="32" fill="hold" nodeType="afterGroup">
                            <p:stCondLst>
                              <p:cond delay="3000"/>
                            </p:stCondLst>
                            <p:childTnLst>
                              <p:par>
                                <p:cTn id="33" presetID="22" presetClass="entr" presetSubtype="1" fill="hold" nodeType="afterEffect">
                                  <p:stCondLst>
                                    <p:cond delay="0"/>
                                  </p:stCondLst>
                                  <p:childTnLst>
                                    <p:set>
                                      <p:cBhvr>
                                        <p:cTn id="34" dur="1" fill="hold">
                                          <p:stCondLst>
                                            <p:cond delay="0"/>
                                          </p:stCondLst>
                                        </p:cTn>
                                        <p:tgtEl>
                                          <p:spTgt spid="537626"/>
                                        </p:tgtEl>
                                        <p:attrNameLst>
                                          <p:attrName>style.visibility</p:attrName>
                                        </p:attrNameLst>
                                      </p:cBhvr>
                                      <p:to>
                                        <p:strVal val="visible"/>
                                      </p:to>
                                    </p:set>
                                    <p:animEffect transition="in" filter="wipe(up)">
                                      <p:cBhvr>
                                        <p:cTn id="35" dur="500"/>
                                        <p:tgtEl>
                                          <p:spTgt spid="537626"/>
                                        </p:tgtEl>
                                      </p:cBhvr>
                                    </p:animEffect>
                                  </p:childTnLst>
                                </p:cTn>
                              </p:par>
                            </p:childTnLst>
                          </p:cTn>
                        </p:par>
                        <p:par>
                          <p:cTn id="36" fill="hold" nodeType="afterGroup">
                            <p:stCondLst>
                              <p:cond delay="3500"/>
                            </p:stCondLst>
                            <p:childTnLst>
                              <p:par>
                                <p:cTn id="37" presetID="22" presetClass="entr" presetSubtype="4" fill="hold" grpId="0" nodeType="afterEffect">
                                  <p:stCondLst>
                                    <p:cond delay="0"/>
                                  </p:stCondLst>
                                  <p:childTnLst>
                                    <p:set>
                                      <p:cBhvr>
                                        <p:cTn id="38" dur="1" fill="hold">
                                          <p:stCondLst>
                                            <p:cond delay="0"/>
                                          </p:stCondLst>
                                        </p:cTn>
                                        <p:tgtEl>
                                          <p:spTgt spid="537644"/>
                                        </p:tgtEl>
                                        <p:attrNameLst>
                                          <p:attrName>style.visibility</p:attrName>
                                        </p:attrNameLst>
                                      </p:cBhvr>
                                      <p:to>
                                        <p:strVal val="visible"/>
                                      </p:to>
                                    </p:set>
                                    <p:animEffect transition="in" filter="wipe(down)">
                                      <p:cBhvr>
                                        <p:cTn id="39" dur="500"/>
                                        <p:tgtEl>
                                          <p:spTgt spid="537644"/>
                                        </p:tgtEl>
                                      </p:cBhvr>
                                    </p:animEffect>
                                  </p:childTnLst>
                                </p:cTn>
                              </p:par>
                            </p:childTnLst>
                          </p:cTn>
                        </p:par>
                        <p:par>
                          <p:cTn id="40" fill="hold" nodeType="afterGroup">
                            <p:stCondLst>
                              <p:cond delay="4000"/>
                            </p:stCondLst>
                            <p:childTnLst>
                              <p:par>
                                <p:cTn id="41" presetID="17" presetClass="entr" presetSubtype="10" fill="hold" nodeType="afterEffect">
                                  <p:stCondLst>
                                    <p:cond delay="0"/>
                                  </p:stCondLst>
                                  <p:childTnLst>
                                    <p:set>
                                      <p:cBhvr>
                                        <p:cTn id="42" dur="1" fill="hold">
                                          <p:stCondLst>
                                            <p:cond delay="0"/>
                                          </p:stCondLst>
                                        </p:cTn>
                                        <p:tgtEl>
                                          <p:spTgt spid="537622"/>
                                        </p:tgtEl>
                                        <p:attrNameLst>
                                          <p:attrName>style.visibility</p:attrName>
                                        </p:attrNameLst>
                                      </p:cBhvr>
                                      <p:to>
                                        <p:strVal val="visible"/>
                                      </p:to>
                                    </p:set>
                                    <p:anim calcmode="lin" valueType="num">
                                      <p:cBhvr>
                                        <p:cTn id="43" dur="500" fill="hold"/>
                                        <p:tgtEl>
                                          <p:spTgt spid="537622"/>
                                        </p:tgtEl>
                                        <p:attrNameLst>
                                          <p:attrName>ppt_w</p:attrName>
                                        </p:attrNameLst>
                                      </p:cBhvr>
                                      <p:tavLst>
                                        <p:tav tm="0">
                                          <p:val>
                                            <p:fltVal val="0"/>
                                          </p:val>
                                        </p:tav>
                                        <p:tav tm="100000">
                                          <p:val>
                                            <p:strVal val="#ppt_w"/>
                                          </p:val>
                                        </p:tav>
                                      </p:tavLst>
                                    </p:anim>
                                    <p:anim calcmode="lin" valueType="num">
                                      <p:cBhvr>
                                        <p:cTn id="44" dur="500" fill="hold"/>
                                        <p:tgtEl>
                                          <p:spTgt spid="537622"/>
                                        </p:tgtEl>
                                        <p:attrNameLst>
                                          <p:attrName>ppt_h</p:attrName>
                                        </p:attrNameLst>
                                      </p:cBhvr>
                                      <p:tavLst>
                                        <p:tav tm="0">
                                          <p:val>
                                            <p:strVal val="#ppt_h"/>
                                          </p:val>
                                        </p:tav>
                                        <p:tav tm="100000">
                                          <p:val>
                                            <p:strVal val="#ppt_h"/>
                                          </p:val>
                                        </p:tav>
                                      </p:tavLst>
                                    </p:anim>
                                  </p:childTnLst>
                                </p:cTn>
                              </p:par>
                            </p:childTnLst>
                          </p:cTn>
                        </p:par>
                        <p:par>
                          <p:cTn id="45" fill="hold" nodeType="afterGroup">
                            <p:stCondLst>
                              <p:cond delay="4500"/>
                            </p:stCondLst>
                            <p:childTnLst>
                              <p:par>
                                <p:cTn id="46" presetID="22" presetClass="entr" presetSubtype="2" fill="hold" nodeType="afterEffect">
                                  <p:stCondLst>
                                    <p:cond delay="0"/>
                                  </p:stCondLst>
                                  <p:childTnLst>
                                    <p:set>
                                      <p:cBhvr>
                                        <p:cTn id="47" dur="1" fill="hold">
                                          <p:stCondLst>
                                            <p:cond delay="0"/>
                                          </p:stCondLst>
                                        </p:cTn>
                                        <p:tgtEl>
                                          <p:spTgt spid="537623"/>
                                        </p:tgtEl>
                                        <p:attrNameLst>
                                          <p:attrName>style.visibility</p:attrName>
                                        </p:attrNameLst>
                                      </p:cBhvr>
                                      <p:to>
                                        <p:strVal val="visible"/>
                                      </p:to>
                                    </p:set>
                                    <p:animEffect transition="in" filter="wipe(right)">
                                      <p:cBhvr>
                                        <p:cTn id="48" dur="500"/>
                                        <p:tgtEl>
                                          <p:spTgt spid="537623"/>
                                        </p:tgtEl>
                                      </p:cBhvr>
                                    </p:animEffect>
                                  </p:childTnLst>
                                </p:cTn>
                              </p:par>
                            </p:childTnLst>
                          </p:cTn>
                        </p:par>
                        <p:par>
                          <p:cTn id="49" fill="hold" nodeType="afterGroup">
                            <p:stCondLst>
                              <p:cond delay="5000"/>
                            </p:stCondLst>
                            <p:childTnLst>
                              <p:par>
                                <p:cTn id="50" presetID="22" presetClass="entr" presetSubtype="4" fill="hold" nodeType="afterEffect">
                                  <p:stCondLst>
                                    <p:cond delay="0"/>
                                  </p:stCondLst>
                                  <p:childTnLst>
                                    <p:set>
                                      <p:cBhvr>
                                        <p:cTn id="51" dur="1" fill="hold">
                                          <p:stCondLst>
                                            <p:cond delay="0"/>
                                          </p:stCondLst>
                                        </p:cTn>
                                        <p:tgtEl>
                                          <p:spTgt spid="537624"/>
                                        </p:tgtEl>
                                        <p:attrNameLst>
                                          <p:attrName>style.visibility</p:attrName>
                                        </p:attrNameLst>
                                      </p:cBhvr>
                                      <p:to>
                                        <p:strVal val="visible"/>
                                      </p:to>
                                    </p:set>
                                    <p:animEffect transition="in" filter="wipe(down)">
                                      <p:cBhvr>
                                        <p:cTn id="52" dur="500"/>
                                        <p:tgtEl>
                                          <p:spTgt spid="537624"/>
                                        </p:tgtEl>
                                      </p:cBhvr>
                                    </p:animEffect>
                                  </p:childTnLst>
                                </p:cTn>
                              </p:par>
                            </p:childTnLst>
                          </p:cTn>
                        </p:par>
                        <p:par>
                          <p:cTn id="53" fill="hold" nodeType="afterGroup">
                            <p:stCondLst>
                              <p:cond delay="5500"/>
                            </p:stCondLst>
                            <p:childTnLst>
                              <p:par>
                                <p:cTn id="54" presetID="22" presetClass="entr" presetSubtype="8" fill="hold" nodeType="afterEffect">
                                  <p:stCondLst>
                                    <p:cond delay="0"/>
                                  </p:stCondLst>
                                  <p:childTnLst>
                                    <p:set>
                                      <p:cBhvr>
                                        <p:cTn id="55" dur="1" fill="hold">
                                          <p:stCondLst>
                                            <p:cond delay="0"/>
                                          </p:stCondLst>
                                        </p:cTn>
                                        <p:tgtEl>
                                          <p:spTgt spid="537625"/>
                                        </p:tgtEl>
                                        <p:attrNameLst>
                                          <p:attrName>style.visibility</p:attrName>
                                        </p:attrNameLst>
                                      </p:cBhvr>
                                      <p:to>
                                        <p:strVal val="visible"/>
                                      </p:to>
                                    </p:set>
                                    <p:animEffect transition="in" filter="wipe(left)">
                                      <p:cBhvr>
                                        <p:cTn id="56" dur="500"/>
                                        <p:tgtEl>
                                          <p:spTgt spid="5376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7627" grpId="0" animBg="1"/>
      <p:bldP spid="537644"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日期占位符 2"/>
          <p:cNvSpPr>
            <a:spLocks noGrp="1"/>
          </p:cNvSpPr>
          <p:nvPr>
            <p:ph type="dt" sz="quarter" idx="10"/>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AF413818-CF0B-4B14-B30A-7859E252695C}" type="datetime8">
              <a:rPr lang="zh-CN" altLang="en-US" sz="1400" smtClean="0"/>
              <a:pPr>
                <a:spcBef>
                  <a:spcPct val="0"/>
                </a:spcBef>
                <a:buClrTx/>
                <a:buFontTx/>
                <a:buNone/>
              </a:pPr>
              <a:t>2020年5月12日3时0分</a:t>
            </a:fld>
            <a:endParaRPr lang="en-US" altLang="zh-CN" sz="1400" smtClean="0"/>
          </a:p>
        </p:txBody>
      </p:sp>
      <p:sp>
        <p:nvSpPr>
          <p:cNvPr id="66563" name="灯片编号占位符 4"/>
          <p:cNvSpPr>
            <a:spLocks noGrp="1"/>
          </p:cNvSpPr>
          <p:nvPr>
            <p:ph type="sldNum" sz="quarter" idx="12"/>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207FAEDC-3899-45EF-8F60-00FC2F2FA9B8}" type="slidenum">
              <a:rPr lang="en-US" altLang="zh-CN" sz="1400" smtClean="0"/>
              <a:pPr>
                <a:spcBef>
                  <a:spcPct val="0"/>
                </a:spcBef>
                <a:buClrTx/>
                <a:buFontTx/>
                <a:buNone/>
              </a:pPr>
              <a:t>51</a:t>
            </a:fld>
            <a:endParaRPr lang="en-US" altLang="zh-CN" sz="1400" smtClean="0"/>
          </a:p>
        </p:txBody>
      </p:sp>
      <p:sp>
        <p:nvSpPr>
          <p:cNvPr id="66564" name="Rectangle 2"/>
          <p:cNvSpPr>
            <a:spLocks noGrp="1" noRot="1" noChangeArrowheads="1"/>
          </p:cNvSpPr>
          <p:nvPr>
            <p:ph type="title"/>
          </p:nvPr>
        </p:nvSpPr>
        <p:spPr>
          <a:xfrm>
            <a:off x="3276600" y="6165850"/>
            <a:ext cx="2686050" cy="404813"/>
          </a:xfrm>
        </p:spPr>
        <p:txBody>
          <a:bodyPr/>
          <a:lstStyle/>
          <a:p>
            <a:pPr eaLnBrk="1" hangingPunct="1"/>
            <a:r>
              <a:rPr lang="zh-CN" altLang="en-US" sz="1800" smtClean="0">
                <a:solidFill>
                  <a:schemeClr val="tx1"/>
                </a:solidFill>
                <a:latin typeface="宋体" panose="02010600030101010101" pitchFamily="2" charset="-122"/>
              </a:rPr>
              <a:t>活动图举例</a:t>
            </a:r>
          </a:p>
        </p:txBody>
      </p:sp>
      <p:grpSp>
        <p:nvGrpSpPr>
          <p:cNvPr id="66565" name="Group 4"/>
          <p:cNvGrpSpPr>
            <a:grpSpLocks/>
          </p:cNvGrpSpPr>
          <p:nvPr/>
        </p:nvGrpSpPr>
        <p:grpSpPr bwMode="auto">
          <a:xfrm>
            <a:off x="806450" y="579438"/>
            <a:ext cx="7600950" cy="5586412"/>
            <a:chOff x="508" y="365"/>
            <a:chExt cx="4788" cy="3560"/>
          </a:xfrm>
        </p:grpSpPr>
        <p:grpSp>
          <p:nvGrpSpPr>
            <p:cNvPr id="66570" name="Group 5"/>
            <p:cNvGrpSpPr>
              <a:grpSpLocks/>
            </p:cNvGrpSpPr>
            <p:nvPr/>
          </p:nvGrpSpPr>
          <p:grpSpPr bwMode="auto">
            <a:xfrm>
              <a:off x="508" y="365"/>
              <a:ext cx="4788" cy="3560"/>
              <a:chOff x="504" y="348"/>
              <a:chExt cx="4788" cy="3560"/>
            </a:xfrm>
          </p:grpSpPr>
          <p:pic>
            <p:nvPicPr>
              <p:cNvPr id="66596" name="Picture 6" descr="6-5-2-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8" y="384"/>
                <a:ext cx="4752" cy="3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597" name="Rectangle 7"/>
              <p:cNvSpPr>
                <a:spLocks noChangeArrowheads="1"/>
              </p:cNvSpPr>
              <p:nvPr/>
            </p:nvSpPr>
            <p:spPr bwMode="auto">
              <a:xfrm>
                <a:off x="504" y="348"/>
                <a:ext cx="4788" cy="3552"/>
              </a:xfrm>
              <a:prstGeom prst="rect">
                <a:avLst/>
              </a:prstGeom>
              <a:noFill/>
              <a:ln w="57150">
                <a:solidFill>
                  <a:schemeClr val="accent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grpSp>
        <p:sp>
          <p:nvSpPr>
            <p:cNvPr id="66571" name="Line 8"/>
            <p:cNvSpPr>
              <a:spLocks noChangeShapeType="1"/>
            </p:cNvSpPr>
            <p:nvPr/>
          </p:nvSpPr>
          <p:spPr bwMode="auto">
            <a:xfrm>
              <a:off x="1204" y="689"/>
              <a:ext cx="0" cy="252"/>
            </a:xfrm>
            <a:prstGeom prst="line">
              <a:avLst/>
            </a:prstGeom>
            <a:noFill/>
            <a:ln w="2857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572" name="Line 9"/>
            <p:cNvSpPr>
              <a:spLocks noChangeShapeType="1"/>
            </p:cNvSpPr>
            <p:nvPr/>
          </p:nvSpPr>
          <p:spPr bwMode="auto">
            <a:xfrm>
              <a:off x="1192" y="1433"/>
              <a:ext cx="0" cy="288"/>
            </a:xfrm>
            <a:prstGeom prst="line">
              <a:avLst/>
            </a:prstGeom>
            <a:noFill/>
            <a:ln w="2857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573" name="Line 10"/>
            <p:cNvSpPr>
              <a:spLocks noChangeShapeType="1"/>
            </p:cNvSpPr>
            <p:nvPr/>
          </p:nvSpPr>
          <p:spPr bwMode="auto">
            <a:xfrm>
              <a:off x="1204" y="2201"/>
              <a:ext cx="0" cy="528"/>
            </a:xfrm>
            <a:prstGeom prst="line">
              <a:avLst/>
            </a:prstGeom>
            <a:noFill/>
            <a:ln w="2857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574" name="Line 11"/>
            <p:cNvSpPr>
              <a:spLocks noChangeShapeType="1"/>
            </p:cNvSpPr>
            <p:nvPr/>
          </p:nvSpPr>
          <p:spPr bwMode="auto">
            <a:xfrm>
              <a:off x="1204" y="2909"/>
              <a:ext cx="0" cy="732"/>
            </a:xfrm>
            <a:prstGeom prst="line">
              <a:avLst/>
            </a:prstGeom>
            <a:noFill/>
            <a:ln w="2857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575" name="Line 12"/>
            <p:cNvSpPr>
              <a:spLocks noChangeShapeType="1"/>
            </p:cNvSpPr>
            <p:nvPr/>
          </p:nvSpPr>
          <p:spPr bwMode="auto">
            <a:xfrm>
              <a:off x="1684" y="1205"/>
              <a:ext cx="804" cy="0"/>
            </a:xfrm>
            <a:prstGeom prst="line">
              <a:avLst/>
            </a:prstGeom>
            <a:noFill/>
            <a:ln w="2857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576" name="Line 13"/>
            <p:cNvSpPr>
              <a:spLocks noChangeShapeType="1"/>
            </p:cNvSpPr>
            <p:nvPr/>
          </p:nvSpPr>
          <p:spPr bwMode="auto">
            <a:xfrm>
              <a:off x="2956" y="1445"/>
              <a:ext cx="0" cy="528"/>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577" name="Line 14"/>
            <p:cNvSpPr>
              <a:spLocks noChangeShapeType="1"/>
            </p:cNvSpPr>
            <p:nvPr/>
          </p:nvSpPr>
          <p:spPr bwMode="auto">
            <a:xfrm flipH="1">
              <a:off x="1648" y="1973"/>
              <a:ext cx="1308" cy="0"/>
            </a:xfrm>
            <a:prstGeom prst="line">
              <a:avLst/>
            </a:prstGeom>
            <a:noFill/>
            <a:ln w="2857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578" name="Line 15"/>
            <p:cNvSpPr>
              <a:spLocks noChangeShapeType="1"/>
            </p:cNvSpPr>
            <p:nvPr/>
          </p:nvSpPr>
          <p:spPr bwMode="auto">
            <a:xfrm>
              <a:off x="1312" y="2825"/>
              <a:ext cx="648" cy="0"/>
            </a:xfrm>
            <a:prstGeom prst="line">
              <a:avLst/>
            </a:prstGeom>
            <a:noFill/>
            <a:ln w="2857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579" name="Line 16"/>
            <p:cNvSpPr>
              <a:spLocks noChangeShapeType="1"/>
            </p:cNvSpPr>
            <p:nvPr/>
          </p:nvSpPr>
          <p:spPr bwMode="auto">
            <a:xfrm>
              <a:off x="3280" y="3113"/>
              <a:ext cx="360" cy="0"/>
            </a:xfrm>
            <a:prstGeom prst="line">
              <a:avLst/>
            </a:prstGeom>
            <a:noFill/>
            <a:ln w="2857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580" name="Line 17"/>
            <p:cNvSpPr>
              <a:spLocks noChangeShapeType="1"/>
            </p:cNvSpPr>
            <p:nvPr/>
          </p:nvSpPr>
          <p:spPr bwMode="auto">
            <a:xfrm>
              <a:off x="4588" y="3113"/>
              <a:ext cx="324" cy="0"/>
            </a:xfrm>
            <a:prstGeom prst="line">
              <a:avLst/>
            </a:prstGeom>
            <a:noFill/>
            <a:ln w="2857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581" name="Line 18"/>
            <p:cNvSpPr>
              <a:spLocks noChangeShapeType="1"/>
            </p:cNvSpPr>
            <p:nvPr/>
          </p:nvSpPr>
          <p:spPr bwMode="auto">
            <a:xfrm>
              <a:off x="4948" y="2825"/>
              <a:ext cx="168"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582" name="Line 19"/>
            <p:cNvSpPr>
              <a:spLocks noChangeShapeType="1"/>
            </p:cNvSpPr>
            <p:nvPr/>
          </p:nvSpPr>
          <p:spPr bwMode="auto">
            <a:xfrm>
              <a:off x="5116" y="2813"/>
              <a:ext cx="0" cy="948"/>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583" name="Line 20"/>
            <p:cNvSpPr>
              <a:spLocks noChangeShapeType="1"/>
            </p:cNvSpPr>
            <p:nvPr/>
          </p:nvSpPr>
          <p:spPr bwMode="auto">
            <a:xfrm flipH="1" flipV="1">
              <a:off x="1312" y="3749"/>
              <a:ext cx="3804" cy="0"/>
            </a:xfrm>
            <a:prstGeom prst="line">
              <a:avLst/>
            </a:prstGeom>
            <a:noFill/>
            <a:ln w="2857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584" name="Rectangle 21"/>
            <p:cNvSpPr>
              <a:spLocks noChangeArrowheads="1"/>
            </p:cNvSpPr>
            <p:nvPr/>
          </p:nvSpPr>
          <p:spPr bwMode="auto">
            <a:xfrm>
              <a:off x="1960" y="2213"/>
              <a:ext cx="56" cy="1200"/>
            </a:xfrm>
            <a:prstGeom prst="rect">
              <a:avLst/>
            </a:prstGeom>
            <a:solidFill>
              <a:srgbClr val="305FB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66585" name="Rectangle 22"/>
            <p:cNvSpPr>
              <a:spLocks noChangeArrowheads="1"/>
            </p:cNvSpPr>
            <p:nvPr/>
          </p:nvSpPr>
          <p:spPr bwMode="auto">
            <a:xfrm>
              <a:off x="4912" y="2213"/>
              <a:ext cx="56" cy="1200"/>
            </a:xfrm>
            <a:prstGeom prst="rect">
              <a:avLst/>
            </a:prstGeom>
            <a:solidFill>
              <a:srgbClr val="305FB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66586" name="AutoShape 23"/>
            <p:cNvSpPr>
              <a:spLocks noChangeArrowheads="1"/>
            </p:cNvSpPr>
            <p:nvPr/>
          </p:nvSpPr>
          <p:spPr bwMode="auto">
            <a:xfrm>
              <a:off x="1096" y="2729"/>
              <a:ext cx="228" cy="192"/>
            </a:xfrm>
            <a:prstGeom prst="diamond">
              <a:avLst/>
            </a:prstGeom>
            <a:solidFill>
              <a:srgbClr val="7B9CDD"/>
            </a:solidFill>
            <a:ln w="1905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66587" name="Line 24"/>
            <p:cNvSpPr>
              <a:spLocks noChangeShapeType="1"/>
            </p:cNvSpPr>
            <p:nvPr/>
          </p:nvSpPr>
          <p:spPr bwMode="auto">
            <a:xfrm>
              <a:off x="1996" y="2513"/>
              <a:ext cx="948" cy="0"/>
            </a:xfrm>
            <a:prstGeom prst="line">
              <a:avLst/>
            </a:prstGeom>
            <a:noFill/>
            <a:ln w="2857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588" name="Line 25"/>
            <p:cNvSpPr>
              <a:spLocks noChangeShapeType="1"/>
            </p:cNvSpPr>
            <p:nvPr/>
          </p:nvSpPr>
          <p:spPr bwMode="auto">
            <a:xfrm>
              <a:off x="2020" y="3125"/>
              <a:ext cx="324" cy="0"/>
            </a:xfrm>
            <a:prstGeom prst="line">
              <a:avLst/>
            </a:prstGeom>
            <a:noFill/>
            <a:ln w="2857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66589" name="AutoShape 26"/>
            <p:cNvSpPr>
              <a:spLocks noChangeArrowheads="1"/>
            </p:cNvSpPr>
            <p:nvPr/>
          </p:nvSpPr>
          <p:spPr bwMode="auto">
            <a:xfrm>
              <a:off x="736" y="965"/>
              <a:ext cx="936" cy="456"/>
            </a:xfrm>
            <a:prstGeom prst="roundRect">
              <a:avLst>
                <a:gd name="adj" fmla="val 16667"/>
              </a:avLst>
            </a:prstGeom>
            <a:noFill/>
            <a:ln w="19050">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66590" name="AutoShape 27"/>
            <p:cNvSpPr>
              <a:spLocks noChangeArrowheads="1"/>
            </p:cNvSpPr>
            <p:nvPr/>
          </p:nvSpPr>
          <p:spPr bwMode="auto">
            <a:xfrm>
              <a:off x="724" y="1733"/>
              <a:ext cx="936" cy="480"/>
            </a:xfrm>
            <a:prstGeom prst="roundRect">
              <a:avLst>
                <a:gd name="adj" fmla="val 16667"/>
              </a:avLst>
            </a:prstGeom>
            <a:noFill/>
            <a:ln w="19050">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66591" name="AutoShape 28"/>
            <p:cNvSpPr>
              <a:spLocks noChangeArrowheads="1"/>
            </p:cNvSpPr>
            <p:nvPr/>
          </p:nvSpPr>
          <p:spPr bwMode="auto">
            <a:xfrm>
              <a:off x="2344" y="2885"/>
              <a:ext cx="936" cy="480"/>
            </a:xfrm>
            <a:prstGeom prst="roundRect">
              <a:avLst>
                <a:gd name="adj" fmla="val 16667"/>
              </a:avLst>
            </a:prstGeom>
            <a:noFill/>
            <a:ln w="19050">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66592" name="AutoShape 29"/>
            <p:cNvSpPr>
              <a:spLocks noChangeArrowheads="1"/>
            </p:cNvSpPr>
            <p:nvPr/>
          </p:nvSpPr>
          <p:spPr bwMode="auto">
            <a:xfrm>
              <a:off x="3652" y="2885"/>
              <a:ext cx="936" cy="480"/>
            </a:xfrm>
            <a:prstGeom prst="roundRect">
              <a:avLst>
                <a:gd name="adj" fmla="val 16667"/>
              </a:avLst>
            </a:prstGeom>
            <a:noFill/>
            <a:ln w="19050">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66593" name="AutoShape 30"/>
            <p:cNvSpPr>
              <a:spLocks noChangeArrowheads="1"/>
            </p:cNvSpPr>
            <p:nvPr/>
          </p:nvSpPr>
          <p:spPr bwMode="auto">
            <a:xfrm>
              <a:off x="2968" y="2261"/>
              <a:ext cx="924" cy="480"/>
            </a:xfrm>
            <a:prstGeom prst="roundRect">
              <a:avLst>
                <a:gd name="adj" fmla="val 16667"/>
              </a:avLst>
            </a:prstGeom>
            <a:noFill/>
            <a:ln w="19050">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66594" name="AutoShape 31"/>
            <p:cNvSpPr>
              <a:spLocks noChangeArrowheads="1"/>
            </p:cNvSpPr>
            <p:nvPr/>
          </p:nvSpPr>
          <p:spPr bwMode="auto">
            <a:xfrm>
              <a:off x="2488" y="965"/>
              <a:ext cx="936" cy="480"/>
            </a:xfrm>
            <a:prstGeom prst="roundRect">
              <a:avLst>
                <a:gd name="adj" fmla="val 16667"/>
              </a:avLst>
            </a:prstGeom>
            <a:noFill/>
            <a:ln w="19050">
              <a:solidFill>
                <a:schemeClr val="bg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66595" name="Line 32"/>
            <p:cNvSpPr>
              <a:spLocks noChangeShapeType="1"/>
            </p:cNvSpPr>
            <p:nvPr/>
          </p:nvSpPr>
          <p:spPr bwMode="auto">
            <a:xfrm>
              <a:off x="3916" y="2513"/>
              <a:ext cx="1032" cy="0"/>
            </a:xfrm>
            <a:prstGeom prst="line">
              <a:avLst/>
            </a:prstGeom>
            <a:noFill/>
            <a:ln w="28575">
              <a:solidFill>
                <a:schemeClr val="bg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66566" name="Oval 34">
            <a:hlinkClick r:id="" action="ppaction://hlinkshowjump?jump=nextslide"/>
          </p:cNvPr>
          <p:cNvSpPr>
            <a:spLocks noChangeArrowheads="1"/>
          </p:cNvSpPr>
          <p:nvPr/>
        </p:nvSpPr>
        <p:spPr bwMode="auto">
          <a:xfrm>
            <a:off x="7245350" y="6365875"/>
            <a:ext cx="762000" cy="381000"/>
          </a:xfrm>
          <a:prstGeom prst="ellipse">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round/>
                <a:headEnd/>
                <a:tailEnd/>
              </a14:hiddenLine>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66567" name="Oval 35">
            <a:hlinkClick r:id="" action="ppaction://hlinkshowjump?jump=firstslide"/>
          </p:cNvPr>
          <p:cNvSpPr>
            <a:spLocks noChangeArrowheads="1"/>
          </p:cNvSpPr>
          <p:nvPr/>
        </p:nvSpPr>
        <p:spPr bwMode="auto">
          <a:xfrm>
            <a:off x="8137525" y="6370638"/>
            <a:ext cx="762000" cy="381000"/>
          </a:xfrm>
          <a:prstGeom prst="ellipse">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round/>
                <a:headEnd/>
                <a:tailEnd/>
              </a14:hiddenLine>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538660" name="Text Box 36"/>
          <p:cNvSpPr txBox="1">
            <a:spLocks noChangeArrowheads="1"/>
          </p:cNvSpPr>
          <p:nvPr/>
        </p:nvSpPr>
        <p:spPr bwMode="auto">
          <a:xfrm>
            <a:off x="2162175" y="1090613"/>
            <a:ext cx="6111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kumimoji="1" lang="en-US" altLang="zh-CN" sz="2400">
                <a:solidFill>
                  <a:schemeClr val="bg2"/>
                </a:solidFill>
                <a:latin typeface="Times New Roman" panose="02020603050405020304" pitchFamily="18" charset="0"/>
                <a:ea typeface="楷体_GB2312" pitchFamily="49" charset="-122"/>
              </a:rPr>
              <a:t>(1)</a:t>
            </a:r>
          </a:p>
        </p:txBody>
      </p:sp>
      <p:sp>
        <p:nvSpPr>
          <p:cNvPr id="538661" name="Text Box 37"/>
          <p:cNvSpPr txBox="1">
            <a:spLocks noChangeArrowheads="1"/>
          </p:cNvSpPr>
          <p:nvPr/>
        </p:nvSpPr>
        <p:spPr bwMode="auto">
          <a:xfrm>
            <a:off x="1131888" y="4122738"/>
            <a:ext cx="5667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kumimoji="1" lang="en-US" altLang="zh-CN" sz="2400">
                <a:solidFill>
                  <a:schemeClr val="bg2"/>
                </a:solidFill>
                <a:latin typeface="Times New Roman" panose="02020603050405020304" pitchFamily="18" charset="0"/>
                <a:ea typeface="楷体_GB2312" pitchFamily="49" charset="-122"/>
              </a:rPr>
              <a:t>(2)</a:t>
            </a:r>
          </a:p>
        </p:txBody>
      </p:sp>
    </p:spTree>
  </p:cSld>
  <p:clrMapOvr>
    <a:masterClrMapping/>
  </p:clrMapOvr>
  <p:transition advClick="0">
    <p:wheel spokes="8"/>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538660"/>
                                        </p:tgtEl>
                                        <p:attrNameLst>
                                          <p:attrName>style.visibility</p:attrName>
                                        </p:attrNameLst>
                                      </p:cBhvr>
                                      <p:to>
                                        <p:strVal val="visible"/>
                                      </p:to>
                                    </p:set>
                                  </p:childTnLst>
                                </p:cTn>
                              </p:par>
                            </p:childTnLst>
                          </p:cTn>
                        </p:par>
                        <p:par>
                          <p:cTn id="7" fill="hold" nodeType="afterGroup">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5386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8660" grpId="0" autoUpdateAnimBg="0"/>
      <p:bldP spid="538661" grpId="0" autoUpdateAnimBg="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日期占位符 1"/>
          <p:cNvSpPr>
            <a:spLocks noGrp="1"/>
          </p:cNvSpPr>
          <p:nvPr>
            <p:ph type="dt" sz="quarter" idx="10"/>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4203F079-DED7-4DC0-8D3B-D7133CD17F45}" type="datetime8">
              <a:rPr lang="zh-CN" altLang="en-US" sz="1400" smtClean="0"/>
              <a:pPr>
                <a:spcBef>
                  <a:spcPct val="0"/>
                </a:spcBef>
                <a:buClrTx/>
                <a:buFontTx/>
                <a:buNone/>
              </a:pPr>
              <a:t>2020年5月12日3时0分</a:t>
            </a:fld>
            <a:endParaRPr lang="en-US" altLang="zh-CN" sz="1400" smtClean="0"/>
          </a:p>
        </p:txBody>
      </p:sp>
      <p:sp>
        <p:nvSpPr>
          <p:cNvPr id="67587" name="灯片编号占位符 3"/>
          <p:cNvSpPr>
            <a:spLocks noGrp="1"/>
          </p:cNvSpPr>
          <p:nvPr>
            <p:ph type="sldNum" sz="quarter" idx="12"/>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A0F8B772-E2B5-4E13-88D5-68F5DACD82FF}" type="slidenum">
              <a:rPr lang="en-US" altLang="zh-CN" sz="1400" smtClean="0"/>
              <a:pPr>
                <a:spcBef>
                  <a:spcPct val="0"/>
                </a:spcBef>
                <a:buClrTx/>
                <a:buFontTx/>
                <a:buNone/>
              </a:pPr>
              <a:t>52</a:t>
            </a:fld>
            <a:endParaRPr lang="en-US" altLang="zh-CN" sz="1400" smtClean="0"/>
          </a:p>
        </p:txBody>
      </p:sp>
      <p:sp>
        <p:nvSpPr>
          <p:cNvPr id="543748" name="Rectangle 4"/>
          <p:cNvSpPr>
            <a:spLocks noGrp="1" noRot="1" noChangeArrowheads="1"/>
          </p:cNvSpPr>
          <p:nvPr>
            <p:ph type="title" idx="4294967295"/>
          </p:nvPr>
        </p:nvSpPr>
        <p:spPr>
          <a:xfrm>
            <a:off x="573088" y="598488"/>
            <a:ext cx="7696200" cy="533400"/>
          </a:xfrm>
        </p:spPr>
        <p:txBody>
          <a:bodyPr/>
          <a:lstStyle/>
          <a:p>
            <a:pPr algn="l" eaLnBrk="1" hangingPunct="1">
              <a:defRPr/>
            </a:pPr>
            <a:r>
              <a:rPr lang="zh-CN" altLang="en-US" sz="2800" smtClean="0">
                <a:solidFill>
                  <a:srgbClr val="FFFF66"/>
                </a:solidFill>
                <a:effectLst>
                  <a:outerShdw blurRad="38100" dist="38100" dir="2700000" algn="tl">
                    <a:srgbClr val="C0C0C0"/>
                  </a:outerShdw>
                </a:effectLst>
                <a:latin typeface="华文新魏" pitchFamily="2" charset="-122"/>
                <a:ea typeface="华文新魏" pitchFamily="2" charset="-122"/>
              </a:rPr>
              <a:t>构件图</a:t>
            </a:r>
          </a:p>
        </p:txBody>
      </p:sp>
      <p:sp>
        <p:nvSpPr>
          <p:cNvPr id="67589" name="Oval 6">
            <a:hlinkClick r:id="" action="ppaction://hlinkshowjump?jump=previousslide"/>
          </p:cNvPr>
          <p:cNvSpPr>
            <a:spLocks noChangeArrowheads="1"/>
          </p:cNvSpPr>
          <p:nvPr/>
        </p:nvSpPr>
        <p:spPr bwMode="auto">
          <a:xfrm>
            <a:off x="6356350" y="6365875"/>
            <a:ext cx="762000" cy="381000"/>
          </a:xfrm>
          <a:prstGeom prst="ellipse">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round/>
                <a:headEnd/>
                <a:tailEnd/>
              </a14:hiddenLine>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67590" name="Oval 7">
            <a:hlinkClick r:id="" action="ppaction://hlinkshowjump?jump=nextslide"/>
          </p:cNvPr>
          <p:cNvSpPr>
            <a:spLocks noChangeArrowheads="1"/>
          </p:cNvSpPr>
          <p:nvPr/>
        </p:nvSpPr>
        <p:spPr bwMode="auto">
          <a:xfrm>
            <a:off x="7245350" y="6365875"/>
            <a:ext cx="762000" cy="381000"/>
          </a:xfrm>
          <a:prstGeom prst="ellipse">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round/>
                <a:headEnd/>
                <a:tailEnd/>
              </a14:hiddenLine>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67591" name="Oval 8">
            <a:hlinkClick r:id="" action="ppaction://hlinkshowjump?jump=firstslide"/>
          </p:cNvPr>
          <p:cNvSpPr>
            <a:spLocks noChangeArrowheads="1"/>
          </p:cNvSpPr>
          <p:nvPr/>
        </p:nvSpPr>
        <p:spPr bwMode="auto">
          <a:xfrm>
            <a:off x="8137525" y="6356350"/>
            <a:ext cx="762000" cy="381000"/>
          </a:xfrm>
          <a:prstGeom prst="ellipse">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round/>
                <a:headEnd/>
                <a:tailEnd/>
              </a14:hiddenLine>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543754" name="Rectangle 10"/>
          <p:cNvSpPr>
            <a:spLocks noChangeArrowheads="1"/>
          </p:cNvSpPr>
          <p:nvPr/>
        </p:nvSpPr>
        <p:spPr bwMode="auto">
          <a:xfrm>
            <a:off x="3657600" y="3886200"/>
            <a:ext cx="1503363" cy="727075"/>
          </a:xfrm>
          <a:prstGeom prst="rect">
            <a:avLst/>
          </a:prstGeom>
          <a:noFill/>
          <a:ln w="9525">
            <a:solidFill>
              <a:srgbClr val="66FFFF"/>
            </a:solidFill>
            <a:miter lim="800000"/>
            <a:headEnd/>
            <a:tailEnd/>
          </a:ln>
          <a:effectLst>
            <a:outerShdw dist="35921" dir="2700000" algn="ctr" rotWithShape="0">
              <a:schemeClr val="bg2"/>
            </a:outerShdw>
          </a:effectLst>
          <a:extLst>
            <a:ext uri="{909E8E84-426E-40DD-AFC4-6F175D3DCCD1}">
              <a14:hiddenFill xmlns:a14="http://schemas.microsoft.com/office/drawing/2010/main">
                <a:solidFill>
                  <a:schemeClr val="folHlink"/>
                </a:solidFill>
              </a14:hiddenFill>
            </a:ext>
          </a:extLst>
        </p:spPr>
        <p:txBody>
          <a:bodyPr wrap="none" anchor="ctr"/>
          <a:lstStyle/>
          <a:p>
            <a:pPr algn="ctr" eaLnBrk="1" hangingPunct="1">
              <a:defRPr/>
            </a:pPr>
            <a:r>
              <a:rPr kumimoji="1" lang="en-US" altLang="zh-CN" sz="1400" b="1">
                <a:solidFill>
                  <a:srgbClr val="FFFFFF"/>
                </a:solidFill>
                <a:effectLst>
                  <a:outerShdw blurRad="38100" dist="38100" dir="2700000" algn="tl">
                    <a:srgbClr val="C0C0C0"/>
                  </a:outerShdw>
                </a:effectLst>
                <a:latin typeface="宋体" pitchFamily="2" charset="-122"/>
              </a:rPr>
              <a:t>  </a:t>
            </a:r>
            <a:r>
              <a:rPr kumimoji="1" lang="zh-CN" altLang="en-US" sz="1400" b="1">
                <a:effectLst>
                  <a:outerShdw blurRad="38100" dist="38100" dir="2700000" algn="tl">
                    <a:srgbClr val="C0C0C0"/>
                  </a:outerShdw>
                </a:effectLst>
                <a:latin typeface="宋体" pitchFamily="2" charset="-122"/>
              </a:rPr>
              <a:t>图形库</a:t>
            </a:r>
          </a:p>
          <a:p>
            <a:pPr algn="ctr" eaLnBrk="1" hangingPunct="1">
              <a:defRPr/>
            </a:pPr>
            <a:r>
              <a:rPr kumimoji="1" lang="zh-CN" altLang="en-US" sz="1400" b="1">
                <a:effectLst>
                  <a:outerShdw blurRad="38100" dist="38100" dir="2700000" algn="tl">
                    <a:srgbClr val="C0C0C0"/>
                  </a:outerShdw>
                </a:effectLst>
                <a:latin typeface="宋体" pitchFamily="2" charset="-122"/>
              </a:rPr>
              <a:t>  </a:t>
            </a:r>
            <a:r>
              <a:rPr kumimoji="1" lang="en-US" altLang="zh-CN" sz="1400" b="1">
                <a:effectLst>
                  <a:outerShdw blurRad="38100" dist="38100" dir="2700000" algn="tl">
                    <a:srgbClr val="C0C0C0"/>
                  </a:outerShdw>
                </a:effectLst>
                <a:latin typeface="宋体" pitchFamily="2" charset="-122"/>
              </a:rPr>
              <a:t>(graphic.dll)</a:t>
            </a:r>
          </a:p>
        </p:txBody>
      </p:sp>
      <p:grpSp>
        <p:nvGrpSpPr>
          <p:cNvPr id="67593" name="Group 11"/>
          <p:cNvGrpSpPr>
            <a:grpSpLocks/>
          </p:cNvGrpSpPr>
          <p:nvPr/>
        </p:nvGrpSpPr>
        <p:grpSpPr bwMode="auto">
          <a:xfrm>
            <a:off x="3352800" y="4038600"/>
            <a:ext cx="441325" cy="400050"/>
            <a:chOff x="2952" y="3057"/>
            <a:chExt cx="278" cy="266"/>
          </a:xfrm>
        </p:grpSpPr>
        <p:sp>
          <p:nvSpPr>
            <p:cNvPr id="67595" name="Rectangle 12"/>
            <p:cNvSpPr>
              <a:spLocks noChangeArrowheads="1"/>
            </p:cNvSpPr>
            <p:nvPr/>
          </p:nvSpPr>
          <p:spPr bwMode="auto">
            <a:xfrm>
              <a:off x="2952" y="3057"/>
              <a:ext cx="278" cy="59"/>
            </a:xfrm>
            <a:prstGeom prst="rect">
              <a:avLst/>
            </a:prstGeom>
            <a:solidFill>
              <a:srgbClr val="66FFFF"/>
            </a:solidFill>
            <a:ln w="9525">
              <a:solidFill>
                <a:srgbClr val="66FFFF"/>
              </a:solidFill>
              <a:miter lim="800000"/>
              <a:headEnd/>
              <a:tailEnd/>
            </a:ln>
            <a:effectLst>
              <a:outerShdw dist="35921" dir="2700000" algn="ctr" rotWithShape="0">
                <a:schemeClr val="bg2"/>
              </a:outerShdw>
            </a:effec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67596" name="Rectangle 13"/>
            <p:cNvSpPr>
              <a:spLocks noChangeArrowheads="1"/>
            </p:cNvSpPr>
            <p:nvPr/>
          </p:nvSpPr>
          <p:spPr bwMode="auto">
            <a:xfrm>
              <a:off x="2952" y="3264"/>
              <a:ext cx="278" cy="59"/>
            </a:xfrm>
            <a:prstGeom prst="rect">
              <a:avLst/>
            </a:prstGeom>
            <a:solidFill>
              <a:srgbClr val="66FFFF"/>
            </a:solidFill>
            <a:ln w="9525">
              <a:solidFill>
                <a:srgbClr val="66FFFF"/>
              </a:solidFill>
              <a:miter lim="800000"/>
              <a:headEnd/>
              <a:tailEnd/>
            </a:ln>
            <a:effectLst>
              <a:outerShdw dist="35921" dir="2700000" algn="ctr" rotWithShape="0">
                <a:schemeClr val="bg2"/>
              </a:outerShdw>
            </a:effec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grpSp>
      <p:sp>
        <p:nvSpPr>
          <p:cNvPr id="67594" name="Rectangle 16"/>
          <p:cNvSpPr>
            <a:spLocks noChangeArrowheads="1"/>
          </p:cNvSpPr>
          <p:nvPr/>
        </p:nvSpPr>
        <p:spPr bwMode="auto">
          <a:xfrm>
            <a:off x="788988" y="1200150"/>
            <a:ext cx="7239000" cy="3049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fontAlgn="ctr" hangingPunct="1">
              <a:lnSpc>
                <a:spcPct val="115000"/>
              </a:lnSpc>
              <a:spcBef>
                <a:spcPct val="50000"/>
              </a:spcBef>
              <a:buClrTx/>
              <a:buFontTx/>
              <a:buNone/>
            </a:pPr>
            <a:r>
              <a:rPr lang="zh-CN" altLang="en-US" sz="2400" b="1"/>
              <a:t>构件图描述代码部件的物理结构及各部件之间的依赖关系。一个部件可能是一个资源代码部件、一个二进制部件或一个可执行部件。它包含逻辑类或实现类的有关信息。部件图有助于分析和理解部件之间的相互影响程度。</a:t>
            </a:r>
            <a:r>
              <a:rPr kumimoji="1" lang="zh-CN" altLang="en-US" sz="2000" b="1">
                <a:latin typeface="宋体" panose="02010600030101010101" pitchFamily="2" charset="-122"/>
              </a:rPr>
              <a:t> 　</a:t>
            </a:r>
          </a:p>
          <a:p>
            <a:pPr eaLnBrk="1" fontAlgn="ctr" hangingPunct="1">
              <a:lnSpc>
                <a:spcPct val="115000"/>
              </a:lnSpc>
              <a:spcBef>
                <a:spcPct val="50000"/>
              </a:spcBef>
              <a:buClrTx/>
              <a:buFontTx/>
              <a:buNone/>
            </a:pPr>
            <a:r>
              <a:rPr kumimoji="1" lang="zh-CN" altLang="en-US" sz="2000" b="1">
                <a:latin typeface="宋体" panose="02010600030101010101" pitchFamily="2" charset="-122"/>
              </a:rPr>
              <a:t>　构件的描述如下图所示。构件图专注于系统的静态实现视图</a:t>
            </a:r>
            <a:r>
              <a:rPr kumimoji="1" lang="en-US" altLang="zh-CN" sz="2000" b="1">
                <a:latin typeface="宋体" panose="02010600030101010101" pitchFamily="2" charset="-122"/>
              </a:rPr>
              <a:t>.	</a:t>
            </a:r>
          </a:p>
        </p:txBody>
      </p:sp>
    </p:spTree>
  </p:cSld>
  <p:clrMapOvr>
    <a:masterClrMapping/>
  </p:clrMapOvr>
  <p:transition advClick="0">
    <p:wheel spokes="8"/>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日期占位符 2"/>
          <p:cNvSpPr>
            <a:spLocks noGrp="1"/>
          </p:cNvSpPr>
          <p:nvPr>
            <p:ph type="dt" sz="quarter" idx="10"/>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33A6ECAF-AD40-4F97-8339-CE8E0A2A4A22}" type="datetime8">
              <a:rPr lang="zh-CN" altLang="en-US" sz="1400" smtClean="0"/>
              <a:pPr>
                <a:spcBef>
                  <a:spcPct val="0"/>
                </a:spcBef>
                <a:buClrTx/>
                <a:buFontTx/>
                <a:buNone/>
              </a:pPr>
              <a:t>2020年5月12日3时0分</a:t>
            </a:fld>
            <a:endParaRPr lang="en-US" altLang="zh-CN" sz="1400" smtClean="0"/>
          </a:p>
        </p:txBody>
      </p:sp>
      <p:sp>
        <p:nvSpPr>
          <p:cNvPr id="68611" name="灯片编号占位符 4"/>
          <p:cNvSpPr>
            <a:spLocks noGrp="1"/>
          </p:cNvSpPr>
          <p:nvPr>
            <p:ph type="sldNum" sz="quarter" idx="12"/>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7047835E-D32B-4986-8438-3A96D50596FA}" type="slidenum">
              <a:rPr lang="en-US" altLang="zh-CN" sz="1400" smtClean="0"/>
              <a:pPr>
                <a:spcBef>
                  <a:spcPct val="0"/>
                </a:spcBef>
                <a:buClrTx/>
                <a:buFontTx/>
                <a:buNone/>
              </a:pPr>
              <a:t>53</a:t>
            </a:fld>
            <a:endParaRPr lang="en-US" altLang="zh-CN" sz="1400" smtClean="0"/>
          </a:p>
        </p:txBody>
      </p:sp>
      <p:grpSp>
        <p:nvGrpSpPr>
          <p:cNvPr id="68612" name="Group 4"/>
          <p:cNvGrpSpPr>
            <a:grpSpLocks/>
          </p:cNvGrpSpPr>
          <p:nvPr/>
        </p:nvGrpSpPr>
        <p:grpSpPr bwMode="auto">
          <a:xfrm>
            <a:off x="534988" y="762000"/>
            <a:ext cx="8151812" cy="5116513"/>
            <a:chOff x="337" y="480"/>
            <a:chExt cx="5135" cy="3223"/>
          </a:xfrm>
        </p:grpSpPr>
        <p:sp>
          <p:nvSpPr>
            <p:cNvPr id="68616" name="Rectangle 5"/>
            <p:cNvSpPr>
              <a:spLocks noChangeArrowheads="1"/>
            </p:cNvSpPr>
            <p:nvPr/>
          </p:nvSpPr>
          <p:spPr bwMode="auto">
            <a:xfrm>
              <a:off x="1293" y="480"/>
              <a:ext cx="901" cy="735"/>
            </a:xfrm>
            <a:prstGeom prst="rect">
              <a:avLst/>
            </a:prstGeom>
            <a:noFill/>
            <a:ln w="9525">
              <a:solidFill>
                <a:srgbClr val="66FFFF"/>
              </a:solidFill>
              <a:miter lim="800000"/>
              <a:headEnd/>
              <a:tailEnd/>
            </a:ln>
            <a:effectLst>
              <a:outerShdw dist="35921" dir="2700000" algn="ctr" rotWithShape="0">
                <a:schemeClr val="bg2"/>
              </a:outerShdw>
            </a:effectLst>
            <a:extLst>
              <a:ext uri="{909E8E84-426E-40DD-AFC4-6F175D3DCCD1}">
                <a14:hiddenFill xmlns:a14="http://schemas.microsoft.com/office/drawing/2010/main">
                  <a:solidFill>
                    <a:schemeClr val="folHlink"/>
                  </a:solidFill>
                </a14:hiddenFill>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en-US" altLang="zh-CN" sz="1800" b="1">
                  <a:latin typeface="Times New Roman" panose="02020603050405020304" pitchFamily="18" charset="0"/>
                  <a:ea typeface="楷体_GB2312" pitchFamily="49" charset="-122"/>
                </a:rPr>
                <a:t>  </a:t>
              </a:r>
              <a:r>
                <a:rPr kumimoji="1" lang="zh-CN" altLang="en-US" sz="1800" b="1">
                  <a:latin typeface="Times New Roman" panose="02020603050405020304" pitchFamily="18" charset="0"/>
                  <a:ea typeface="楷体_GB2312" pitchFamily="49" charset="-122"/>
                </a:rPr>
                <a:t>窗口控制</a:t>
              </a:r>
            </a:p>
            <a:p>
              <a:pPr algn="ctr" eaLnBrk="1" hangingPunct="1">
                <a:spcBef>
                  <a:spcPct val="0"/>
                </a:spcBef>
                <a:buClrTx/>
                <a:buFontTx/>
                <a:buNone/>
              </a:pPr>
              <a:r>
                <a:rPr kumimoji="1" lang="zh-CN" altLang="en-US" sz="1800" b="1">
                  <a:latin typeface="Times New Roman" panose="02020603050405020304" pitchFamily="18" charset="0"/>
                  <a:ea typeface="楷体_GB2312" pitchFamily="49" charset="-122"/>
                </a:rPr>
                <a:t>   （</a:t>
              </a:r>
              <a:r>
                <a:rPr kumimoji="1" lang="en-US" altLang="zh-CN" sz="1800" b="1">
                  <a:latin typeface="Times New Roman" panose="02020603050405020304" pitchFamily="18" charset="0"/>
                  <a:ea typeface="楷体_GB2312" pitchFamily="49" charset="-122"/>
                </a:rPr>
                <a:t>whnd.cpp</a:t>
              </a:r>
              <a:r>
                <a:rPr kumimoji="1" lang="zh-CN" altLang="en-US" sz="1800" b="1">
                  <a:latin typeface="Times New Roman" panose="02020603050405020304" pitchFamily="18" charset="0"/>
                  <a:ea typeface="楷体_GB2312" pitchFamily="49" charset="-122"/>
                </a:rPr>
                <a:t>）</a:t>
              </a:r>
              <a:endParaRPr kumimoji="1" lang="zh-CN" altLang="en-US" sz="1800" b="1">
                <a:latin typeface="Times New Roman" panose="02020603050405020304" pitchFamily="18" charset="0"/>
              </a:endParaRPr>
            </a:p>
          </p:txBody>
        </p:sp>
        <p:sp>
          <p:nvSpPr>
            <p:cNvPr id="68617" name="Rectangle 6"/>
            <p:cNvSpPr>
              <a:spLocks noChangeArrowheads="1"/>
            </p:cNvSpPr>
            <p:nvPr/>
          </p:nvSpPr>
          <p:spPr bwMode="auto">
            <a:xfrm>
              <a:off x="989" y="724"/>
              <a:ext cx="387" cy="77"/>
            </a:xfrm>
            <a:prstGeom prst="rect">
              <a:avLst/>
            </a:prstGeom>
            <a:solidFill>
              <a:srgbClr val="66FFFF"/>
            </a:solidFill>
            <a:ln w="9525">
              <a:solidFill>
                <a:srgbClr val="66FFFF"/>
              </a:solidFill>
              <a:miter lim="800000"/>
              <a:headEnd/>
              <a:tailEnd/>
            </a:ln>
            <a:effectLst>
              <a:outerShdw dist="35921" dir="2700000" algn="ctr" rotWithShape="0">
                <a:schemeClr val="bg2"/>
              </a:outerShdw>
            </a:effec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68618" name="Rectangle 7"/>
            <p:cNvSpPr>
              <a:spLocks noChangeArrowheads="1"/>
            </p:cNvSpPr>
            <p:nvPr/>
          </p:nvSpPr>
          <p:spPr bwMode="auto">
            <a:xfrm>
              <a:off x="989" y="956"/>
              <a:ext cx="387" cy="77"/>
            </a:xfrm>
            <a:prstGeom prst="rect">
              <a:avLst/>
            </a:prstGeom>
            <a:solidFill>
              <a:srgbClr val="66FFFF"/>
            </a:solidFill>
            <a:ln w="9525">
              <a:solidFill>
                <a:srgbClr val="66FFFF"/>
              </a:solidFill>
              <a:miter lim="800000"/>
              <a:headEnd/>
              <a:tailEnd/>
            </a:ln>
            <a:effectLst>
              <a:outerShdw dist="35921" dir="2700000" algn="ctr" rotWithShape="0">
                <a:schemeClr val="bg2"/>
              </a:outerShdw>
            </a:effec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68619" name="Rectangle 8"/>
            <p:cNvSpPr>
              <a:spLocks noChangeArrowheads="1"/>
            </p:cNvSpPr>
            <p:nvPr/>
          </p:nvSpPr>
          <p:spPr bwMode="auto">
            <a:xfrm>
              <a:off x="1464" y="1525"/>
              <a:ext cx="901" cy="849"/>
            </a:xfrm>
            <a:prstGeom prst="rect">
              <a:avLst/>
            </a:prstGeom>
            <a:noFill/>
            <a:ln w="9525">
              <a:solidFill>
                <a:srgbClr val="66FFFF"/>
              </a:solidFill>
              <a:miter lim="800000"/>
              <a:headEnd/>
              <a:tailEnd/>
            </a:ln>
            <a:effectLst>
              <a:outerShdw dist="35921" dir="2700000" algn="ctr" rotWithShape="0">
                <a:schemeClr val="bg2"/>
              </a:outerShdw>
            </a:effectLst>
            <a:extLst>
              <a:ext uri="{909E8E84-426E-40DD-AFC4-6F175D3DCCD1}">
                <a14:hiddenFill xmlns:a14="http://schemas.microsoft.com/office/drawing/2010/main">
                  <a:solidFill>
                    <a:schemeClr val="folHlink"/>
                  </a:solidFill>
                </a14:hiddenFill>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en-US" altLang="zh-CN" sz="1800" b="1">
                  <a:latin typeface="Times New Roman" panose="02020603050405020304" pitchFamily="18" charset="0"/>
                  <a:ea typeface="楷体_GB2312" pitchFamily="49" charset="-122"/>
                </a:rPr>
                <a:t>   </a:t>
              </a:r>
              <a:r>
                <a:rPr kumimoji="1" lang="zh-CN" altLang="en-US" sz="1800" b="1">
                  <a:latin typeface="Times New Roman" panose="02020603050405020304" pitchFamily="18" charset="0"/>
                  <a:ea typeface="楷体_GB2312" pitchFamily="49" charset="-122"/>
                </a:rPr>
                <a:t>通信控制</a:t>
              </a:r>
            </a:p>
            <a:p>
              <a:pPr algn="ctr" eaLnBrk="1" hangingPunct="1">
                <a:spcBef>
                  <a:spcPct val="0"/>
                </a:spcBef>
                <a:buClrTx/>
                <a:buFontTx/>
                <a:buNone/>
              </a:pPr>
              <a:r>
                <a:rPr kumimoji="1" lang="zh-CN" altLang="en-US" sz="1800" b="1">
                  <a:latin typeface="Times New Roman" panose="02020603050405020304" pitchFamily="18" charset="0"/>
                  <a:ea typeface="楷体_GB2312" pitchFamily="49" charset="-122"/>
                </a:rPr>
                <a:t>  </a:t>
              </a:r>
              <a:r>
                <a:rPr kumimoji="1" lang="en-US" altLang="zh-CN" sz="1800" b="1">
                  <a:latin typeface="Times New Roman" panose="02020603050405020304" pitchFamily="18" charset="0"/>
                  <a:ea typeface="楷体_GB2312" pitchFamily="49" charset="-122"/>
                </a:rPr>
                <a:t>(comhnd.cpp)</a:t>
              </a:r>
            </a:p>
          </p:txBody>
        </p:sp>
        <p:sp>
          <p:nvSpPr>
            <p:cNvPr id="68620" name="Rectangle 9"/>
            <p:cNvSpPr>
              <a:spLocks noChangeArrowheads="1"/>
            </p:cNvSpPr>
            <p:nvPr/>
          </p:nvSpPr>
          <p:spPr bwMode="auto">
            <a:xfrm>
              <a:off x="1195" y="1650"/>
              <a:ext cx="387" cy="77"/>
            </a:xfrm>
            <a:prstGeom prst="rect">
              <a:avLst/>
            </a:prstGeom>
            <a:solidFill>
              <a:srgbClr val="66FFFF"/>
            </a:solidFill>
            <a:ln w="9525">
              <a:solidFill>
                <a:srgbClr val="66FFFF"/>
              </a:solidFill>
              <a:miter lim="800000"/>
              <a:headEnd/>
              <a:tailEnd/>
            </a:ln>
            <a:effectLst>
              <a:outerShdw dist="35921" dir="2700000" algn="ctr" rotWithShape="0">
                <a:schemeClr val="bg2"/>
              </a:outerShdw>
            </a:effec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68621" name="Rectangle 10"/>
            <p:cNvSpPr>
              <a:spLocks noChangeArrowheads="1"/>
            </p:cNvSpPr>
            <p:nvPr/>
          </p:nvSpPr>
          <p:spPr bwMode="auto">
            <a:xfrm>
              <a:off x="1195" y="1882"/>
              <a:ext cx="387" cy="77"/>
            </a:xfrm>
            <a:prstGeom prst="rect">
              <a:avLst/>
            </a:prstGeom>
            <a:solidFill>
              <a:srgbClr val="66FFFF"/>
            </a:solidFill>
            <a:ln w="9525">
              <a:solidFill>
                <a:srgbClr val="66FFFF"/>
              </a:solidFill>
              <a:miter lim="800000"/>
              <a:headEnd/>
              <a:tailEnd/>
            </a:ln>
            <a:effectLst>
              <a:outerShdw dist="35921" dir="2700000" algn="ctr" rotWithShape="0">
                <a:schemeClr val="bg2"/>
              </a:outerShdw>
            </a:effec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68622" name="Rectangle 11"/>
            <p:cNvSpPr>
              <a:spLocks noChangeArrowheads="1"/>
            </p:cNvSpPr>
            <p:nvPr/>
          </p:nvSpPr>
          <p:spPr bwMode="auto">
            <a:xfrm>
              <a:off x="563" y="2800"/>
              <a:ext cx="901" cy="851"/>
            </a:xfrm>
            <a:prstGeom prst="rect">
              <a:avLst/>
            </a:prstGeom>
            <a:noFill/>
            <a:ln w="9525">
              <a:solidFill>
                <a:srgbClr val="66FFFF"/>
              </a:solidFill>
              <a:miter lim="800000"/>
              <a:headEnd/>
              <a:tailEnd/>
            </a:ln>
            <a:effectLst>
              <a:outerShdw dist="35921" dir="2700000" algn="ctr" rotWithShape="0">
                <a:schemeClr val="bg2"/>
              </a:outerShdw>
            </a:effectLst>
            <a:extLst>
              <a:ext uri="{909E8E84-426E-40DD-AFC4-6F175D3DCCD1}">
                <a14:hiddenFill xmlns:a14="http://schemas.microsoft.com/office/drawing/2010/main">
                  <a:solidFill>
                    <a:schemeClr val="folHlink"/>
                  </a:solidFill>
                </a14:hiddenFill>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95000"/>
                </a:lnSpc>
                <a:spcBef>
                  <a:spcPct val="0"/>
                </a:spcBef>
                <a:buClrTx/>
                <a:buFontTx/>
                <a:buNone/>
              </a:pPr>
              <a:r>
                <a:rPr kumimoji="1" lang="en-US" altLang="zh-CN" sz="1800" b="1">
                  <a:latin typeface="Times New Roman" panose="02020603050405020304" pitchFamily="18" charset="0"/>
                  <a:ea typeface="楷体_GB2312" pitchFamily="49" charset="-122"/>
                </a:rPr>
                <a:t>   </a:t>
              </a:r>
              <a:r>
                <a:rPr kumimoji="1" lang="zh-CN" altLang="en-US" sz="1800" b="1">
                  <a:latin typeface="Times New Roman" panose="02020603050405020304" pitchFamily="18" charset="0"/>
                  <a:ea typeface="楷体_GB2312" pitchFamily="49" charset="-122"/>
                </a:rPr>
                <a:t>主控模块</a:t>
              </a:r>
            </a:p>
            <a:p>
              <a:pPr algn="ctr" eaLnBrk="1" hangingPunct="1">
                <a:spcBef>
                  <a:spcPct val="0"/>
                </a:spcBef>
                <a:buClrTx/>
                <a:buFontTx/>
                <a:buNone/>
              </a:pPr>
              <a:r>
                <a:rPr kumimoji="1" lang="zh-CN" altLang="en-US" sz="1800" b="1">
                  <a:latin typeface="Times New Roman" panose="02020603050405020304" pitchFamily="18" charset="0"/>
                  <a:ea typeface="楷体_GB2312" pitchFamily="49" charset="-122"/>
                </a:rPr>
                <a:t>    </a:t>
              </a:r>
              <a:r>
                <a:rPr kumimoji="1" lang="en-US" altLang="zh-CN" sz="1800" b="1">
                  <a:latin typeface="Times New Roman" panose="02020603050405020304" pitchFamily="18" charset="0"/>
                  <a:ea typeface="楷体_GB2312" pitchFamily="49" charset="-122"/>
                </a:rPr>
                <a:t>(main.cpp)</a:t>
              </a:r>
            </a:p>
          </p:txBody>
        </p:sp>
        <p:sp>
          <p:nvSpPr>
            <p:cNvPr id="68623" name="Rectangle 12"/>
            <p:cNvSpPr>
              <a:spLocks noChangeArrowheads="1"/>
            </p:cNvSpPr>
            <p:nvPr/>
          </p:nvSpPr>
          <p:spPr bwMode="auto">
            <a:xfrm>
              <a:off x="337" y="3061"/>
              <a:ext cx="386" cy="78"/>
            </a:xfrm>
            <a:prstGeom prst="rect">
              <a:avLst/>
            </a:prstGeom>
            <a:solidFill>
              <a:srgbClr val="66FFFF"/>
            </a:solidFill>
            <a:ln w="9525">
              <a:solidFill>
                <a:srgbClr val="66FFFF"/>
              </a:solidFill>
              <a:miter lim="800000"/>
              <a:headEnd/>
              <a:tailEnd/>
            </a:ln>
            <a:effectLst>
              <a:outerShdw dist="35921" dir="2700000" algn="ctr" rotWithShape="0">
                <a:schemeClr val="bg2"/>
              </a:outerShdw>
            </a:effec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68624" name="Rectangle 13"/>
            <p:cNvSpPr>
              <a:spLocks noChangeArrowheads="1"/>
            </p:cNvSpPr>
            <p:nvPr/>
          </p:nvSpPr>
          <p:spPr bwMode="auto">
            <a:xfrm>
              <a:off x="337" y="3293"/>
              <a:ext cx="386" cy="77"/>
            </a:xfrm>
            <a:prstGeom prst="rect">
              <a:avLst/>
            </a:prstGeom>
            <a:solidFill>
              <a:srgbClr val="66FFFF"/>
            </a:solidFill>
            <a:ln w="9525">
              <a:solidFill>
                <a:srgbClr val="66FFFF"/>
              </a:solidFill>
              <a:miter lim="800000"/>
              <a:headEnd/>
              <a:tailEnd/>
            </a:ln>
            <a:effectLst>
              <a:outerShdw dist="35921" dir="2700000" algn="ctr" rotWithShape="0">
                <a:schemeClr val="bg2"/>
              </a:outerShdw>
            </a:effec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68625" name="Rectangle 14"/>
            <p:cNvSpPr>
              <a:spLocks noChangeArrowheads="1"/>
            </p:cNvSpPr>
            <p:nvPr/>
          </p:nvSpPr>
          <p:spPr bwMode="auto">
            <a:xfrm>
              <a:off x="3052" y="828"/>
              <a:ext cx="901" cy="851"/>
            </a:xfrm>
            <a:prstGeom prst="rect">
              <a:avLst/>
            </a:prstGeom>
            <a:noFill/>
            <a:ln w="9525">
              <a:solidFill>
                <a:srgbClr val="66FFFF"/>
              </a:solidFill>
              <a:miter lim="800000"/>
              <a:headEnd/>
              <a:tailEnd/>
            </a:ln>
            <a:effectLst>
              <a:outerShdw dist="35921" dir="2700000" algn="ctr" rotWithShape="0">
                <a:schemeClr val="bg2"/>
              </a:outerShdw>
            </a:effectLst>
            <a:extLst>
              <a:ext uri="{909E8E84-426E-40DD-AFC4-6F175D3DCCD1}">
                <a14:hiddenFill xmlns:a14="http://schemas.microsoft.com/office/drawing/2010/main">
                  <a:solidFill>
                    <a:schemeClr val="folHlink"/>
                  </a:solidFill>
                </a14:hiddenFill>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lnSpc>
                  <a:spcPct val="85000"/>
                </a:lnSpc>
                <a:spcBef>
                  <a:spcPct val="0"/>
                </a:spcBef>
                <a:spcAft>
                  <a:spcPct val="25000"/>
                </a:spcAft>
                <a:buClrTx/>
                <a:buFontTx/>
                <a:buNone/>
              </a:pPr>
              <a:r>
                <a:rPr kumimoji="1" lang="en-US" altLang="zh-CN" sz="1800" b="1">
                  <a:latin typeface="Times New Roman" panose="02020603050405020304" pitchFamily="18" charset="0"/>
                  <a:ea typeface="楷体_GB2312" pitchFamily="49" charset="-122"/>
                </a:rPr>
                <a:t>    </a:t>
              </a:r>
              <a:r>
                <a:rPr kumimoji="1" lang="zh-CN" altLang="en-US" sz="1800" b="1">
                  <a:latin typeface="Times New Roman" panose="02020603050405020304" pitchFamily="18" charset="0"/>
                  <a:ea typeface="楷体_GB2312" pitchFamily="49" charset="-122"/>
                </a:rPr>
                <a:t>窗口控制</a:t>
              </a:r>
            </a:p>
            <a:p>
              <a:pPr algn="ctr" eaLnBrk="1" hangingPunct="1">
                <a:spcBef>
                  <a:spcPct val="0"/>
                </a:spcBef>
                <a:buClrTx/>
                <a:buFontTx/>
                <a:buNone/>
              </a:pPr>
              <a:r>
                <a:rPr kumimoji="1" lang="zh-CN" altLang="en-US" sz="1800" b="1">
                  <a:latin typeface="Times New Roman" panose="02020603050405020304" pitchFamily="18" charset="0"/>
                  <a:ea typeface="楷体_GB2312" pitchFamily="49" charset="-122"/>
                </a:rPr>
                <a:t>    </a:t>
              </a:r>
              <a:r>
                <a:rPr kumimoji="1" lang="en-US" altLang="zh-CN" sz="1800" b="1">
                  <a:latin typeface="Times New Roman" panose="02020603050405020304" pitchFamily="18" charset="0"/>
                  <a:ea typeface="楷体_GB2312" pitchFamily="49" charset="-122"/>
                </a:rPr>
                <a:t>(whnd.obj)</a:t>
              </a:r>
            </a:p>
          </p:txBody>
        </p:sp>
        <p:sp>
          <p:nvSpPr>
            <p:cNvPr id="68626" name="Rectangle 15"/>
            <p:cNvSpPr>
              <a:spLocks noChangeArrowheads="1"/>
            </p:cNvSpPr>
            <p:nvPr/>
          </p:nvSpPr>
          <p:spPr bwMode="auto">
            <a:xfrm>
              <a:off x="2790" y="1071"/>
              <a:ext cx="387" cy="77"/>
            </a:xfrm>
            <a:prstGeom prst="rect">
              <a:avLst/>
            </a:prstGeom>
            <a:solidFill>
              <a:srgbClr val="66FFFF"/>
            </a:solidFill>
            <a:ln w="9525">
              <a:solidFill>
                <a:srgbClr val="66FFFF"/>
              </a:solidFill>
              <a:miter lim="800000"/>
              <a:headEnd/>
              <a:tailEnd/>
            </a:ln>
            <a:effectLst>
              <a:outerShdw dist="35921" dir="2700000" algn="ctr" rotWithShape="0">
                <a:schemeClr val="bg2"/>
              </a:outerShdw>
            </a:effec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68627" name="Rectangle 16"/>
            <p:cNvSpPr>
              <a:spLocks noChangeArrowheads="1"/>
            </p:cNvSpPr>
            <p:nvPr/>
          </p:nvSpPr>
          <p:spPr bwMode="auto">
            <a:xfrm>
              <a:off x="2790" y="1303"/>
              <a:ext cx="387" cy="78"/>
            </a:xfrm>
            <a:prstGeom prst="rect">
              <a:avLst/>
            </a:prstGeom>
            <a:solidFill>
              <a:srgbClr val="66FFFF"/>
            </a:solidFill>
            <a:ln w="9525">
              <a:solidFill>
                <a:srgbClr val="66FFFF"/>
              </a:solidFill>
              <a:miter lim="800000"/>
              <a:headEnd/>
              <a:tailEnd/>
            </a:ln>
            <a:effectLst>
              <a:outerShdw dist="35921" dir="2700000" algn="ctr" rotWithShape="0">
                <a:schemeClr val="bg2"/>
              </a:outerShdw>
            </a:effec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68628" name="Rectangle 17"/>
            <p:cNvSpPr>
              <a:spLocks noChangeArrowheads="1"/>
            </p:cNvSpPr>
            <p:nvPr/>
          </p:nvSpPr>
          <p:spPr bwMode="auto">
            <a:xfrm>
              <a:off x="3137" y="1834"/>
              <a:ext cx="902" cy="851"/>
            </a:xfrm>
            <a:prstGeom prst="rect">
              <a:avLst/>
            </a:prstGeom>
            <a:noFill/>
            <a:ln w="9525">
              <a:solidFill>
                <a:srgbClr val="66FFFF"/>
              </a:solidFill>
              <a:miter lim="800000"/>
              <a:headEnd/>
              <a:tailEnd/>
            </a:ln>
            <a:effectLst>
              <a:outerShdw dist="35921" dir="2700000" algn="ctr" rotWithShape="0">
                <a:schemeClr val="bg2"/>
              </a:outerShdw>
            </a:effectLst>
            <a:extLst>
              <a:ext uri="{909E8E84-426E-40DD-AFC4-6F175D3DCCD1}">
                <a14:hiddenFill xmlns:a14="http://schemas.microsoft.com/office/drawing/2010/main">
                  <a:solidFill>
                    <a:schemeClr val="folHlink"/>
                  </a:solidFill>
                </a14:hiddenFill>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en-US" altLang="zh-CN" sz="1800" b="1">
                  <a:latin typeface="Times New Roman" panose="02020603050405020304" pitchFamily="18" charset="0"/>
                  <a:ea typeface="楷体_GB2312" pitchFamily="49" charset="-122"/>
                </a:rPr>
                <a:t>  </a:t>
              </a:r>
              <a:r>
                <a:rPr kumimoji="1" lang="zh-CN" altLang="en-US" sz="1800" b="1">
                  <a:latin typeface="Times New Roman" panose="02020603050405020304" pitchFamily="18" charset="0"/>
                  <a:ea typeface="楷体_GB2312" pitchFamily="49" charset="-122"/>
                </a:rPr>
                <a:t>通讯控制</a:t>
              </a:r>
            </a:p>
            <a:p>
              <a:pPr algn="ctr" eaLnBrk="1" hangingPunct="1">
                <a:spcBef>
                  <a:spcPct val="0"/>
                </a:spcBef>
                <a:buClrTx/>
                <a:buFontTx/>
                <a:buNone/>
              </a:pPr>
              <a:r>
                <a:rPr kumimoji="1" lang="zh-CN" altLang="en-US" sz="1800" b="1">
                  <a:latin typeface="Times New Roman" panose="02020603050405020304" pitchFamily="18" charset="0"/>
                  <a:ea typeface="楷体_GB2312" pitchFamily="49" charset="-122"/>
                </a:rPr>
                <a:t>  </a:t>
              </a:r>
              <a:r>
                <a:rPr kumimoji="1" lang="en-US" altLang="zh-CN" sz="1800" b="1">
                  <a:latin typeface="Times New Roman" panose="02020603050405020304" pitchFamily="18" charset="0"/>
                  <a:ea typeface="楷体_GB2312" pitchFamily="49" charset="-122"/>
                </a:rPr>
                <a:t>(comhnd.obj)</a:t>
              </a:r>
            </a:p>
          </p:txBody>
        </p:sp>
        <p:sp>
          <p:nvSpPr>
            <p:cNvPr id="68629" name="Rectangle 18"/>
            <p:cNvSpPr>
              <a:spLocks noChangeArrowheads="1"/>
            </p:cNvSpPr>
            <p:nvPr/>
          </p:nvSpPr>
          <p:spPr bwMode="auto">
            <a:xfrm>
              <a:off x="2851" y="2058"/>
              <a:ext cx="386" cy="77"/>
            </a:xfrm>
            <a:prstGeom prst="rect">
              <a:avLst/>
            </a:prstGeom>
            <a:solidFill>
              <a:srgbClr val="66FFFF"/>
            </a:solidFill>
            <a:ln w="9525">
              <a:solidFill>
                <a:srgbClr val="66FFFF"/>
              </a:solidFill>
              <a:miter lim="800000"/>
              <a:headEnd/>
              <a:tailEnd/>
            </a:ln>
            <a:effectLst>
              <a:outerShdw dist="35921" dir="2700000" algn="ctr" rotWithShape="0">
                <a:schemeClr val="bg2"/>
              </a:outerShdw>
            </a:effec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68630" name="Rectangle 19"/>
            <p:cNvSpPr>
              <a:spLocks noChangeArrowheads="1"/>
            </p:cNvSpPr>
            <p:nvPr/>
          </p:nvSpPr>
          <p:spPr bwMode="auto">
            <a:xfrm>
              <a:off x="2851" y="2291"/>
              <a:ext cx="386" cy="77"/>
            </a:xfrm>
            <a:prstGeom prst="rect">
              <a:avLst/>
            </a:prstGeom>
            <a:solidFill>
              <a:srgbClr val="66FFFF"/>
            </a:solidFill>
            <a:ln w="9525">
              <a:solidFill>
                <a:srgbClr val="66FFFF"/>
              </a:solidFill>
              <a:miter lim="800000"/>
              <a:headEnd/>
              <a:tailEnd/>
            </a:ln>
            <a:effectLst>
              <a:outerShdw dist="35921" dir="2700000" algn="ctr" rotWithShape="0">
                <a:schemeClr val="bg2"/>
              </a:outerShdw>
            </a:effec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68631" name="Rectangle 20"/>
            <p:cNvSpPr>
              <a:spLocks noChangeArrowheads="1"/>
            </p:cNvSpPr>
            <p:nvPr/>
          </p:nvSpPr>
          <p:spPr bwMode="auto">
            <a:xfrm>
              <a:off x="3137" y="2839"/>
              <a:ext cx="902" cy="851"/>
            </a:xfrm>
            <a:prstGeom prst="rect">
              <a:avLst/>
            </a:prstGeom>
            <a:noFill/>
            <a:ln w="9525">
              <a:solidFill>
                <a:srgbClr val="66FFFF"/>
              </a:solidFill>
              <a:miter lim="800000"/>
              <a:headEnd/>
              <a:tailEnd/>
            </a:ln>
            <a:effectLst>
              <a:outerShdw dist="35921" dir="2700000" algn="ctr" rotWithShape="0">
                <a:schemeClr val="bg2"/>
              </a:outerShdw>
            </a:effectLst>
            <a:extLst>
              <a:ext uri="{909E8E84-426E-40DD-AFC4-6F175D3DCCD1}">
                <a14:hiddenFill xmlns:a14="http://schemas.microsoft.com/office/drawing/2010/main">
                  <a:solidFill>
                    <a:schemeClr val="folHlink"/>
                  </a:solidFill>
                </a14:hiddenFill>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800" b="1">
                  <a:latin typeface="Times New Roman" panose="02020603050405020304" pitchFamily="18" charset="0"/>
                  <a:ea typeface="楷体_GB2312" pitchFamily="49" charset="-122"/>
                </a:rPr>
                <a:t>主控模块</a:t>
              </a:r>
            </a:p>
            <a:p>
              <a:pPr algn="ctr" eaLnBrk="1" hangingPunct="1">
                <a:spcBef>
                  <a:spcPct val="0"/>
                </a:spcBef>
                <a:buClrTx/>
                <a:buFontTx/>
                <a:buNone/>
              </a:pPr>
              <a:r>
                <a:rPr kumimoji="1" lang="en-US" altLang="zh-CN" sz="1800" b="1">
                  <a:latin typeface="Times New Roman" panose="02020603050405020304" pitchFamily="18" charset="0"/>
                  <a:ea typeface="楷体_GB2312" pitchFamily="49" charset="-122"/>
                </a:rPr>
                <a:t>(main.obj)</a:t>
              </a:r>
            </a:p>
          </p:txBody>
        </p:sp>
        <p:sp>
          <p:nvSpPr>
            <p:cNvPr id="68632" name="Rectangle 21"/>
            <p:cNvSpPr>
              <a:spLocks noChangeArrowheads="1"/>
            </p:cNvSpPr>
            <p:nvPr/>
          </p:nvSpPr>
          <p:spPr bwMode="auto">
            <a:xfrm>
              <a:off x="2923" y="3225"/>
              <a:ext cx="386" cy="78"/>
            </a:xfrm>
            <a:prstGeom prst="rect">
              <a:avLst/>
            </a:prstGeom>
            <a:solidFill>
              <a:srgbClr val="66FFFF"/>
            </a:solidFill>
            <a:ln w="9525">
              <a:solidFill>
                <a:srgbClr val="66FFFF"/>
              </a:solidFill>
              <a:miter lim="800000"/>
              <a:headEnd/>
              <a:tailEnd/>
            </a:ln>
            <a:effectLst>
              <a:outerShdw dist="35921" dir="2700000" algn="ctr" rotWithShape="0">
                <a:schemeClr val="bg2"/>
              </a:outerShdw>
            </a:effec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68633" name="Rectangle 22"/>
            <p:cNvSpPr>
              <a:spLocks noChangeArrowheads="1"/>
            </p:cNvSpPr>
            <p:nvPr/>
          </p:nvSpPr>
          <p:spPr bwMode="auto">
            <a:xfrm>
              <a:off x="2923" y="3458"/>
              <a:ext cx="386" cy="77"/>
            </a:xfrm>
            <a:prstGeom prst="rect">
              <a:avLst/>
            </a:prstGeom>
            <a:solidFill>
              <a:srgbClr val="66FFFF"/>
            </a:solidFill>
            <a:ln w="9525">
              <a:solidFill>
                <a:srgbClr val="66FFFF"/>
              </a:solidFill>
              <a:miter lim="800000"/>
              <a:headEnd/>
              <a:tailEnd/>
            </a:ln>
            <a:effectLst>
              <a:outerShdw dist="35921" dir="2700000" algn="ctr" rotWithShape="0">
                <a:schemeClr val="bg2"/>
              </a:outerShdw>
            </a:effec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68634" name="Rectangle 23"/>
            <p:cNvSpPr>
              <a:spLocks noChangeArrowheads="1"/>
            </p:cNvSpPr>
            <p:nvPr/>
          </p:nvSpPr>
          <p:spPr bwMode="auto">
            <a:xfrm>
              <a:off x="4467" y="480"/>
              <a:ext cx="902" cy="851"/>
            </a:xfrm>
            <a:prstGeom prst="rect">
              <a:avLst/>
            </a:prstGeom>
            <a:noFill/>
            <a:ln w="9525">
              <a:solidFill>
                <a:srgbClr val="66FFFF"/>
              </a:solidFill>
              <a:miter lim="800000"/>
              <a:headEnd/>
              <a:tailEnd/>
            </a:ln>
            <a:effectLst>
              <a:outerShdw dist="35921" dir="2700000" algn="ctr" rotWithShape="0">
                <a:schemeClr val="bg2"/>
              </a:outerShdw>
            </a:effectLst>
            <a:extLst>
              <a:ext uri="{909E8E84-426E-40DD-AFC4-6F175D3DCCD1}">
                <a14:hiddenFill xmlns:a14="http://schemas.microsoft.com/office/drawing/2010/main">
                  <a:solidFill>
                    <a:schemeClr val="folHlink"/>
                  </a:solidFill>
                </a14:hiddenFill>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en-US" altLang="zh-CN" sz="1800" b="1">
                  <a:latin typeface="Times New Roman" panose="02020603050405020304" pitchFamily="18" charset="0"/>
                  <a:ea typeface="楷体_GB2312" pitchFamily="49" charset="-122"/>
                </a:rPr>
                <a:t>   </a:t>
              </a:r>
              <a:r>
                <a:rPr kumimoji="1" lang="zh-CN" altLang="en-US" sz="1800" b="1">
                  <a:latin typeface="Times New Roman" panose="02020603050405020304" pitchFamily="18" charset="0"/>
                  <a:ea typeface="楷体_GB2312" pitchFamily="49" charset="-122"/>
                </a:rPr>
                <a:t>图形库</a:t>
              </a:r>
            </a:p>
            <a:p>
              <a:pPr algn="ctr" eaLnBrk="1" hangingPunct="1">
                <a:spcBef>
                  <a:spcPct val="0"/>
                </a:spcBef>
                <a:buClrTx/>
                <a:buFontTx/>
                <a:buNone/>
              </a:pPr>
              <a:r>
                <a:rPr kumimoji="1" lang="zh-CN" altLang="en-US" sz="1800" b="1">
                  <a:latin typeface="Times New Roman" panose="02020603050405020304" pitchFamily="18" charset="0"/>
                  <a:ea typeface="楷体_GB2312" pitchFamily="49" charset="-122"/>
                </a:rPr>
                <a:t>   </a:t>
              </a:r>
              <a:r>
                <a:rPr kumimoji="1" lang="en-US" altLang="zh-CN" sz="1800" b="1">
                  <a:latin typeface="Times New Roman" panose="02020603050405020304" pitchFamily="18" charset="0"/>
                  <a:ea typeface="楷体_GB2312" pitchFamily="49" charset="-122"/>
                </a:rPr>
                <a:t>(graphic.dll)</a:t>
              </a:r>
            </a:p>
          </p:txBody>
        </p:sp>
        <p:sp>
          <p:nvSpPr>
            <p:cNvPr id="68635" name="Rectangle 24"/>
            <p:cNvSpPr>
              <a:spLocks noChangeArrowheads="1"/>
            </p:cNvSpPr>
            <p:nvPr/>
          </p:nvSpPr>
          <p:spPr bwMode="auto">
            <a:xfrm>
              <a:off x="4172" y="686"/>
              <a:ext cx="387" cy="78"/>
            </a:xfrm>
            <a:prstGeom prst="rect">
              <a:avLst/>
            </a:prstGeom>
            <a:solidFill>
              <a:srgbClr val="66FFFF"/>
            </a:solidFill>
            <a:ln w="9525">
              <a:solidFill>
                <a:srgbClr val="66FFFF"/>
              </a:solidFill>
              <a:miter lim="800000"/>
              <a:headEnd/>
              <a:tailEnd/>
            </a:ln>
            <a:effectLst>
              <a:outerShdw dist="35921" dir="2700000" algn="ctr" rotWithShape="0">
                <a:schemeClr val="bg2"/>
              </a:outerShdw>
            </a:effec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68636" name="Rectangle 25"/>
            <p:cNvSpPr>
              <a:spLocks noChangeArrowheads="1"/>
            </p:cNvSpPr>
            <p:nvPr/>
          </p:nvSpPr>
          <p:spPr bwMode="auto">
            <a:xfrm>
              <a:off x="4172" y="919"/>
              <a:ext cx="387" cy="77"/>
            </a:xfrm>
            <a:prstGeom prst="rect">
              <a:avLst/>
            </a:prstGeom>
            <a:solidFill>
              <a:srgbClr val="66FFFF"/>
            </a:solidFill>
            <a:ln w="9525">
              <a:solidFill>
                <a:srgbClr val="66FFFF"/>
              </a:solidFill>
              <a:miter lim="800000"/>
              <a:headEnd/>
              <a:tailEnd/>
            </a:ln>
            <a:effectLst>
              <a:outerShdw dist="35921" dir="2700000" algn="ctr" rotWithShape="0">
                <a:schemeClr val="bg2"/>
              </a:outerShdw>
            </a:effec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68637" name="Rectangle 26"/>
            <p:cNvSpPr>
              <a:spLocks noChangeArrowheads="1"/>
            </p:cNvSpPr>
            <p:nvPr/>
          </p:nvSpPr>
          <p:spPr bwMode="auto">
            <a:xfrm>
              <a:off x="4511" y="2027"/>
              <a:ext cx="901" cy="851"/>
            </a:xfrm>
            <a:prstGeom prst="rect">
              <a:avLst/>
            </a:prstGeom>
            <a:noFill/>
            <a:ln w="9525">
              <a:solidFill>
                <a:srgbClr val="66FFFF"/>
              </a:solidFill>
              <a:miter lim="800000"/>
              <a:headEnd/>
              <a:tailEnd/>
            </a:ln>
            <a:effectLst>
              <a:outerShdw dist="35921" dir="2700000" algn="ctr" rotWithShape="0">
                <a:schemeClr val="bg2"/>
              </a:outerShdw>
            </a:effectLst>
            <a:extLst>
              <a:ext uri="{909E8E84-426E-40DD-AFC4-6F175D3DCCD1}">
                <a14:hiddenFill xmlns:a14="http://schemas.microsoft.com/office/drawing/2010/main">
                  <a:solidFill>
                    <a:schemeClr val="folHlink"/>
                  </a:solidFill>
                </a14:hiddenFill>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en-US" altLang="zh-CN" sz="1800" b="1">
                  <a:latin typeface="Times New Roman" panose="02020603050405020304" pitchFamily="18" charset="0"/>
                  <a:ea typeface="楷体_GB2312" pitchFamily="49" charset="-122"/>
                </a:rPr>
                <a:t>    </a:t>
              </a:r>
              <a:r>
                <a:rPr kumimoji="1" lang="zh-CN" altLang="en-US" sz="1800" b="1">
                  <a:latin typeface="Times New Roman" panose="02020603050405020304" pitchFamily="18" charset="0"/>
                  <a:ea typeface="楷体_GB2312" pitchFamily="49" charset="-122"/>
                </a:rPr>
                <a:t>客户程序</a:t>
              </a:r>
            </a:p>
            <a:p>
              <a:pPr algn="ctr" eaLnBrk="1" hangingPunct="1">
                <a:spcBef>
                  <a:spcPct val="0"/>
                </a:spcBef>
                <a:buClrTx/>
                <a:buFontTx/>
                <a:buNone/>
              </a:pPr>
              <a:r>
                <a:rPr kumimoji="1" lang="zh-CN" altLang="en-US" sz="1800" b="1">
                  <a:latin typeface="Times New Roman" panose="02020603050405020304" pitchFamily="18" charset="0"/>
                  <a:ea typeface="楷体_GB2312" pitchFamily="49" charset="-122"/>
                </a:rPr>
                <a:t>    </a:t>
              </a:r>
              <a:r>
                <a:rPr kumimoji="1" lang="en-US" altLang="zh-CN" sz="1800" b="1">
                  <a:latin typeface="Times New Roman" panose="02020603050405020304" pitchFamily="18" charset="0"/>
                  <a:ea typeface="楷体_GB2312" pitchFamily="49" charset="-122"/>
                </a:rPr>
                <a:t>(client.exe)</a:t>
              </a:r>
            </a:p>
          </p:txBody>
        </p:sp>
        <p:sp>
          <p:nvSpPr>
            <p:cNvPr id="68638" name="Rectangle 27"/>
            <p:cNvSpPr>
              <a:spLocks noChangeArrowheads="1"/>
            </p:cNvSpPr>
            <p:nvPr/>
          </p:nvSpPr>
          <p:spPr bwMode="auto">
            <a:xfrm>
              <a:off x="4197" y="2288"/>
              <a:ext cx="386" cy="77"/>
            </a:xfrm>
            <a:prstGeom prst="rect">
              <a:avLst/>
            </a:prstGeom>
            <a:solidFill>
              <a:srgbClr val="66FFFF"/>
            </a:solidFill>
            <a:ln w="9525">
              <a:solidFill>
                <a:srgbClr val="66FFFF"/>
              </a:solidFill>
              <a:miter lim="800000"/>
              <a:headEnd/>
              <a:tailEnd/>
            </a:ln>
            <a:effectLst>
              <a:outerShdw dist="35921" dir="2700000" algn="ctr" rotWithShape="0">
                <a:schemeClr val="bg2"/>
              </a:outerShdw>
            </a:effec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68639" name="Rectangle 28"/>
            <p:cNvSpPr>
              <a:spLocks noChangeArrowheads="1"/>
            </p:cNvSpPr>
            <p:nvPr/>
          </p:nvSpPr>
          <p:spPr bwMode="auto">
            <a:xfrm>
              <a:off x="4197" y="2519"/>
              <a:ext cx="386" cy="78"/>
            </a:xfrm>
            <a:prstGeom prst="rect">
              <a:avLst/>
            </a:prstGeom>
            <a:solidFill>
              <a:srgbClr val="66FFFF"/>
            </a:solidFill>
            <a:ln w="9525">
              <a:solidFill>
                <a:srgbClr val="66FFFF"/>
              </a:solidFill>
              <a:miter lim="800000"/>
              <a:headEnd/>
              <a:tailEnd/>
            </a:ln>
            <a:effectLst>
              <a:outerShdw dist="35921" dir="2700000" algn="ctr" rotWithShape="0">
                <a:schemeClr val="bg2"/>
              </a:outerShdw>
            </a:effec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68640" name="Line 29"/>
            <p:cNvSpPr>
              <a:spLocks noChangeShapeType="1"/>
            </p:cNvSpPr>
            <p:nvPr/>
          </p:nvSpPr>
          <p:spPr bwMode="auto">
            <a:xfrm flipV="1">
              <a:off x="649" y="1254"/>
              <a:ext cx="644" cy="1508"/>
            </a:xfrm>
            <a:prstGeom prst="line">
              <a:avLst/>
            </a:prstGeom>
            <a:noFill/>
            <a:ln w="12700">
              <a:solidFill>
                <a:srgbClr val="66FFFF"/>
              </a:solidFill>
              <a:prstDash val="lgDash"/>
              <a:round/>
              <a:headEnd/>
              <a:tailEnd type="arrow" w="lg" len="lg"/>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68641" name="Line 30"/>
            <p:cNvSpPr>
              <a:spLocks noChangeShapeType="1"/>
            </p:cNvSpPr>
            <p:nvPr/>
          </p:nvSpPr>
          <p:spPr bwMode="auto">
            <a:xfrm flipV="1">
              <a:off x="1249" y="2374"/>
              <a:ext cx="301" cy="426"/>
            </a:xfrm>
            <a:prstGeom prst="line">
              <a:avLst/>
            </a:prstGeom>
            <a:noFill/>
            <a:ln w="12700">
              <a:solidFill>
                <a:srgbClr val="66FFFF"/>
              </a:solidFill>
              <a:prstDash val="lgDash"/>
              <a:round/>
              <a:headEnd/>
              <a:tailEnd type="arrow" w="lg" len="lg"/>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68642" name="Line 31"/>
            <p:cNvSpPr>
              <a:spLocks noChangeShapeType="1"/>
            </p:cNvSpPr>
            <p:nvPr/>
          </p:nvSpPr>
          <p:spPr bwMode="auto">
            <a:xfrm flipH="1">
              <a:off x="1464" y="2839"/>
              <a:ext cx="1673" cy="194"/>
            </a:xfrm>
            <a:prstGeom prst="line">
              <a:avLst/>
            </a:prstGeom>
            <a:noFill/>
            <a:ln w="12700">
              <a:solidFill>
                <a:srgbClr val="66FFFF"/>
              </a:solidFill>
              <a:prstDash val="lgDash"/>
              <a:round/>
              <a:headEnd/>
              <a:tailEnd type="arrow" w="lg" len="lg"/>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68643" name="Line 32"/>
            <p:cNvSpPr>
              <a:spLocks noChangeShapeType="1"/>
            </p:cNvSpPr>
            <p:nvPr/>
          </p:nvSpPr>
          <p:spPr bwMode="auto">
            <a:xfrm flipH="1">
              <a:off x="4039" y="2878"/>
              <a:ext cx="815" cy="347"/>
            </a:xfrm>
            <a:prstGeom prst="line">
              <a:avLst/>
            </a:prstGeom>
            <a:noFill/>
            <a:ln w="12700">
              <a:solidFill>
                <a:srgbClr val="66FFFF"/>
              </a:solidFill>
              <a:prstDash val="lgDash"/>
              <a:round/>
              <a:headEnd/>
              <a:tailEnd type="arrow" w="lg" len="lg"/>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68644" name="Line 33"/>
            <p:cNvSpPr>
              <a:spLocks noChangeShapeType="1"/>
            </p:cNvSpPr>
            <p:nvPr/>
          </p:nvSpPr>
          <p:spPr bwMode="auto">
            <a:xfrm flipH="1" flipV="1">
              <a:off x="2365" y="1756"/>
              <a:ext cx="1115" cy="78"/>
            </a:xfrm>
            <a:prstGeom prst="line">
              <a:avLst/>
            </a:prstGeom>
            <a:noFill/>
            <a:ln w="12700">
              <a:solidFill>
                <a:srgbClr val="66FFFF"/>
              </a:solidFill>
              <a:prstDash val="lgDash"/>
              <a:round/>
              <a:headEnd/>
              <a:tailEnd type="arrow" w="lg" len="lg"/>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68645" name="Line 34"/>
            <p:cNvSpPr>
              <a:spLocks noChangeShapeType="1"/>
            </p:cNvSpPr>
            <p:nvPr/>
          </p:nvSpPr>
          <p:spPr bwMode="auto">
            <a:xfrm flipH="1" flipV="1">
              <a:off x="2194" y="635"/>
              <a:ext cx="1244" cy="193"/>
            </a:xfrm>
            <a:prstGeom prst="line">
              <a:avLst/>
            </a:prstGeom>
            <a:noFill/>
            <a:ln w="12700">
              <a:solidFill>
                <a:srgbClr val="66FFFF"/>
              </a:solidFill>
              <a:prstDash val="lgDash"/>
              <a:round/>
              <a:headEnd/>
              <a:tailEnd type="arrow" w="lg" len="lg"/>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68646" name="Line 35"/>
            <p:cNvSpPr>
              <a:spLocks noChangeShapeType="1"/>
            </p:cNvSpPr>
            <p:nvPr/>
          </p:nvSpPr>
          <p:spPr bwMode="auto">
            <a:xfrm flipH="1" flipV="1">
              <a:off x="4039" y="1950"/>
              <a:ext cx="815" cy="77"/>
            </a:xfrm>
            <a:prstGeom prst="line">
              <a:avLst/>
            </a:prstGeom>
            <a:noFill/>
            <a:ln w="12700">
              <a:solidFill>
                <a:srgbClr val="66FFFF"/>
              </a:solidFill>
              <a:prstDash val="lgDash"/>
              <a:round/>
              <a:headEnd/>
              <a:tailEnd type="arrow" w="lg" len="lg"/>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68647" name="Line 36"/>
            <p:cNvSpPr>
              <a:spLocks noChangeShapeType="1"/>
            </p:cNvSpPr>
            <p:nvPr/>
          </p:nvSpPr>
          <p:spPr bwMode="auto">
            <a:xfrm flipH="1" flipV="1">
              <a:off x="3953" y="1292"/>
              <a:ext cx="944" cy="735"/>
            </a:xfrm>
            <a:prstGeom prst="line">
              <a:avLst/>
            </a:prstGeom>
            <a:noFill/>
            <a:ln w="12700">
              <a:solidFill>
                <a:srgbClr val="66FFFF"/>
              </a:solidFill>
              <a:prstDash val="lgDash"/>
              <a:round/>
              <a:headEnd/>
              <a:tailEnd type="arrow" w="lg" len="lg"/>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68648" name="Line 37"/>
            <p:cNvSpPr>
              <a:spLocks noChangeShapeType="1"/>
            </p:cNvSpPr>
            <p:nvPr/>
          </p:nvSpPr>
          <p:spPr bwMode="auto">
            <a:xfrm flipV="1">
              <a:off x="5111" y="1331"/>
              <a:ext cx="0" cy="696"/>
            </a:xfrm>
            <a:prstGeom prst="line">
              <a:avLst/>
            </a:prstGeom>
            <a:noFill/>
            <a:ln w="12700">
              <a:solidFill>
                <a:srgbClr val="66FFFF"/>
              </a:solidFill>
              <a:prstDash val="lgDash"/>
              <a:round/>
              <a:headEnd/>
              <a:tailEnd type="arrow" w="lg" len="lg"/>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a:lstStyle/>
            <a:p>
              <a:endParaRPr lang="zh-CN" altLang="en-US"/>
            </a:p>
          </p:txBody>
        </p:sp>
        <p:sp>
          <p:nvSpPr>
            <p:cNvPr id="68649" name="Text Box 38"/>
            <p:cNvSpPr txBox="1">
              <a:spLocks noChangeArrowheads="1"/>
            </p:cNvSpPr>
            <p:nvPr/>
          </p:nvSpPr>
          <p:spPr bwMode="auto">
            <a:xfrm>
              <a:off x="1910" y="3472"/>
              <a:ext cx="836" cy="231"/>
            </a:xfrm>
            <a:prstGeom prst="rect">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wrap="none">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zh-CN" altLang="en-US" sz="1800" b="1">
                  <a:latin typeface="Times New Roman" panose="02020603050405020304" pitchFamily="18" charset="0"/>
                  <a:ea typeface="楷体_GB2312" pitchFamily="49" charset="-122"/>
                </a:rPr>
                <a:t>构件图实例</a:t>
              </a:r>
            </a:p>
          </p:txBody>
        </p:sp>
        <p:grpSp>
          <p:nvGrpSpPr>
            <p:cNvPr id="68650" name="Group 39"/>
            <p:cNvGrpSpPr>
              <a:grpSpLocks/>
            </p:cNvGrpSpPr>
            <p:nvPr/>
          </p:nvGrpSpPr>
          <p:grpSpPr bwMode="auto">
            <a:xfrm>
              <a:off x="4932" y="2916"/>
              <a:ext cx="540" cy="603"/>
              <a:chOff x="4932" y="2916"/>
              <a:chExt cx="540" cy="603"/>
            </a:xfrm>
          </p:grpSpPr>
          <p:sp>
            <p:nvSpPr>
              <p:cNvPr id="68654" name="AutoShape 40"/>
              <p:cNvSpPr>
                <a:spLocks noChangeArrowheads="1"/>
              </p:cNvSpPr>
              <p:nvPr/>
            </p:nvSpPr>
            <p:spPr bwMode="auto">
              <a:xfrm>
                <a:off x="5064" y="2916"/>
                <a:ext cx="128" cy="348"/>
              </a:xfrm>
              <a:prstGeom prst="upArrow">
                <a:avLst>
                  <a:gd name="adj1" fmla="val 50000"/>
                  <a:gd name="adj2" fmla="val 67969"/>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545833" name="Text Box 41"/>
              <p:cNvSpPr txBox="1">
                <a:spLocks noChangeArrowheads="1"/>
              </p:cNvSpPr>
              <p:nvPr/>
            </p:nvSpPr>
            <p:spPr bwMode="auto">
              <a:xfrm>
                <a:off x="4932" y="3288"/>
                <a:ext cx="5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eaLnBrk="1" hangingPunct="1">
                  <a:spcBef>
                    <a:spcPct val="50000"/>
                  </a:spcBef>
                  <a:defRPr/>
                </a:pPr>
                <a:r>
                  <a:rPr kumimoji="1" lang="zh-CN" altLang="en-US" b="1">
                    <a:effectLst>
                      <a:outerShdw blurRad="38100" dist="38100" dir="2700000" algn="tl">
                        <a:srgbClr val="C0C0C0"/>
                      </a:outerShdw>
                    </a:effectLst>
                    <a:latin typeface="Times New Roman" pitchFamily="18" charset="0"/>
                  </a:rPr>
                  <a:t>构件</a:t>
                </a:r>
              </a:p>
            </p:txBody>
          </p:sp>
        </p:grpSp>
        <p:grpSp>
          <p:nvGrpSpPr>
            <p:cNvPr id="68651" name="Group 42"/>
            <p:cNvGrpSpPr>
              <a:grpSpLocks/>
            </p:cNvGrpSpPr>
            <p:nvPr/>
          </p:nvGrpSpPr>
          <p:grpSpPr bwMode="auto">
            <a:xfrm>
              <a:off x="348" y="1524"/>
              <a:ext cx="684" cy="404"/>
              <a:chOff x="348" y="1524"/>
              <a:chExt cx="684" cy="404"/>
            </a:xfrm>
          </p:grpSpPr>
          <p:sp>
            <p:nvSpPr>
              <p:cNvPr id="68652" name="AutoShape 43"/>
              <p:cNvSpPr>
                <a:spLocks noChangeArrowheads="1"/>
              </p:cNvSpPr>
              <p:nvPr/>
            </p:nvSpPr>
            <p:spPr bwMode="auto">
              <a:xfrm>
                <a:off x="660" y="1704"/>
                <a:ext cx="372" cy="152"/>
              </a:xfrm>
              <a:prstGeom prst="rightArrow">
                <a:avLst>
                  <a:gd name="adj1" fmla="val 50000"/>
                  <a:gd name="adj2" fmla="val 61184"/>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68653" name="Text Box 44"/>
              <p:cNvSpPr txBox="1">
                <a:spLocks noChangeArrowheads="1"/>
              </p:cNvSpPr>
              <p:nvPr/>
            </p:nvSpPr>
            <p:spPr bwMode="auto">
              <a:xfrm>
                <a:off x="348" y="1524"/>
                <a:ext cx="312" cy="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kumimoji="1" lang="zh-CN" altLang="en-US" sz="1800" b="1">
                    <a:latin typeface="Times New Roman" panose="02020603050405020304" pitchFamily="18" charset="0"/>
                  </a:rPr>
                  <a:t>关系</a:t>
                </a:r>
              </a:p>
            </p:txBody>
          </p:sp>
        </p:grpSp>
      </p:grpSp>
      <p:sp>
        <p:nvSpPr>
          <p:cNvPr id="68613" name="Oval 45">
            <a:hlinkClick r:id="" action="ppaction://hlinkshowjump?jump=previousslide"/>
          </p:cNvPr>
          <p:cNvSpPr>
            <a:spLocks noChangeArrowheads="1"/>
          </p:cNvSpPr>
          <p:nvPr/>
        </p:nvSpPr>
        <p:spPr bwMode="auto">
          <a:xfrm>
            <a:off x="6356350" y="6365875"/>
            <a:ext cx="762000" cy="381000"/>
          </a:xfrm>
          <a:prstGeom prst="ellipse">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round/>
                <a:headEnd/>
                <a:tailEnd/>
              </a14:hiddenLine>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68614" name="Oval 46">
            <a:hlinkClick r:id="" action="ppaction://hlinkshowjump?jump=nextslide"/>
          </p:cNvPr>
          <p:cNvSpPr>
            <a:spLocks noChangeArrowheads="1"/>
          </p:cNvSpPr>
          <p:nvPr/>
        </p:nvSpPr>
        <p:spPr bwMode="auto">
          <a:xfrm>
            <a:off x="7245350" y="6365875"/>
            <a:ext cx="762000" cy="381000"/>
          </a:xfrm>
          <a:prstGeom prst="ellipse">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round/>
                <a:headEnd/>
                <a:tailEnd/>
              </a14:hiddenLine>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68615" name="Oval 47">
            <a:hlinkClick r:id="" action="ppaction://hlinkshowjump?jump=firstslide"/>
          </p:cNvPr>
          <p:cNvSpPr>
            <a:spLocks noChangeArrowheads="1"/>
          </p:cNvSpPr>
          <p:nvPr/>
        </p:nvSpPr>
        <p:spPr bwMode="auto">
          <a:xfrm>
            <a:off x="8137525" y="6356350"/>
            <a:ext cx="762000" cy="381000"/>
          </a:xfrm>
          <a:prstGeom prst="ellipse">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round/>
                <a:headEnd/>
                <a:tailEnd/>
              </a14:hiddenLine>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Tree>
  </p:cSld>
  <p:clrMapOvr>
    <a:masterClrMapping/>
  </p:clrMapOvr>
  <p:transition advClick="0">
    <p:wheel spokes="8"/>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日期占位符 2"/>
          <p:cNvSpPr>
            <a:spLocks noGrp="1"/>
          </p:cNvSpPr>
          <p:nvPr>
            <p:ph type="dt" sz="quarter" idx="10"/>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AE5C612F-DD13-492E-B18A-C438AF1AA36A}" type="datetime8">
              <a:rPr lang="zh-CN" altLang="en-US" sz="1400" smtClean="0"/>
              <a:pPr>
                <a:spcBef>
                  <a:spcPct val="0"/>
                </a:spcBef>
                <a:buClrTx/>
                <a:buFontTx/>
                <a:buNone/>
              </a:pPr>
              <a:t>2020年5月12日3时0分</a:t>
            </a:fld>
            <a:endParaRPr lang="en-US" altLang="zh-CN" sz="1400" smtClean="0"/>
          </a:p>
        </p:txBody>
      </p:sp>
      <p:sp>
        <p:nvSpPr>
          <p:cNvPr id="69635" name="灯片编号占位符 4"/>
          <p:cNvSpPr>
            <a:spLocks noGrp="1"/>
          </p:cNvSpPr>
          <p:nvPr>
            <p:ph type="sldNum" sz="quarter" idx="12"/>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14438424-CB47-446F-8A80-608197DBD240}" type="slidenum">
              <a:rPr lang="en-US" altLang="zh-CN" sz="1400" smtClean="0"/>
              <a:pPr>
                <a:spcBef>
                  <a:spcPct val="0"/>
                </a:spcBef>
                <a:buClrTx/>
                <a:buFontTx/>
                <a:buNone/>
              </a:pPr>
              <a:t>54</a:t>
            </a:fld>
            <a:endParaRPr lang="en-US" altLang="zh-CN" sz="1400" smtClean="0"/>
          </a:p>
        </p:txBody>
      </p:sp>
      <p:sp>
        <p:nvSpPr>
          <p:cNvPr id="69636" name="Rectangle 2"/>
          <p:cNvSpPr>
            <a:spLocks noChangeArrowheads="1"/>
          </p:cNvSpPr>
          <p:nvPr/>
        </p:nvSpPr>
        <p:spPr bwMode="auto">
          <a:xfrm>
            <a:off x="1466850" y="4933950"/>
            <a:ext cx="1422400" cy="695325"/>
          </a:xfrm>
          <a:prstGeom prst="rect">
            <a:avLst/>
          </a:prstGeom>
          <a:solidFill>
            <a:srgbClr val="FFFF99"/>
          </a:solidFill>
          <a:ln w="9525">
            <a:solidFill>
              <a:srgbClr val="000000"/>
            </a:solidFill>
            <a:miter lim="800000"/>
            <a:headEnd/>
            <a:tailEnd/>
          </a:ln>
          <a:effectLst>
            <a:outerShdw dist="35921" dir="2700000" algn="ctr" rotWithShape="0">
              <a:srgbClr val="808080"/>
            </a:outerShdw>
          </a:effectLst>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just">
              <a:lnSpc>
                <a:spcPct val="135000"/>
              </a:lnSpc>
              <a:spcBef>
                <a:spcPct val="0"/>
              </a:spcBef>
              <a:buClrTx/>
              <a:buFontTx/>
              <a:buNone/>
            </a:pPr>
            <a:r>
              <a:rPr lang="en-US" altLang="zh-CN" sz="1400" b="1">
                <a:latin typeface="Times New Roman" panose="02020603050405020304" pitchFamily="18" charset="0"/>
              </a:rPr>
              <a:t>    Circle.obj</a:t>
            </a:r>
            <a:r>
              <a:rPr lang="zh-CN" altLang="en-US" sz="1400" b="1">
                <a:latin typeface="Times New Roman" panose="02020603050405020304" pitchFamily="18" charset="0"/>
              </a:rPr>
              <a:t>类</a:t>
            </a:r>
          </a:p>
          <a:p>
            <a:pPr algn="just">
              <a:spcBef>
                <a:spcPct val="0"/>
              </a:spcBef>
              <a:buClrTx/>
              <a:buFontTx/>
              <a:buNone/>
            </a:pPr>
            <a:r>
              <a:rPr lang="zh-CN" altLang="en-US" sz="1400" b="1">
                <a:latin typeface="Times New Roman" panose="02020603050405020304" pitchFamily="18" charset="0"/>
              </a:rPr>
              <a:t>      </a:t>
            </a:r>
            <a:r>
              <a:rPr lang="en-US" altLang="zh-CN" sz="1400" b="1">
                <a:latin typeface="Times New Roman" panose="02020603050405020304" pitchFamily="18" charset="0"/>
              </a:rPr>
              <a:t>Circle.cpp</a:t>
            </a:r>
          </a:p>
        </p:txBody>
      </p:sp>
      <p:sp>
        <p:nvSpPr>
          <p:cNvPr id="69637" name="Rectangle 3"/>
          <p:cNvSpPr>
            <a:spLocks noChangeArrowheads="1"/>
          </p:cNvSpPr>
          <p:nvPr/>
        </p:nvSpPr>
        <p:spPr bwMode="auto">
          <a:xfrm>
            <a:off x="1323975" y="5072063"/>
            <a:ext cx="284163" cy="139700"/>
          </a:xfrm>
          <a:prstGeom prst="rect">
            <a:avLst/>
          </a:prstGeom>
          <a:solidFill>
            <a:srgbClr val="CCFFFF"/>
          </a:solidFill>
          <a:ln w="9525">
            <a:solidFill>
              <a:srgbClr val="000000"/>
            </a:solidFill>
            <a:miter lim="800000"/>
            <a:headEnd/>
            <a:tailEnd/>
          </a:ln>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69638" name="Rectangle 4"/>
          <p:cNvSpPr>
            <a:spLocks noChangeArrowheads="1"/>
          </p:cNvSpPr>
          <p:nvPr/>
        </p:nvSpPr>
        <p:spPr bwMode="auto">
          <a:xfrm>
            <a:off x="1323975" y="5351463"/>
            <a:ext cx="284163" cy="138112"/>
          </a:xfrm>
          <a:prstGeom prst="rect">
            <a:avLst/>
          </a:prstGeom>
          <a:solidFill>
            <a:srgbClr val="CCFFFF"/>
          </a:solidFill>
          <a:ln w="9525">
            <a:solidFill>
              <a:srgbClr val="000000"/>
            </a:solidFill>
            <a:miter lim="800000"/>
            <a:headEnd/>
            <a:tailEnd/>
          </a:ln>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69639" name="Rectangle 5"/>
          <p:cNvSpPr>
            <a:spLocks noChangeArrowheads="1"/>
          </p:cNvSpPr>
          <p:nvPr/>
        </p:nvSpPr>
        <p:spPr bwMode="auto">
          <a:xfrm>
            <a:off x="3743325" y="3402013"/>
            <a:ext cx="1423988" cy="695325"/>
          </a:xfrm>
          <a:prstGeom prst="rect">
            <a:avLst/>
          </a:prstGeom>
          <a:solidFill>
            <a:srgbClr val="FFFF99"/>
          </a:solidFill>
          <a:ln w="9525">
            <a:solidFill>
              <a:srgbClr val="000000"/>
            </a:solidFill>
            <a:miter lim="800000"/>
            <a:headEnd/>
            <a:tailEnd/>
          </a:ln>
          <a:effectLst>
            <a:outerShdw dist="35921" dir="2700000" algn="ctr" rotWithShape="0">
              <a:srgbClr val="808080"/>
            </a:outerShdw>
          </a:effectLst>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just">
              <a:lnSpc>
                <a:spcPct val="135000"/>
              </a:lnSpc>
              <a:spcBef>
                <a:spcPct val="0"/>
              </a:spcBef>
              <a:buClrTx/>
              <a:buFontTx/>
              <a:buNone/>
            </a:pPr>
            <a:r>
              <a:rPr lang="en-US" altLang="zh-CN" sz="1400" b="1">
                <a:latin typeface="Times New Roman" panose="02020603050405020304" pitchFamily="18" charset="0"/>
              </a:rPr>
              <a:t>       Main</a:t>
            </a:r>
            <a:r>
              <a:rPr lang="zh-CN" altLang="en-US" sz="1400" b="1">
                <a:latin typeface="Times New Roman" panose="02020603050405020304" pitchFamily="18" charset="0"/>
              </a:rPr>
              <a:t>类</a:t>
            </a:r>
          </a:p>
          <a:p>
            <a:pPr algn="just">
              <a:spcBef>
                <a:spcPct val="0"/>
              </a:spcBef>
              <a:buClrTx/>
              <a:buFontTx/>
              <a:buNone/>
            </a:pPr>
            <a:r>
              <a:rPr lang="zh-CN" altLang="en-US" sz="1400" b="1">
                <a:latin typeface="Times New Roman" panose="02020603050405020304" pitchFamily="18" charset="0"/>
              </a:rPr>
              <a:t>       </a:t>
            </a:r>
            <a:r>
              <a:rPr lang="en-US" altLang="zh-CN" sz="1400" b="1">
                <a:latin typeface="Times New Roman" panose="02020603050405020304" pitchFamily="18" charset="0"/>
              </a:rPr>
              <a:t>Main.obj</a:t>
            </a:r>
          </a:p>
        </p:txBody>
      </p:sp>
      <p:sp>
        <p:nvSpPr>
          <p:cNvPr id="69640" name="Rectangle 6"/>
          <p:cNvSpPr>
            <a:spLocks noChangeArrowheads="1"/>
          </p:cNvSpPr>
          <p:nvPr/>
        </p:nvSpPr>
        <p:spPr bwMode="auto">
          <a:xfrm>
            <a:off x="3602038" y="3541713"/>
            <a:ext cx="284162" cy="138112"/>
          </a:xfrm>
          <a:prstGeom prst="rect">
            <a:avLst/>
          </a:prstGeom>
          <a:solidFill>
            <a:srgbClr val="CCFFFF"/>
          </a:solidFill>
          <a:ln w="9525">
            <a:solidFill>
              <a:srgbClr val="000000"/>
            </a:solidFill>
            <a:miter lim="800000"/>
            <a:headEnd/>
            <a:tailEnd/>
          </a:ln>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69641" name="Rectangle 7"/>
          <p:cNvSpPr>
            <a:spLocks noChangeArrowheads="1"/>
          </p:cNvSpPr>
          <p:nvPr/>
        </p:nvSpPr>
        <p:spPr bwMode="auto">
          <a:xfrm>
            <a:off x="3602038" y="3819525"/>
            <a:ext cx="284162" cy="139700"/>
          </a:xfrm>
          <a:prstGeom prst="rect">
            <a:avLst/>
          </a:prstGeom>
          <a:solidFill>
            <a:srgbClr val="CCFFFF"/>
          </a:solidFill>
          <a:ln w="9525">
            <a:solidFill>
              <a:srgbClr val="000000"/>
            </a:solidFill>
            <a:miter lim="800000"/>
            <a:headEnd/>
            <a:tailEnd/>
          </a:ln>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69642" name="Rectangle 8"/>
          <p:cNvSpPr>
            <a:spLocks noChangeArrowheads="1"/>
          </p:cNvSpPr>
          <p:nvPr/>
        </p:nvSpPr>
        <p:spPr bwMode="auto">
          <a:xfrm>
            <a:off x="3743325" y="4933950"/>
            <a:ext cx="1423988" cy="695325"/>
          </a:xfrm>
          <a:prstGeom prst="rect">
            <a:avLst/>
          </a:prstGeom>
          <a:solidFill>
            <a:srgbClr val="FFFF99"/>
          </a:solidFill>
          <a:ln w="9525">
            <a:solidFill>
              <a:srgbClr val="000000"/>
            </a:solidFill>
            <a:miter lim="800000"/>
            <a:headEnd/>
            <a:tailEnd/>
          </a:ln>
          <a:effectLst>
            <a:outerShdw dist="35921" dir="2700000" algn="ctr" rotWithShape="0">
              <a:srgbClr val="808080"/>
            </a:outerShdw>
          </a:effectLst>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just">
              <a:lnSpc>
                <a:spcPct val="135000"/>
              </a:lnSpc>
              <a:spcBef>
                <a:spcPct val="0"/>
              </a:spcBef>
              <a:buClrTx/>
              <a:buFontTx/>
              <a:buNone/>
            </a:pPr>
            <a:r>
              <a:rPr lang="en-US" altLang="zh-CN" sz="1400" b="1">
                <a:latin typeface="Times New Roman" panose="02020603050405020304" pitchFamily="18" charset="0"/>
              </a:rPr>
              <a:t>       Main</a:t>
            </a:r>
            <a:r>
              <a:rPr lang="zh-CN" altLang="en-US" sz="1400" b="1">
                <a:latin typeface="Times New Roman" panose="02020603050405020304" pitchFamily="18" charset="0"/>
              </a:rPr>
              <a:t>类</a:t>
            </a:r>
          </a:p>
          <a:p>
            <a:pPr algn="just">
              <a:spcBef>
                <a:spcPct val="0"/>
              </a:spcBef>
              <a:buClrTx/>
              <a:buFontTx/>
              <a:buNone/>
            </a:pPr>
            <a:r>
              <a:rPr lang="zh-CN" altLang="en-US" sz="1400" b="1">
                <a:latin typeface="Times New Roman" panose="02020603050405020304" pitchFamily="18" charset="0"/>
              </a:rPr>
              <a:t>      </a:t>
            </a:r>
            <a:r>
              <a:rPr lang="en-US" altLang="zh-CN" sz="1400" b="1">
                <a:latin typeface="Times New Roman" panose="02020603050405020304" pitchFamily="18" charset="0"/>
              </a:rPr>
              <a:t>Main.cpp</a:t>
            </a:r>
          </a:p>
        </p:txBody>
      </p:sp>
      <p:sp>
        <p:nvSpPr>
          <p:cNvPr id="69643" name="Rectangle 9"/>
          <p:cNvSpPr>
            <a:spLocks noChangeArrowheads="1"/>
          </p:cNvSpPr>
          <p:nvPr/>
        </p:nvSpPr>
        <p:spPr bwMode="auto">
          <a:xfrm>
            <a:off x="3602038" y="5072063"/>
            <a:ext cx="284162" cy="139700"/>
          </a:xfrm>
          <a:prstGeom prst="rect">
            <a:avLst/>
          </a:prstGeom>
          <a:solidFill>
            <a:srgbClr val="CCFFFF"/>
          </a:solidFill>
          <a:ln w="9525">
            <a:solidFill>
              <a:srgbClr val="000000"/>
            </a:solidFill>
            <a:miter lim="800000"/>
            <a:headEnd/>
            <a:tailEnd/>
          </a:ln>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69644" name="Rectangle 10"/>
          <p:cNvSpPr>
            <a:spLocks noChangeArrowheads="1"/>
          </p:cNvSpPr>
          <p:nvPr/>
        </p:nvSpPr>
        <p:spPr bwMode="auto">
          <a:xfrm>
            <a:off x="3602038" y="5351463"/>
            <a:ext cx="284162" cy="138112"/>
          </a:xfrm>
          <a:prstGeom prst="rect">
            <a:avLst/>
          </a:prstGeom>
          <a:solidFill>
            <a:srgbClr val="CCFFFF"/>
          </a:solidFill>
          <a:ln w="9525">
            <a:solidFill>
              <a:srgbClr val="000000"/>
            </a:solidFill>
            <a:miter lim="800000"/>
            <a:headEnd/>
            <a:tailEnd/>
          </a:ln>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69645" name="Rectangle 11"/>
          <p:cNvSpPr>
            <a:spLocks noChangeArrowheads="1"/>
          </p:cNvSpPr>
          <p:nvPr/>
        </p:nvSpPr>
        <p:spPr bwMode="auto">
          <a:xfrm>
            <a:off x="6162675" y="1452563"/>
            <a:ext cx="1423988" cy="696912"/>
          </a:xfrm>
          <a:prstGeom prst="rect">
            <a:avLst/>
          </a:prstGeom>
          <a:solidFill>
            <a:srgbClr val="FFFF99"/>
          </a:solidFill>
          <a:ln w="9525">
            <a:solidFill>
              <a:srgbClr val="000000"/>
            </a:solidFill>
            <a:miter lim="800000"/>
            <a:headEnd/>
            <a:tailEnd/>
          </a:ln>
          <a:effectLst>
            <a:outerShdw dist="35921" dir="2700000" algn="ctr" rotWithShape="0">
              <a:srgbClr val="808080"/>
            </a:outerShdw>
          </a:effectLst>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just">
              <a:lnSpc>
                <a:spcPct val="135000"/>
              </a:lnSpc>
              <a:spcBef>
                <a:spcPct val="0"/>
              </a:spcBef>
              <a:buClrTx/>
              <a:buFontTx/>
              <a:buNone/>
            </a:pPr>
            <a:r>
              <a:rPr lang="en-US" altLang="zh-CN" sz="1400" b="1">
                <a:latin typeface="Times New Roman" panose="02020603050405020304" pitchFamily="18" charset="0"/>
              </a:rPr>
              <a:t>        </a:t>
            </a:r>
            <a:r>
              <a:rPr lang="zh-CN" altLang="en-US" sz="1400" b="1">
                <a:latin typeface="Times New Roman" panose="02020603050405020304" pitchFamily="18" charset="0"/>
              </a:rPr>
              <a:t>图形库</a:t>
            </a:r>
          </a:p>
          <a:p>
            <a:pPr algn="just">
              <a:spcBef>
                <a:spcPct val="0"/>
              </a:spcBef>
              <a:buClrTx/>
              <a:buFontTx/>
              <a:buNone/>
            </a:pPr>
            <a:r>
              <a:rPr lang="zh-CN" altLang="en-US" sz="1400" b="1">
                <a:latin typeface="Times New Roman" panose="02020603050405020304" pitchFamily="18" charset="0"/>
              </a:rPr>
              <a:t>    </a:t>
            </a:r>
            <a:r>
              <a:rPr lang="en-US" altLang="zh-CN" sz="1400" b="1">
                <a:latin typeface="Times New Roman" panose="02020603050405020304" pitchFamily="18" charset="0"/>
              </a:rPr>
              <a:t>Graphic.dll</a:t>
            </a:r>
          </a:p>
          <a:p>
            <a:pPr algn="just">
              <a:spcBef>
                <a:spcPct val="0"/>
              </a:spcBef>
              <a:buClrTx/>
              <a:buFontTx/>
              <a:buNone/>
            </a:pPr>
            <a:endParaRPr lang="en-US" altLang="zh-CN" sz="1400" b="1">
              <a:latin typeface="Times New Roman" panose="02020603050405020304" pitchFamily="18" charset="0"/>
            </a:endParaRPr>
          </a:p>
        </p:txBody>
      </p:sp>
      <p:sp>
        <p:nvSpPr>
          <p:cNvPr id="69646" name="Rectangle 12"/>
          <p:cNvSpPr>
            <a:spLocks noChangeArrowheads="1"/>
          </p:cNvSpPr>
          <p:nvPr/>
        </p:nvSpPr>
        <p:spPr bwMode="auto">
          <a:xfrm>
            <a:off x="6021388" y="1592263"/>
            <a:ext cx="284162" cy="138112"/>
          </a:xfrm>
          <a:prstGeom prst="rect">
            <a:avLst/>
          </a:prstGeom>
          <a:solidFill>
            <a:srgbClr val="CCFFFF"/>
          </a:solidFill>
          <a:ln w="9525">
            <a:solidFill>
              <a:srgbClr val="000000"/>
            </a:solidFill>
            <a:miter lim="800000"/>
            <a:headEnd/>
            <a:tailEnd/>
          </a:ln>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69647" name="Rectangle 13"/>
          <p:cNvSpPr>
            <a:spLocks noChangeArrowheads="1"/>
          </p:cNvSpPr>
          <p:nvPr/>
        </p:nvSpPr>
        <p:spPr bwMode="auto">
          <a:xfrm>
            <a:off x="6021388" y="1870075"/>
            <a:ext cx="284162" cy="139700"/>
          </a:xfrm>
          <a:prstGeom prst="rect">
            <a:avLst/>
          </a:prstGeom>
          <a:solidFill>
            <a:srgbClr val="CCFFFF"/>
          </a:solidFill>
          <a:ln w="9525">
            <a:solidFill>
              <a:srgbClr val="000000"/>
            </a:solidFill>
            <a:miter lim="800000"/>
            <a:headEnd/>
            <a:tailEnd/>
          </a:ln>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69648" name="Rectangle 14"/>
          <p:cNvSpPr>
            <a:spLocks noChangeArrowheads="1"/>
          </p:cNvSpPr>
          <p:nvPr/>
        </p:nvSpPr>
        <p:spPr bwMode="auto">
          <a:xfrm>
            <a:off x="6162675" y="4794250"/>
            <a:ext cx="1423988" cy="695325"/>
          </a:xfrm>
          <a:prstGeom prst="rect">
            <a:avLst/>
          </a:prstGeom>
          <a:solidFill>
            <a:srgbClr val="FFFF99"/>
          </a:solidFill>
          <a:ln w="9525">
            <a:solidFill>
              <a:srgbClr val="000000"/>
            </a:solidFill>
            <a:miter lim="800000"/>
            <a:headEnd/>
            <a:tailEnd/>
          </a:ln>
          <a:effectLst>
            <a:outerShdw dist="35921" dir="2700000" algn="ctr" rotWithShape="0">
              <a:srgbClr val="808080"/>
            </a:outerShdw>
          </a:effectLst>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just">
              <a:lnSpc>
                <a:spcPct val="135000"/>
              </a:lnSpc>
              <a:spcBef>
                <a:spcPct val="0"/>
              </a:spcBef>
              <a:buClrTx/>
              <a:buFontTx/>
              <a:buNone/>
            </a:pPr>
            <a:r>
              <a:rPr lang="en-US" altLang="zh-CN" sz="1400" b="1">
                <a:latin typeface="Times New Roman" panose="02020603050405020304" pitchFamily="18" charset="0"/>
              </a:rPr>
              <a:t>       Square</a:t>
            </a:r>
            <a:r>
              <a:rPr lang="zh-CN" altLang="en-US" sz="1400" b="1">
                <a:latin typeface="Times New Roman" panose="02020603050405020304" pitchFamily="18" charset="0"/>
              </a:rPr>
              <a:t>类</a:t>
            </a:r>
          </a:p>
          <a:p>
            <a:pPr algn="just">
              <a:spcBef>
                <a:spcPct val="0"/>
              </a:spcBef>
              <a:buClrTx/>
              <a:buFontTx/>
              <a:buNone/>
            </a:pPr>
            <a:r>
              <a:rPr lang="zh-CN" altLang="en-US" sz="1400" b="1">
                <a:latin typeface="Times New Roman" panose="02020603050405020304" pitchFamily="18" charset="0"/>
              </a:rPr>
              <a:t>      </a:t>
            </a:r>
            <a:r>
              <a:rPr lang="en-US" altLang="zh-CN" sz="1400" b="1">
                <a:latin typeface="Times New Roman" panose="02020603050405020304" pitchFamily="18" charset="0"/>
              </a:rPr>
              <a:t>Square.cpp</a:t>
            </a:r>
          </a:p>
        </p:txBody>
      </p:sp>
      <p:sp>
        <p:nvSpPr>
          <p:cNvPr id="69649" name="Rectangle 15"/>
          <p:cNvSpPr>
            <a:spLocks noChangeArrowheads="1"/>
          </p:cNvSpPr>
          <p:nvPr/>
        </p:nvSpPr>
        <p:spPr bwMode="auto">
          <a:xfrm>
            <a:off x="6021388" y="4933950"/>
            <a:ext cx="284162" cy="138113"/>
          </a:xfrm>
          <a:prstGeom prst="rect">
            <a:avLst/>
          </a:prstGeom>
          <a:solidFill>
            <a:srgbClr val="CCFFFF"/>
          </a:solidFill>
          <a:ln w="9525">
            <a:solidFill>
              <a:srgbClr val="000000"/>
            </a:solidFill>
            <a:miter lim="800000"/>
            <a:headEnd/>
            <a:tailEnd/>
          </a:ln>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69650" name="Rectangle 16"/>
          <p:cNvSpPr>
            <a:spLocks noChangeArrowheads="1"/>
          </p:cNvSpPr>
          <p:nvPr/>
        </p:nvSpPr>
        <p:spPr bwMode="auto">
          <a:xfrm>
            <a:off x="6021388" y="5211763"/>
            <a:ext cx="284162" cy="139700"/>
          </a:xfrm>
          <a:prstGeom prst="rect">
            <a:avLst/>
          </a:prstGeom>
          <a:solidFill>
            <a:srgbClr val="CCFFFF"/>
          </a:solidFill>
          <a:ln w="9525">
            <a:solidFill>
              <a:srgbClr val="000000"/>
            </a:solidFill>
            <a:miter lim="800000"/>
            <a:headEnd/>
            <a:tailEnd/>
          </a:ln>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69651" name="Rectangle 17"/>
          <p:cNvSpPr>
            <a:spLocks noChangeArrowheads="1"/>
          </p:cNvSpPr>
          <p:nvPr/>
        </p:nvSpPr>
        <p:spPr bwMode="auto">
          <a:xfrm>
            <a:off x="6162675" y="2984500"/>
            <a:ext cx="1423988" cy="695325"/>
          </a:xfrm>
          <a:prstGeom prst="rect">
            <a:avLst/>
          </a:prstGeom>
          <a:solidFill>
            <a:srgbClr val="FFFF99"/>
          </a:solidFill>
          <a:ln w="9525">
            <a:solidFill>
              <a:srgbClr val="000000"/>
            </a:solidFill>
            <a:miter lim="800000"/>
            <a:headEnd/>
            <a:tailEnd/>
          </a:ln>
          <a:effectLst>
            <a:outerShdw dist="35921" dir="2700000" algn="ctr" rotWithShape="0">
              <a:srgbClr val="808080"/>
            </a:outerShdw>
          </a:effectLst>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just">
              <a:lnSpc>
                <a:spcPct val="135000"/>
              </a:lnSpc>
              <a:spcBef>
                <a:spcPct val="0"/>
              </a:spcBef>
              <a:buClrTx/>
              <a:buFontTx/>
              <a:buNone/>
            </a:pPr>
            <a:r>
              <a:rPr lang="en-US" altLang="zh-CN" sz="1400" b="1">
                <a:latin typeface="Times New Roman" panose="02020603050405020304" pitchFamily="18" charset="0"/>
              </a:rPr>
              <a:t>      Square</a:t>
            </a:r>
            <a:r>
              <a:rPr lang="zh-CN" altLang="en-US" sz="1400" b="1">
                <a:latin typeface="Times New Roman" panose="02020603050405020304" pitchFamily="18" charset="0"/>
              </a:rPr>
              <a:t>类</a:t>
            </a:r>
          </a:p>
          <a:p>
            <a:pPr algn="just">
              <a:spcBef>
                <a:spcPct val="0"/>
              </a:spcBef>
              <a:buClrTx/>
              <a:buFontTx/>
              <a:buNone/>
            </a:pPr>
            <a:r>
              <a:rPr lang="zh-CN" altLang="en-US" sz="1400" b="1">
                <a:latin typeface="Times New Roman" panose="02020603050405020304" pitchFamily="18" charset="0"/>
              </a:rPr>
              <a:t>      </a:t>
            </a:r>
            <a:r>
              <a:rPr lang="en-US" altLang="zh-CN" sz="1400" b="1">
                <a:latin typeface="Times New Roman" panose="02020603050405020304" pitchFamily="18" charset="0"/>
              </a:rPr>
              <a:t>Square.obj</a:t>
            </a:r>
          </a:p>
        </p:txBody>
      </p:sp>
      <p:sp>
        <p:nvSpPr>
          <p:cNvPr id="69652" name="Rectangle 18"/>
          <p:cNvSpPr>
            <a:spLocks noChangeArrowheads="1"/>
          </p:cNvSpPr>
          <p:nvPr/>
        </p:nvSpPr>
        <p:spPr bwMode="auto">
          <a:xfrm>
            <a:off x="6021388" y="3122613"/>
            <a:ext cx="284162" cy="139700"/>
          </a:xfrm>
          <a:prstGeom prst="rect">
            <a:avLst/>
          </a:prstGeom>
          <a:solidFill>
            <a:srgbClr val="CCFFFF"/>
          </a:solidFill>
          <a:ln w="9525">
            <a:solidFill>
              <a:srgbClr val="000000"/>
            </a:solidFill>
            <a:miter lim="800000"/>
            <a:headEnd/>
            <a:tailEnd/>
          </a:ln>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69653" name="Rectangle 19"/>
          <p:cNvSpPr>
            <a:spLocks noChangeArrowheads="1"/>
          </p:cNvSpPr>
          <p:nvPr/>
        </p:nvSpPr>
        <p:spPr bwMode="auto">
          <a:xfrm>
            <a:off x="6021388" y="3402013"/>
            <a:ext cx="284162" cy="139700"/>
          </a:xfrm>
          <a:prstGeom prst="rect">
            <a:avLst/>
          </a:prstGeom>
          <a:solidFill>
            <a:srgbClr val="CCFFFF"/>
          </a:solidFill>
          <a:ln w="9525">
            <a:solidFill>
              <a:srgbClr val="000000"/>
            </a:solidFill>
            <a:miter lim="800000"/>
            <a:headEnd/>
            <a:tailEnd/>
          </a:ln>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69654" name="Rectangle 20"/>
          <p:cNvSpPr>
            <a:spLocks noChangeArrowheads="1"/>
          </p:cNvSpPr>
          <p:nvPr/>
        </p:nvSpPr>
        <p:spPr bwMode="auto">
          <a:xfrm>
            <a:off x="1466850" y="3122613"/>
            <a:ext cx="1422400" cy="696912"/>
          </a:xfrm>
          <a:prstGeom prst="rect">
            <a:avLst/>
          </a:prstGeom>
          <a:solidFill>
            <a:srgbClr val="FFFF99"/>
          </a:solidFill>
          <a:ln w="9525">
            <a:solidFill>
              <a:srgbClr val="000000"/>
            </a:solidFill>
            <a:miter lim="800000"/>
            <a:headEnd/>
            <a:tailEnd/>
          </a:ln>
          <a:effectLst>
            <a:outerShdw dist="35921" dir="2700000" algn="ctr" rotWithShape="0">
              <a:srgbClr val="808080"/>
            </a:outerShdw>
          </a:effectLst>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just">
              <a:lnSpc>
                <a:spcPct val="135000"/>
              </a:lnSpc>
              <a:spcBef>
                <a:spcPct val="0"/>
              </a:spcBef>
              <a:buClrTx/>
              <a:buFontTx/>
              <a:buNone/>
            </a:pPr>
            <a:r>
              <a:rPr lang="en-US" altLang="zh-CN" sz="1400" b="1">
                <a:latin typeface="Times New Roman" panose="02020603050405020304" pitchFamily="18" charset="0"/>
              </a:rPr>
              <a:t>     Circle</a:t>
            </a:r>
            <a:r>
              <a:rPr lang="zh-CN" altLang="en-US" sz="1400" b="1">
                <a:latin typeface="Times New Roman" panose="02020603050405020304" pitchFamily="18" charset="0"/>
              </a:rPr>
              <a:t>类</a:t>
            </a:r>
          </a:p>
          <a:p>
            <a:pPr algn="just">
              <a:spcBef>
                <a:spcPct val="0"/>
              </a:spcBef>
              <a:buClrTx/>
              <a:buFontTx/>
              <a:buNone/>
            </a:pPr>
            <a:r>
              <a:rPr lang="zh-CN" altLang="en-US" sz="1400" b="1">
                <a:latin typeface="Times New Roman" panose="02020603050405020304" pitchFamily="18" charset="0"/>
              </a:rPr>
              <a:t>     </a:t>
            </a:r>
            <a:r>
              <a:rPr lang="en-US" altLang="zh-CN" sz="1400" b="1">
                <a:latin typeface="Times New Roman" panose="02020603050405020304" pitchFamily="18" charset="0"/>
              </a:rPr>
              <a:t>Circle.obj</a:t>
            </a:r>
          </a:p>
        </p:txBody>
      </p:sp>
      <p:sp>
        <p:nvSpPr>
          <p:cNvPr id="69655" name="Rectangle 21"/>
          <p:cNvSpPr>
            <a:spLocks noChangeArrowheads="1"/>
          </p:cNvSpPr>
          <p:nvPr/>
        </p:nvSpPr>
        <p:spPr bwMode="auto">
          <a:xfrm>
            <a:off x="1323975" y="3262313"/>
            <a:ext cx="284163" cy="139700"/>
          </a:xfrm>
          <a:prstGeom prst="rect">
            <a:avLst/>
          </a:prstGeom>
          <a:solidFill>
            <a:srgbClr val="CCFFFF"/>
          </a:solidFill>
          <a:ln w="9525">
            <a:solidFill>
              <a:srgbClr val="000000"/>
            </a:solidFill>
            <a:miter lim="800000"/>
            <a:headEnd/>
            <a:tailEnd/>
          </a:ln>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69656" name="Rectangle 22"/>
          <p:cNvSpPr>
            <a:spLocks noChangeArrowheads="1"/>
          </p:cNvSpPr>
          <p:nvPr/>
        </p:nvSpPr>
        <p:spPr bwMode="auto">
          <a:xfrm>
            <a:off x="1323975" y="3541713"/>
            <a:ext cx="284163" cy="138112"/>
          </a:xfrm>
          <a:prstGeom prst="rect">
            <a:avLst/>
          </a:prstGeom>
          <a:solidFill>
            <a:srgbClr val="CCFFFF"/>
          </a:solidFill>
          <a:ln w="9525">
            <a:solidFill>
              <a:srgbClr val="000000"/>
            </a:solidFill>
            <a:miter lim="800000"/>
            <a:headEnd/>
            <a:tailEnd/>
          </a:ln>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69657" name="Rectangle 23"/>
          <p:cNvSpPr>
            <a:spLocks noChangeArrowheads="1"/>
          </p:cNvSpPr>
          <p:nvPr/>
        </p:nvSpPr>
        <p:spPr bwMode="auto">
          <a:xfrm>
            <a:off x="3743325" y="1452563"/>
            <a:ext cx="1423988" cy="696912"/>
          </a:xfrm>
          <a:prstGeom prst="rect">
            <a:avLst/>
          </a:prstGeom>
          <a:solidFill>
            <a:srgbClr val="FFFF99"/>
          </a:solidFill>
          <a:ln w="9525">
            <a:solidFill>
              <a:srgbClr val="000000"/>
            </a:solidFill>
            <a:miter lim="800000"/>
            <a:headEnd/>
            <a:tailEnd/>
          </a:ln>
          <a:effectLst>
            <a:outerShdw dist="35921" dir="2700000" algn="ctr" rotWithShape="0">
              <a:srgbClr val="808080"/>
            </a:outerShdw>
          </a:effectLst>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just">
              <a:lnSpc>
                <a:spcPct val="135000"/>
              </a:lnSpc>
              <a:spcBef>
                <a:spcPct val="40000"/>
              </a:spcBef>
              <a:buClrTx/>
              <a:buFontTx/>
              <a:buNone/>
            </a:pPr>
            <a:r>
              <a:rPr lang="en-US" altLang="zh-CN" sz="1400" b="1">
                <a:latin typeface="Times New Roman" panose="02020603050405020304" pitchFamily="18" charset="0"/>
              </a:rPr>
              <a:t>     </a:t>
            </a:r>
            <a:r>
              <a:rPr lang="zh-CN" altLang="en-US" sz="1400" b="1">
                <a:latin typeface="Times New Roman" panose="02020603050405020304" pitchFamily="18" charset="0"/>
              </a:rPr>
              <a:t>可执行程序</a:t>
            </a:r>
          </a:p>
          <a:p>
            <a:pPr algn="just">
              <a:buClrTx/>
              <a:buFontTx/>
              <a:buNone/>
            </a:pPr>
            <a:r>
              <a:rPr lang="zh-CN" altLang="en-US" sz="1400" b="1">
                <a:latin typeface="Times New Roman" panose="02020603050405020304" pitchFamily="18" charset="0"/>
              </a:rPr>
              <a:t>      </a:t>
            </a:r>
            <a:r>
              <a:rPr lang="en-US" altLang="zh-CN" sz="1400" b="1">
                <a:latin typeface="Times New Roman" panose="02020603050405020304" pitchFamily="18" charset="0"/>
              </a:rPr>
              <a:t>Main.exe</a:t>
            </a:r>
          </a:p>
        </p:txBody>
      </p:sp>
      <p:sp>
        <p:nvSpPr>
          <p:cNvPr id="69658" name="Rectangle 24"/>
          <p:cNvSpPr>
            <a:spLocks noChangeArrowheads="1"/>
          </p:cNvSpPr>
          <p:nvPr/>
        </p:nvSpPr>
        <p:spPr bwMode="auto">
          <a:xfrm>
            <a:off x="3602038" y="1592263"/>
            <a:ext cx="284162" cy="138112"/>
          </a:xfrm>
          <a:prstGeom prst="rect">
            <a:avLst/>
          </a:prstGeom>
          <a:solidFill>
            <a:srgbClr val="CCFFFF"/>
          </a:solidFill>
          <a:ln w="9525">
            <a:solidFill>
              <a:srgbClr val="000000"/>
            </a:solidFill>
            <a:miter lim="800000"/>
            <a:headEnd/>
            <a:tailEnd/>
          </a:ln>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69659" name="Rectangle 25"/>
          <p:cNvSpPr>
            <a:spLocks noChangeArrowheads="1"/>
          </p:cNvSpPr>
          <p:nvPr/>
        </p:nvSpPr>
        <p:spPr bwMode="auto">
          <a:xfrm>
            <a:off x="3602038" y="1870075"/>
            <a:ext cx="284162" cy="139700"/>
          </a:xfrm>
          <a:prstGeom prst="rect">
            <a:avLst/>
          </a:prstGeom>
          <a:solidFill>
            <a:srgbClr val="CCFFFF"/>
          </a:solidFill>
          <a:ln w="9525">
            <a:solidFill>
              <a:srgbClr val="000000"/>
            </a:solidFill>
            <a:miter lim="800000"/>
            <a:headEnd/>
            <a:tailEnd/>
          </a:ln>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69660" name="Line 26"/>
          <p:cNvSpPr>
            <a:spLocks noChangeShapeType="1"/>
          </p:cNvSpPr>
          <p:nvPr/>
        </p:nvSpPr>
        <p:spPr bwMode="auto">
          <a:xfrm flipH="1">
            <a:off x="2035175" y="2149475"/>
            <a:ext cx="1993900" cy="973138"/>
          </a:xfrm>
          <a:prstGeom prst="line">
            <a:avLst/>
          </a:prstGeom>
          <a:noFill/>
          <a:ln w="28575">
            <a:solidFill>
              <a:srgbClr val="FFFF99"/>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9661" name="Line 27"/>
          <p:cNvSpPr>
            <a:spLocks noChangeShapeType="1"/>
          </p:cNvSpPr>
          <p:nvPr/>
        </p:nvSpPr>
        <p:spPr bwMode="auto">
          <a:xfrm>
            <a:off x="5167313" y="1730375"/>
            <a:ext cx="854075" cy="0"/>
          </a:xfrm>
          <a:prstGeom prst="line">
            <a:avLst/>
          </a:prstGeom>
          <a:noFill/>
          <a:ln w="28575">
            <a:solidFill>
              <a:srgbClr val="FFFF99"/>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9662" name="Line 28"/>
          <p:cNvSpPr>
            <a:spLocks noChangeShapeType="1"/>
          </p:cNvSpPr>
          <p:nvPr/>
        </p:nvSpPr>
        <p:spPr bwMode="auto">
          <a:xfrm>
            <a:off x="4456113" y="2149475"/>
            <a:ext cx="0" cy="1252538"/>
          </a:xfrm>
          <a:prstGeom prst="line">
            <a:avLst/>
          </a:prstGeom>
          <a:noFill/>
          <a:ln w="28575">
            <a:solidFill>
              <a:srgbClr val="FFFF99"/>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9663" name="Line 29"/>
          <p:cNvSpPr>
            <a:spLocks noChangeShapeType="1"/>
          </p:cNvSpPr>
          <p:nvPr/>
        </p:nvSpPr>
        <p:spPr bwMode="auto">
          <a:xfrm>
            <a:off x="5167313" y="2009775"/>
            <a:ext cx="1849437" cy="974725"/>
          </a:xfrm>
          <a:prstGeom prst="line">
            <a:avLst/>
          </a:prstGeom>
          <a:noFill/>
          <a:ln w="28575">
            <a:solidFill>
              <a:srgbClr val="FFFF99"/>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9664" name="Line 30"/>
          <p:cNvSpPr>
            <a:spLocks noChangeShapeType="1"/>
          </p:cNvSpPr>
          <p:nvPr/>
        </p:nvSpPr>
        <p:spPr bwMode="auto">
          <a:xfrm>
            <a:off x="2035175" y="3819525"/>
            <a:ext cx="0" cy="1114425"/>
          </a:xfrm>
          <a:prstGeom prst="line">
            <a:avLst/>
          </a:prstGeom>
          <a:noFill/>
          <a:ln w="28575">
            <a:solidFill>
              <a:srgbClr val="FFFF99"/>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9665" name="Line 31"/>
          <p:cNvSpPr>
            <a:spLocks noChangeShapeType="1"/>
          </p:cNvSpPr>
          <p:nvPr/>
        </p:nvSpPr>
        <p:spPr bwMode="auto">
          <a:xfrm>
            <a:off x="4456113" y="4097338"/>
            <a:ext cx="0" cy="836612"/>
          </a:xfrm>
          <a:prstGeom prst="line">
            <a:avLst/>
          </a:prstGeom>
          <a:noFill/>
          <a:ln w="28575">
            <a:solidFill>
              <a:srgbClr val="FFFF99"/>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9666" name="Line 32"/>
          <p:cNvSpPr>
            <a:spLocks noChangeShapeType="1"/>
          </p:cNvSpPr>
          <p:nvPr/>
        </p:nvSpPr>
        <p:spPr bwMode="auto">
          <a:xfrm flipH="1">
            <a:off x="2889250" y="5211763"/>
            <a:ext cx="712788" cy="0"/>
          </a:xfrm>
          <a:prstGeom prst="line">
            <a:avLst/>
          </a:prstGeom>
          <a:noFill/>
          <a:ln w="28575">
            <a:solidFill>
              <a:srgbClr val="FFFF99"/>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9667" name="Line 33"/>
          <p:cNvSpPr>
            <a:spLocks noChangeShapeType="1"/>
          </p:cNvSpPr>
          <p:nvPr/>
        </p:nvSpPr>
        <p:spPr bwMode="auto">
          <a:xfrm>
            <a:off x="5167313" y="5157788"/>
            <a:ext cx="1001712" cy="0"/>
          </a:xfrm>
          <a:prstGeom prst="line">
            <a:avLst/>
          </a:prstGeom>
          <a:noFill/>
          <a:ln w="28575">
            <a:solidFill>
              <a:srgbClr val="FFFF99"/>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9668" name="Line 34"/>
          <p:cNvSpPr>
            <a:spLocks noChangeShapeType="1"/>
          </p:cNvSpPr>
          <p:nvPr/>
        </p:nvSpPr>
        <p:spPr bwMode="auto">
          <a:xfrm>
            <a:off x="6875463" y="3590925"/>
            <a:ext cx="0" cy="1114425"/>
          </a:xfrm>
          <a:prstGeom prst="line">
            <a:avLst/>
          </a:prstGeom>
          <a:noFill/>
          <a:ln w="28575">
            <a:solidFill>
              <a:srgbClr val="FFFF99"/>
            </a:solidFill>
            <a:prstDash val="dash"/>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9669" name="Oval 36">
            <a:hlinkClick r:id="" action="ppaction://hlinkshowjump?jump=previousslide"/>
          </p:cNvPr>
          <p:cNvSpPr>
            <a:spLocks noChangeArrowheads="1"/>
          </p:cNvSpPr>
          <p:nvPr/>
        </p:nvSpPr>
        <p:spPr bwMode="auto">
          <a:xfrm>
            <a:off x="6356350" y="6365875"/>
            <a:ext cx="762000" cy="381000"/>
          </a:xfrm>
          <a:prstGeom prst="ellipse">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round/>
                <a:headEnd/>
                <a:tailEnd/>
              </a14:hiddenLine>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69670" name="Oval 37">
            <a:hlinkClick r:id="" action="ppaction://hlinkshowjump?jump=nextslide"/>
          </p:cNvPr>
          <p:cNvSpPr>
            <a:spLocks noChangeArrowheads="1"/>
          </p:cNvSpPr>
          <p:nvPr/>
        </p:nvSpPr>
        <p:spPr bwMode="auto">
          <a:xfrm>
            <a:off x="7245350" y="6365875"/>
            <a:ext cx="762000" cy="381000"/>
          </a:xfrm>
          <a:prstGeom prst="ellipse">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round/>
                <a:headEnd/>
                <a:tailEnd/>
              </a14:hiddenLine>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69671" name="Oval 38">
            <a:hlinkClick r:id="" action="ppaction://hlinkshowjump?jump=firstslide"/>
          </p:cNvPr>
          <p:cNvSpPr>
            <a:spLocks noChangeArrowheads="1"/>
          </p:cNvSpPr>
          <p:nvPr/>
        </p:nvSpPr>
        <p:spPr bwMode="auto">
          <a:xfrm>
            <a:off x="8137525" y="6356350"/>
            <a:ext cx="762000" cy="381000"/>
          </a:xfrm>
          <a:prstGeom prst="ellipse">
            <a:avLst/>
          </a:prstGeom>
          <a:noFill/>
          <a:ln>
            <a:noFill/>
          </a:ln>
          <a:effectLst>
            <a:outerShdw dist="35921"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rgbClr val="FFBA55"/>
                </a:solidFill>
                <a:round/>
                <a:headEnd/>
                <a:tailEnd/>
              </a14:hiddenLine>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Tree>
  </p:cSld>
  <p:clrMapOvr>
    <a:masterClrMapping/>
  </p:clrMapOvr>
  <p:transition advClick="0">
    <p:wheel spokes="8"/>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日期占位符 3"/>
          <p:cNvSpPr>
            <a:spLocks noGrp="1"/>
          </p:cNvSpPr>
          <p:nvPr>
            <p:ph type="dt" sz="quarter" idx="10"/>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D2FC2B7C-90AF-4F6F-B13C-0AB80F9F21D7}" type="datetime8">
              <a:rPr lang="zh-CN" altLang="en-US" sz="1400" smtClean="0"/>
              <a:pPr>
                <a:spcBef>
                  <a:spcPct val="0"/>
                </a:spcBef>
                <a:buClrTx/>
                <a:buFontTx/>
                <a:buNone/>
              </a:pPr>
              <a:t>2020年5月12日3时0分</a:t>
            </a:fld>
            <a:endParaRPr lang="en-US" altLang="zh-CN" sz="1400" smtClean="0"/>
          </a:p>
        </p:txBody>
      </p:sp>
      <p:sp>
        <p:nvSpPr>
          <p:cNvPr id="70659" name="灯片编号占位符 5"/>
          <p:cNvSpPr>
            <a:spLocks noGrp="1"/>
          </p:cNvSpPr>
          <p:nvPr>
            <p:ph type="sldNum" sz="quarter" idx="12"/>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14621968-A2DE-4D94-8E20-51D207D1DC1E}" type="slidenum">
              <a:rPr lang="en-US" altLang="zh-CN" sz="1400" smtClean="0"/>
              <a:pPr>
                <a:spcBef>
                  <a:spcPct val="0"/>
                </a:spcBef>
                <a:buClrTx/>
                <a:buFontTx/>
                <a:buNone/>
              </a:pPr>
              <a:t>55</a:t>
            </a:fld>
            <a:endParaRPr lang="en-US" altLang="zh-CN" sz="1400" smtClean="0"/>
          </a:p>
        </p:txBody>
      </p:sp>
      <p:sp>
        <p:nvSpPr>
          <p:cNvPr id="548866" name="Rectangle 2"/>
          <p:cNvSpPr>
            <a:spLocks noGrp="1" noRot="1" noChangeArrowheads="1"/>
          </p:cNvSpPr>
          <p:nvPr>
            <p:ph type="title"/>
          </p:nvPr>
        </p:nvSpPr>
        <p:spPr>
          <a:xfrm>
            <a:off x="660400" y="447675"/>
            <a:ext cx="2971800" cy="533400"/>
          </a:xfrm>
        </p:spPr>
        <p:txBody>
          <a:bodyPr/>
          <a:lstStyle/>
          <a:p>
            <a:pPr algn="l" eaLnBrk="1" hangingPunct="1">
              <a:defRPr/>
            </a:pPr>
            <a:r>
              <a:rPr lang="zh-CN" altLang="en-US" sz="2400" smtClean="0">
                <a:solidFill>
                  <a:schemeClr val="hlink"/>
                </a:solidFill>
                <a:effectLst>
                  <a:outerShdw blurRad="38100" dist="38100" dir="2700000" algn="tl">
                    <a:srgbClr val="C0C0C0"/>
                  </a:outerShdw>
                </a:effectLst>
                <a:latin typeface="华文新魏" pitchFamily="2" charset="-122"/>
                <a:ea typeface="华文新魏" pitchFamily="2" charset="-122"/>
              </a:rPr>
              <a:t>部署图</a:t>
            </a:r>
          </a:p>
        </p:txBody>
      </p:sp>
      <p:sp>
        <p:nvSpPr>
          <p:cNvPr id="548867" name="Rectangle 3"/>
          <p:cNvSpPr>
            <a:spLocks noGrp="1" noRot="1" noChangeArrowheads="1"/>
          </p:cNvSpPr>
          <p:nvPr>
            <p:ph type="body" idx="1"/>
          </p:nvPr>
        </p:nvSpPr>
        <p:spPr>
          <a:xfrm>
            <a:off x="381000" y="1123950"/>
            <a:ext cx="8382000" cy="4648200"/>
          </a:xfrm>
        </p:spPr>
        <p:txBody>
          <a:bodyPr/>
          <a:lstStyle/>
          <a:p>
            <a:pPr marL="0" indent="0" algn="just" defTabSz="484188" eaLnBrk="1" hangingPunct="1">
              <a:buFont typeface="Wingdings" panose="05000000000000000000" pitchFamily="2" charset="2"/>
              <a:buNone/>
              <a:defRPr/>
            </a:pPr>
            <a:r>
              <a:rPr lang="zh-CN" altLang="en-US" sz="2800" b="1" smtClean="0">
                <a:solidFill>
                  <a:schemeClr val="tx2"/>
                </a:solidFill>
                <a:effectLst>
                  <a:outerShdw blurRad="38100" dist="38100" dir="2700000" algn="tl">
                    <a:srgbClr val="C0C0C0"/>
                  </a:outerShdw>
                </a:effectLst>
                <a:ea typeface="楷体_GB2312" pitchFamily="49" charset="-122"/>
              </a:rPr>
              <a:t>　　又叫配置图用来描述系统硬件的物理拓扑结构以及在此结构上执行的软件，即系统运行时刻的结构。</a:t>
            </a:r>
            <a:endParaRPr lang="zh-CN" altLang="en-US" sz="2800" b="1" smtClean="0">
              <a:effectLst>
                <a:outerShdw blurRad="38100" dist="38100" dir="2700000" algn="tl">
                  <a:srgbClr val="C0C0C0"/>
                </a:outerShdw>
              </a:effectLst>
              <a:ea typeface="楷体_GB2312" pitchFamily="49" charset="-122"/>
            </a:endParaRPr>
          </a:p>
          <a:p>
            <a:pPr marL="0" indent="0" algn="just" defTabSz="484188" eaLnBrk="1" hangingPunct="1">
              <a:buFont typeface="Wingdings" panose="05000000000000000000" pitchFamily="2" charset="2"/>
              <a:buNone/>
              <a:defRPr/>
            </a:pPr>
            <a:r>
              <a:rPr lang="zh-CN" altLang="en-US" sz="2800" b="1" smtClean="0">
                <a:effectLst>
                  <a:outerShdw blurRad="38100" dist="38100" dir="2700000" algn="tl">
                    <a:srgbClr val="C0C0C0"/>
                  </a:outerShdw>
                </a:effectLst>
                <a:ea typeface="楷体_GB2312" pitchFamily="49" charset="-122"/>
              </a:rPr>
              <a:t>　　配置图中的结点代表某种计算机构件，通常是某种硬件。同时结点还包括在其上运行的软构件，软构件代表可执行的物理代码模块。如一个可执行程序。 结点的图符是一个立方体。	</a:t>
            </a:r>
            <a:r>
              <a:rPr lang="en-US" altLang="zh-CN" sz="2800" b="1" smtClean="0">
                <a:effectLst>
                  <a:outerShdw blurRad="38100" dist="38100" dir="2700000" algn="tl">
                    <a:srgbClr val="C0C0C0"/>
                  </a:outerShdw>
                </a:effectLst>
                <a:ea typeface="楷体_GB2312" pitchFamily="49" charset="-122"/>
              </a:rPr>
              <a:t>(</a:t>
            </a:r>
            <a:r>
              <a:rPr lang="zh-CN" altLang="en-US" sz="2800" b="1" smtClean="0">
                <a:effectLst>
                  <a:outerShdw blurRad="38100" dist="38100" dir="2700000" algn="tl">
                    <a:srgbClr val="C0C0C0"/>
                  </a:outerShdw>
                </a:effectLst>
                <a:ea typeface="楷体_GB2312" pitchFamily="49" charset="-122"/>
              </a:rPr>
              <a:t>主要用在分布式系统中</a:t>
            </a:r>
            <a:r>
              <a:rPr lang="en-US" altLang="zh-CN" sz="2800" b="1" smtClean="0">
                <a:effectLst>
                  <a:outerShdw blurRad="38100" dist="38100" dir="2700000" algn="tl">
                    <a:srgbClr val="C0C0C0"/>
                  </a:outerShdw>
                </a:effectLst>
                <a:ea typeface="楷体_GB2312" pitchFamily="49" charset="-122"/>
              </a:rPr>
              <a:t>)</a:t>
            </a:r>
            <a:endParaRPr lang="en-US" altLang="zh-CN" sz="2800" b="1" smtClean="0">
              <a:effectLst>
                <a:outerShdw blurRad="38100" dist="38100" dir="2700000" algn="tl">
                  <a:srgbClr val="C0C0C0"/>
                </a:outerShdw>
              </a:effectLst>
            </a:endParaRPr>
          </a:p>
        </p:txBody>
      </p:sp>
      <p:sp>
        <p:nvSpPr>
          <p:cNvPr id="70662" name="Oval 5">
            <a:hlinkClick r:id="" action="ppaction://hlinkshowjump?jump=previousslide"/>
          </p:cNvPr>
          <p:cNvSpPr>
            <a:spLocks noChangeArrowheads="1"/>
          </p:cNvSpPr>
          <p:nvPr/>
        </p:nvSpPr>
        <p:spPr bwMode="auto">
          <a:xfrm>
            <a:off x="6353175" y="6386513"/>
            <a:ext cx="747713" cy="323850"/>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70663" name="Oval 6">
            <a:hlinkClick r:id="" action="ppaction://hlinkshowjump?jump=nextslide"/>
          </p:cNvPr>
          <p:cNvSpPr>
            <a:spLocks noChangeArrowheads="1"/>
          </p:cNvSpPr>
          <p:nvPr/>
        </p:nvSpPr>
        <p:spPr bwMode="auto">
          <a:xfrm>
            <a:off x="7219950" y="6391275"/>
            <a:ext cx="781050" cy="3143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70664" name="Oval 7">
            <a:hlinkClick r:id="" action="ppaction://hlinkshowjump?jump=firstslide"/>
          </p:cNvPr>
          <p:cNvSpPr>
            <a:spLocks noChangeArrowheads="1"/>
          </p:cNvSpPr>
          <p:nvPr/>
        </p:nvSpPr>
        <p:spPr bwMode="auto">
          <a:xfrm>
            <a:off x="8148638" y="6378575"/>
            <a:ext cx="781050" cy="3143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Tree>
  </p:cSld>
  <p:clrMapOvr>
    <a:masterClrMapping/>
  </p:clrMapOvr>
  <p:transition advClick="0">
    <p:wheel spokes="8"/>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日期占位符 2"/>
          <p:cNvSpPr>
            <a:spLocks noGrp="1"/>
          </p:cNvSpPr>
          <p:nvPr>
            <p:ph type="dt" sz="quarter" idx="10"/>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ADBFA385-3731-4DB8-BAA4-7BE90E79ADA3}" type="datetime8">
              <a:rPr lang="zh-CN" altLang="en-US" sz="1400" smtClean="0"/>
              <a:pPr>
                <a:spcBef>
                  <a:spcPct val="0"/>
                </a:spcBef>
                <a:buClrTx/>
                <a:buFontTx/>
                <a:buNone/>
              </a:pPr>
              <a:t>2020年5月12日3时0分</a:t>
            </a:fld>
            <a:endParaRPr lang="en-US" altLang="zh-CN" sz="1400" smtClean="0"/>
          </a:p>
        </p:txBody>
      </p:sp>
      <p:sp>
        <p:nvSpPr>
          <p:cNvPr id="71683" name="灯片编号占位符 4"/>
          <p:cNvSpPr>
            <a:spLocks noGrp="1"/>
          </p:cNvSpPr>
          <p:nvPr>
            <p:ph type="sldNum" sz="quarter" idx="12"/>
          </p:nvPr>
        </p:nvSpPr>
        <p:spPr>
          <a:noFill/>
        </p:spPr>
        <p:txBody>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spcBef>
                <a:spcPct val="0"/>
              </a:spcBef>
              <a:buClrTx/>
              <a:buFontTx/>
              <a:buNone/>
            </a:pPr>
            <a:fld id="{C0B4E356-6736-4F46-ACB9-911CEA81E8F7}" type="slidenum">
              <a:rPr lang="en-US" altLang="zh-CN" sz="1400" smtClean="0"/>
              <a:pPr>
                <a:spcBef>
                  <a:spcPct val="0"/>
                </a:spcBef>
                <a:buClrTx/>
                <a:buFontTx/>
                <a:buNone/>
              </a:pPr>
              <a:t>56</a:t>
            </a:fld>
            <a:endParaRPr lang="en-US" altLang="zh-CN" sz="1400" smtClean="0"/>
          </a:p>
        </p:txBody>
      </p:sp>
      <p:grpSp>
        <p:nvGrpSpPr>
          <p:cNvPr id="71684" name="Group 3"/>
          <p:cNvGrpSpPr>
            <a:grpSpLocks/>
          </p:cNvGrpSpPr>
          <p:nvPr/>
        </p:nvGrpSpPr>
        <p:grpSpPr bwMode="auto">
          <a:xfrm>
            <a:off x="876300" y="647700"/>
            <a:ext cx="7429500" cy="3848100"/>
            <a:chOff x="540" y="540"/>
            <a:chExt cx="4920" cy="2508"/>
          </a:xfrm>
        </p:grpSpPr>
        <p:sp>
          <p:nvSpPr>
            <p:cNvPr id="71690" name="AutoShape 4"/>
            <p:cNvSpPr>
              <a:spLocks noChangeArrowheads="1"/>
            </p:cNvSpPr>
            <p:nvPr/>
          </p:nvSpPr>
          <p:spPr bwMode="auto">
            <a:xfrm>
              <a:off x="540" y="934"/>
              <a:ext cx="1389" cy="1675"/>
            </a:xfrm>
            <a:prstGeom prst="cube">
              <a:avLst>
                <a:gd name="adj" fmla="val 25000"/>
              </a:avLst>
            </a:prstGeom>
            <a:solidFill>
              <a:srgbClr val="006600"/>
            </a:solidFill>
            <a:ln w="9525">
              <a:solidFill>
                <a:srgbClr val="00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endParaRPr kumimoji="1" lang="zh-CN" altLang="zh-CN" sz="2400">
                <a:latin typeface="Times New Roman" panose="02020603050405020304" pitchFamily="18" charset="0"/>
              </a:endParaRPr>
            </a:p>
          </p:txBody>
        </p:sp>
        <p:sp>
          <p:nvSpPr>
            <p:cNvPr id="71691" name="AutoShape 5"/>
            <p:cNvSpPr>
              <a:spLocks noChangeArrowheads="1"/>
            </p:cNvSpPr>
            <p:nvPr/>
          </p:nvSpPr>
          <p:spPr bwMode="auto">
            <a:xfrm>
              <a:off x="2886" y="540"/>
              <a:ext cx="2574" cy="2508"/>
            </a:xfrm>
            <a:prstGeom prst="cube">
              <a:avLst>
                <a:gd name="adj" fmla="val 25000"/>
              </a:avLst>
            </a:prstGeom>
            <a:solidFill>
              <a:srgbClr val="006600"/>
            </a:solidFill>
            <a:ln w="9525">
              <a:solidFill>
                <a:srgbClr val="00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endParaRPr kumimoji="1" lang="zh-CN" altLang="zh-CN" sz="2400">
                <a:latin typeface="Times New Roman" panose="02020603050405020304" pitchFamily="18" charset="0"/>
              </a:endParaRPr>
            </a:p>
          </p:txBody>
        </p:sp>
        <p:sp>
          <p:nvSpPr>
            <p:cNvPr id="71692" name="Line 6"/>
            <p:cNvSpPr>
              <a:spLocks noChangeShapeType="1"/>
            </p:cNvSpPr>
            <p:nvPr/>
          </p:nvSpPr>
          <p:spPr bwMode="auto">
            <a:xfrm>
              <a:off x="1890" y="1773"/>
              <a:ext cx="984" cy="0"/>
            </a:xfrm>
            <a:prstGeom prst="line">
              <a:avLst/>
            </a:prstGeom>
            <a:noFill/>
            <a:ln w="9525">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1693" name="Rectangle 7"/>
            <p:cNvSpPr>
              <a:spLocks noChangeArrowheads="1"/>
            </p:cNvSpPr>
            <p:nvPr/>
          </p:nvSpPr>
          <p:spPr bwMode="auto">
            <a:xfrm>
              <a:off x="771" y="1773"/>
              <a:ext cx="744" cy="441"/>
            </a:xfrm>
            <a:prstGeom prst="rect">
              <a:avLst/>
            </a:prstGeom>
            <a:solidFill>
              <a:srgbClr val="008000"/>
            </a:solidFill>
            <a:ln w="9525">
              <a:solidFill>
                <a:srgbClr val="00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en-US" altLang="zh-CN" sz="1800" b="1">
                  <a:latin typeface="仿宋_GB2312" pitchFamily="49" charset="-122"/>
                  <a:ea typeface="仿宋_GB2312" pitchFamily="49" charset="-122"/>
                </a:rPr>
                <a:t> </a:t>
              </a:r>
              <a:r>
                <a:rPr kumimoji="1" lang="zh-CN" altLang="en-US" sz="1800" b="1">
                  <a:latin typeface="仿宋_GB2312" pitchFamily="49" charset="-122"/>
                  <a:ea typeface="仿宋_GB2312" pitchFamily="49" charset="-122"/>
                </a:rPr>
                <a:t>保险单</a:t>
              </a:r>
            </a:p>
            <a:p>
              <a:pPr algn="ctr" eaLnBrk="1" hangingPunct="1">
                <a:spcBef>
                  <a:spcPct val="0"/>
                </a:spcBef>
                <a:buClrTx/>
                <a:buFontTx/>
                <a:buNone/>
              </a:pPr>
              <a:r>
                <a:rPr kumimoji="1" lang="zh-CN" altLang="en-US" sz="1800" b="1">
                  <a:latin typeface="仿宋_GB2312" pitchFamily="49" charset="-122"/>
                  <a:ea typeface="仿宋_GB2312" pitchFamily="49" charset="-122"/>
                </a:rPr>
                <a:t> 填写界面</a:t>
              </a:r>
            </a:p>
          </p:txBody>
        </p:sp>
        <p:sp>
          <p:nvSpPr>
            <p:cNvPr id="71694" name="Rectangle 8"/>
            <p:cNvSpPr>
              <a:spLocks noChangeArrowheads="1"/>
            </p:cNvSpPr>
            <p:nvPr/>
          </p:nvSpPr>
          <p:spPr bwMode="auto">
            <a:xfrm>
              <a:off x="606" y="1825"/>
              <a:ext cx="273" cy="88"/>
            </a:xfrm>
            <a:prstGeom prst="rect">
              <a:avLst/>
            </a:prstGeom>
            <a:solidFill>
              <a:srgbClr val="339933"/>
            </a:solidFill>
            <a:ln w="9525">
              <a:solidFill>
                <a:srgbClr val="00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71695" name="Rectangle 9"/>
            <p:cNvSpPr>
              <a:spLocks noChangeArrowheads="1"/>
            </p:cNvSpPr>
            <p:nvPr/>
          </p:nvSpPr>
          <p:spPr bwMode="auto">
            <a:xfrm>
              <a:off x="606" y="2050"/>
              <a:ext cx="273" cy="88"/>
            </a:xfrm>
            <a:prstGeom prst="rect">
              <a:avLst/>
            </a:prstGeom>
            <a:solidFill>
              <a:srgbClr val="339933"/>
            </a:solidFill>
            <a:ln w="9525">
              <a:solidFill>
                <a:srgbClr val="00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71696" name="Rectangle 10"/>
            <p:cNvSpPr>
              <a:spLocks noChangeArrowheads="1"/>
            </p:cNvSpPr>
            <p:nvPr/>
          </p:nvSpPr>
          <p:spPr bwMode="auto">
            <a:xfrm>
              <a:off x="3168" y="1395"/>
              <a:ext cx="648" cy="442"/>
            </a:xfrm>
            <a:prstGeom prst="rect">
              <a:avLst/>
            </a:prstGeom>
            <a:solidFill>
              <a:srgbClr val="008000"/>
            </a:solidFill>
            <a:ln w="9525">
              <a:solidFill>
                <a:srgbClr val="00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800" b="1">
                  <a:latin typeface="仿宋_GB2312" pitchFamily="49" charset="-122"/>
                  <a:ea typeface="仿宋_GB2312" pitchFamily="49" charset="-122"/>
                </a:rPr>
                <a:t>保险系统</a:t>
              </a:r>
            </a:p>
          </p:txBody>
        </p:sp>
        <p:sp>
          <p:nvSpPr>
            <p:cNvPr id="71697" name="Rectangle 11"/>
            <p:cNvSpPr>
              <a:spLocks noChangeArrowheads="1"/>
            </p:cNvSpPr>
            <p:nvPr/>
          </p:nvSpPr>
          <p:spPr bwMode="auto">
            <a:xfrm>
              <a:off x="2943" y="1436"/>
              <a:ext cx="273" cy="88"/>
            </a:xfrm>
            <a:prstGeom prst="rect">
              <a:avLst/>
            </a:prstGeom>
            <a:solidFill>
              <a:srgbClr val="339933"/>
            </a:solidFill>
            <a:ln w="9525">
              <a:solidFill>
                <a:srgbClr val="00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71698" name="Rectangle 12"/>
            <p:cNvSpPr>
              <a:spLocks noChangeArrowheads="1"/>
            </p:cNvSpPr>
            <p:nvPr/>
          </p:nvSpPr>
          <p:spPr bwMode="auto">
            <a:xfrm>
              <a:off x="3081" y="2326"/>
              <a:ext cx="732" cy="502"/>
            </a:xfrm>
            <a:prstGeom prst="rect">
              <a:avLst/>
            </a:prstGeom>
            <a:solidFill>
              <a:srgbClr val="008000"/>
            </a:solidFill>
            <a:ln w="9525">
              <a:solidFill>
                <a:srgbClr val="00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800" b="1">
                  <a:latin typeface="仿宋_GB2312" pitchFamily="49" charset="-122"/>
                  <a:ea typeface="仿宋_GB2312" pitchFamily="49" charset="-122"/>
                </a:rPr>
                <a:t>保险数据库</a:t>
              </a:r>
            </a:p>
          </p:txBody>
        </p:sp>
        <p:sp>
          <p:nvSpPr>
            <p:cNvPr id="71699" name="Rectangle 13"/>
            <p:cNvSpPr>
              <a:spLocks noChangeArrowheads="1"/>
            </p:cNvSpPr>
            <p:nvPr/>
          </p:nvSpPr>
          <p:spPr bwMode="auto">
            <a:xfrm>
              <a:off x="2952" y="2379"/>
              <a:ext cx="273" cy="88"/>
            </a:xfrm>
            <a:prstGeom prst="rect">
              <a:avLst/>
            </a:prstGeom>
            <a:solidFill>
              <a:srgbClr val="339933"/>
            </a:solidFill>
            <a:ln w="9525">
              <a:solidFill>
                <a:srgbClr val="00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71700" name="Rectangle 14"/>
            <p:cNvSpPr>
              <a:spLocks noChangeArrowheads="1"/>
            </p:cNvSpPr>
            <p:nvPr/>
          </p:nvSpPr>
          <p:spPr bwMode="auto">
            <a:xfrm>
              <a:off x="2940" y="2675"/>
              <a:ext cx="273" cy="88"/>
            </a:xfrm>
            <a:prstGeom prst="rect">
              <a:avLst/>
            </a:prstGeom>
            <a:solidFill>
              <a:srgbClr val="339933"/>
            </a:solidFill>
            <a:ln w="9525">
              <a:solidFill>
                <a:srgbClr val="00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71701" name="Rectangle 15"/>
            <p:cNvSpPr>
              <a:spLocks noChangeArrowheads="1"/>
            </p:cNvSpPr>
            <p:nvPr/>
          </p:nvSpPr>
          <p:spPr bwMode="auto">
            <a:xfrm>
              <a:off x="3918" y="1833"/>
              <a:ext cx="849" cy="983"/>
            </a:xfrm>
            <a:prstGeom prst="rect">
              <a:avLst/>
            </a:prstGeom>
            <a:solidFill>
              <a:srgbClr val="008000"/>
            </a:solidFill>
            <a:ln w="9525">
              <a:solidFill>
                <a:srgbClr val="00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endParaRPr kumimoji="1" lang="zh-CN" altLang="zh-CN" sz="2400">
                <a:latin typeface="Times New Roman" panose="02020603050405020304" pitchFamily="18" charset="0"/>
              </a:endParaRPr>
            </a:p>
          </p:txBody>
        </p:sp>
        <p:sp>
          <p:nvSpPr>
            <p:cNvPr id="71702" name="Rectangle 16"/>
            <p:cNvSpPr>
              <a:spLocks noChangeArrowheads="1"/>
            </p:cNvSpPr>
            <p:nvPr/>
          </p:nvSpPr>
          <p:spPr bwMode="auto">
            <a:xfrm>
              <a:off x="3762" y="2038"/>
              <a:ext cx="312" cy="88"/>
            </a:xfrm>
            <a:prstGeom prst="rect">
              <a:avLst/>
            </a:prstGeom>
            <a:solidFill>
              <a:srgbClr val="339933"/>
            </a:solidFill>
            <a:ln w="9525">
              <a:solidFill>
                <a:srgbClr val="00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71703" name="Rectangle 17"/>
            <p:cNvSpPr>
              <a:spLocks noChangeArrowheads="1"/>
            </p:cNvSpPr>
            <p:nvPr/>
          </p:nvSpPr>
          <p:spPr bwMode="auto">
            <a:xfrm>
              <a:off x="3762" y="2214"/>
              <a:ext cx="312" cy="88"/>
            </a:xfrm>
            <a:prstGeom prst="rect">
              <a:avLst/>
            </a:prstGeom>
            <a:solidFill>
              <a:srgbClr val="339933"/>
            </a:solidFill>
            <a:ln w="9525">
              <a:solidFill>
                <a:srgbClr val="00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71704" name="Rectangle 18"/>
            <p:cNvSpPr>
              <a:spLocks noChangeArrowheads="1"/>
            </p:cNvSpPr>
            <p:nvPr/>
          </p:nvSpPr>
          <p:spPr bwMode="auto">
            <a:xfrm>
              <a:off x="4080" y="2194"/>
              <a:ext cx="567" cy="177"/>
            </a:xfrm>
            <a:prstGeom prst="rect">
              <a:avLst/>
            </a:prstGeom>
            <a:solidFill>
              <a:srgbClr val="008000"/>
            </a:solidFill>
            <a:ln w="9525">
              <a:solidFill>
                <a:srgbClr val="00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800" b="1">
                  <a:latin typeface="宋体" panose="02010600030101010101" pitchFamily="2" charset="-122"/>
                </a:rPr>
                <a:t>保险政策</a:t>
              </a:r>
            </a:p>
          </p:txBody>
        </p:sp>
        <p:sp>
          <p:nvSpPr>
            <p:cNvPr id="71705" name="Rectangle 19"/>
            <p:cNvSpPr>
              <a:spLocks noChangeArrowheads="1"/>
            </p:cNvSpPr>
            <p:nvPr/>
          </p:nvSpPr>
          <p:spPr bwMode="auto">
            <a:xfrm>
              <a:off x="4092" y="2435"/>
              <a:ext cx="567" cy="224"/>
            </a:xfrm>
            <a:prstGeom prst="rect">
              <a:avLst/>
            </a:prstGeom>
            <a:solidFill>
              <a:srgbClr val="008000"/>
            </a:solidFill>
            <a:ln w="9525">
              <a:solidFill>
                <a:srgbClr val="00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800" b="1">
                  <a:latin typeface="宋体" panose="02010600030101010101" pitchFamily="2" charset="-122"/>
                </a:rPr>
                <a:t>保险用户</a:t>
              </a:r>
            </a:p>
          </p:txBody>
        </p:sp>
        <p:sp>
          <p:nvSpPr>
            <p:cNvPr id="71706" name="Text Box 20"/>
            <p:cNvSpPr txBox="1">
              <a:spLocks noChangeArrowheads="1"/>
            </p:cNvSpPr>
            <p:nvPr/>
          </p:nvSpPr>
          <p:spPr bwMode="auto">
            <a:xfrm>
              <a:off x="759" y="1374"/>
              <a:ext cx="576" cy="239"/>
            </a:xfrm>
            <a:prstGeom prst="rect">
              <a:avLst/>
            </a:prstGeom>
            <a:noFill/>
            <a:ln>
              <a:noFill/>
            </a:ln>
            <a:effectLst/>
            <a:extLst>
              <a:ext uri="{909E8E84-426E-40DD-AFC4-6F175D3DCCD1}">
                <a14:hiddenFill xmlns:a14="http://schemas.microsoft.com/office/drawing/2010/main">
                  <a:solidFill>
                    <a:srgbClr val="339933"/>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zh-CN" altLang="en-US" sz="1800" b="1">
                  <a:latin typeface="仿宋_GB2312" pitchFamily="49" charset="-122"/>
                  <a:ea typeface="仿宋_GB2312" pitchFamily="49" charset="-122"/>
                </a:rPr>
                <a:t>客户</a:t>
              </a:r>
              <a:r>
                <a:rPr kumimoji="1" lang="en-US" altLang="zh-CN" sz="1800" b="1">
                  <a:latin typeface="仿宋_GB2312" pitchFamily="49" charset="-122"/>
                  <a:ea typeface="仿宋_GB2312" pitchFamily="49" charset="-122"/>
                </a:rPr>
                <a:t>PC</a:t>
              </a:r>
            </a:p>
          </p:txBody>
        </p:sp>
        <p:sp>
          <p:nvSpPr>
            <p:cNvPr id="71707" name="Text Box 21"/>
            <p:cNvSpPr txBox="1">
              <a:spLocks noChangeArrowheads="1"/>
            </p:cNvSpPr>
            <p:nvPr/>
          </p:nvSpPr>
          <p:spPr bwMode="auto">
            <a:xfrm>
              <a:off x="2071" y="1512"/>
              <a:ext cx="856" cy="239"/>
            </a:xfrm>
            <a:prstGeom prst="rect">
              <a:avLst/>
            </a:prstGeom>
            <a:noFill/>
            <a:ln>
              <a:noFill/>
            </a:ln>
            <a:effectLst/>
            <a:extLst>
              <a:ext uri="{909E8E84-426E-40DD-AFC4-6F175D3DCCD1}">
                <a14:hiddenFill xmlns:a14="http://schemas.microsoft.com/office/drawing/2010/main">
                  <a:solidFill>
                    <a:srgbClr val="339933"/>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en-US" altLang="zh-CN" sz="1800" b="1">
                  <a:latin typeface="Times New Roman" panose="02020603050405020304" pitchFamily="18" charset="0"/>
                  <a:ea typeface="仿宋_GB2312" pitchFamily="49" charset="-122"/>
                </a:rPr>
                <a:t>《TCP/IP&gt;</a:t>
              </a:r>
            </a:p>
          </p:txBody>
        </p:sp>
        <p:sp>
          <p:nvSpPr>
            <p:cNvPr id="71708" name="Text Box 22"/>
            <p:cNvSpPr txBox="1">
              <a:spLocks noChangeArrowheads="1"/>
            </p:cNvSpPr>
            <p:nvPr/>
          </p:nvSpPr>
          <p:spPr bwMode="auto">
            <a:xfrm>
              <a:off x="2982" y="1167"/>
              <a:ext cx="912" cy="239"/>
            </a:xfrm>
            <a:prstGeom prst="rect">
              <a:avLst/>
            </a:prstGeom>
            <a:noFill/>
            <a:ln>
              <a:noFill/>
            </a:ln>
            <a:effectLst/>
            <a:extLst>
              <a:ext uri="{909E8E84-426E-40DD-AFC4-6F175D3DCCD1}">
                <a14:hiddenFill xmlns:a14="http://schemas.microsoft.com/office/drawing/2010/main">
                  <a:solidFill>
                    <a:srgbClr val="339933"/>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kumimoji="1" lang="zh-CN" altLang="en-US" sz="1800" b="1">
                  <a:latin typeface="仿宋_GB2312" pitchFamily="49" charset="-122"/>
                  <a:ea typeface="仿宋_GB2312" pitchFamily="49" charset="-122"/>
                </a:rPr>
                <a:t>保险服务器</a:t>
              </a:r>
            </a:p>
          </p:txBody>
        </p:sp>
        <p:sp>
          <p:nvSpPr>
            <p:cNvPr id="71709" name="Rectangle 23"/>
            <p:cNvSpPr>
              <a:spLocks noChangeArrowheads="1"/>
            </p:cNvSpPr>
            <p:nvPr/>
          </p:nvSpPr>
          <p:spPr bwMode="auto">
            <a:xfrm>
              <a:off x="2943" y="1672"/>
              <a:ext cx="273" cy="88"/>
            </a:xfrm>
            <a:prstGeom prst="rect">
              <a:avLst/>
            </a:prstGeom>
            <a:solidFill>
              <a:srgbClr val="339933"/>
            </a:solidFill>
            <a:ln w="9525">
              <a:solidFill>
                <a:srgbClr val="00FF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71710" name="Text Box 24"/>
            <p:cNvSpPr txBox="1">
              <a:spLocks noChangeArrowheads="1"/>
            </p:cNvSpPr>
            <p:nvPr/>
          </p:nvSpPr>
          <p:spPr bwMode="auto">
            <a:xfrm>
              <a:off x="3990" y="1826"/>
              <a:ext cx="800" cy="418"/>
            </a:xfrm>
            <a:prstGeom prst="rect">
              <a:avLst/>
            </a:prstGeom>
            <a:noFill/>
            <a:ln>
              <a:noFill/>
            </a:ln>
            <a:effectLst/>
            <a:extLst>
              <a:ext uri="{909E8E84-426E-40DD-AFC4-6F175D3DCCD1}">
                <a14:hiddenFill xmlns:a14="http://schemas.microsoft.com/office/drawing/2010/main">
                  <a:solidFill>
                    <a:srgbClr val="339933"/>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ClrTx/>
                <a:buFontTx/>
                <a:buNone/>
              </a:pPr>
              <a:r>
                <a:rPr kumimoji="1" lang="zh-CN" altLang="en-US" sz="1800" b="1">
                  <a:latin typeface="仿宋_GB2312" pitchFamily="49" charset="-122"/>
                  <a:ea typeface="仿宋_GB2312" pitchFamily="49" charset="-122"/>
                </a:rPr>
                <a:t>保险系统配置</a:t>
              </a:r>
            </a:p>
          </p:txBody>
        </p:sp>
        <p:sp>
          <p:nvSpPr>
            <p:cNvPr id="71711" name="Line 25"/>
            <p:cNvSpPr>
              <a:spLocks noChangeShapeType="1"/>
            </p:cNvSpPr>
            <p:nvPr/>
          </p:nvSpPr>
          <p:spPr bwMode="auto">
            <a:xfrm>
              <a:off x="3474" y="1849"/>
              <a:ext cx="12" cy="453"/>
            </a:xfrm>
            <a:prstGeom prst="line">
              <a:avLst/>
            </a:prstGeom>
            <a:noFill/>
            <a:ln w="9525">
              <a:solidFill>
                <a:srgbClr val="00FF00"/>
              </a:solidFill>
              <a:prstDash val="dash"/>
              <a:round/>
              <a:headEnd/>
              <a:tailEnd type="arrow"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1712" name="Oval 26"/>
            <p:cNvSpPr>
              <a:spLocks noChangeArrowheads="1"/>
            </p:cNvSpPr>
            <p:nvPr/>
          </p:nvSpPr>
          <p:spPr bwMode="auto">
            <a:xfrm>
              <a:off x="4191" y="1508"/>
              <a:ext cx="117" cy="132"/>
            </a:xfrm>
            <a:prstGeom prst="ellipse">
              <a:avLst/>
            </a:prstGeom>
            <a:solidFill>
              <a:srgbClr val="339933"/>
            </a:solidFill>
            <a:ln w="9525">
              <a:solidFill>
                <a:srgbClr val="00FF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71713" name="Line 27"/>
            <p:cNvSpPr>
              <a:spLocks noChangeShapeType="1"/>
            </p:cNvSpPr>
            <p:nvPr/>
          </p:nvSpPr>
          <p:spPr bwMode="auto">
            <a:xfrm>
              <a:off x="3840" y="1552"/>
              <a:ext cx="351" cy="0"/>
            </a:xfrm>
            <a:prstGeom prst="line">
              <a:avLst/>
            </a:prstGeom>
            <a:noFill/>
            <a:ln w="9525">
              <a:solidFill>
                <a:srgbClr val="00FF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1714" name="Line 28"/>
            <p:cNvSpPr>
              <a:spLocks noChangeShapeType="1"/>
            </p:cNvSpPr>
            <p:nvPr/>
          </p:nvSpPr>
          <p:spPr bwMode="auto">
            <a:xfrm flipV="1">
              <a:off x="4269" y="1640"/>
              <a:ext cx="0" cy="265"/>
            </a:xfrm>
            <a:prstGeom prst="line">
              <a:avLst/>
            </a:prstGeom>
            <a:noFill/>
            <a:ln w="9525">
              <a:solidFill>
                <a:srgbClr val="00FF00"/>
              </a:solidFill>
              <a:prstDash val="dash"/>
              <a:round/>
              <a:headEnd/>
              <a:tailEnd type="arrow"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1715" name="Text Box 29"/>
            <p:cNvSpPr txBox="1">
              <a:spLocks noChangeArrowheads="1"/>
            </p:cNvSpPr>
            <p:nvPr/>
          </p:nvSpPr>
          <p:spPr bwMode="auto">
            <a:xfrm>
              <a:off x="4045" y="1298"/>
              <a:ext cx="478" cy="239"/>
            </a:xfrm>
            <a:prstGeom prst="rect">
              <a:avLst/>
            </a:prstGeom>
            <a:noFill/>
            <a:ln>
              <a:noFill/>
            </a:ln>
            <a:effectLst/>
            <a:extLst>
              <a:ext uri="{909E8E84-426E-40DD-AFC4-6F175D3DCCD1}">
                <a14:hiddenFill xmlns:a14="http://schemas.microsoft.com/office/drawing/2010/main">
                  <a:solidFill>
                    <a:srgbClr val="339933"/>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zh-CN" altLang="en-US" sz="1800" b="1">
                  <a:latin typeface="仿宋_GB2312" pitchFamily="49" charset="-122"/>
                  <a:ea typeface="仿宋_GB2312" pitchFamily="49" charset="-122"/>
                </a:rPr>
                <a:t>配置</a:t>
              </a:r>
            </a:p>
          </p:txBody>
        </p:sp>
      </p:grpSp>
      <p:sp>
        <p:nvSpPr>
          <p:cNvPr id="71685" name="Text Box 30"/>
          <p:cNvSpPr txBox="1">
            <a:spLocks noChangeArrowheads="1"/>
          </p:cNvSpPr>
          <p:nvPr/>
        </p:nvSpPr>
        <p:spPr bwMode="auto">
          <a:xfrm>
            <a:off x="3059113" y="4437063"/>
            <a:ext cx="2274887"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FF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r>
              <a:rPr kumimoji="1" lang="zh-CN" altLang="en-US" sz="1800">
                <a:latin typeface="宋体" panose="02010600030101010101" pitchFamily="2" charset="-122"/>
              </a:rPr>
              <a:t>保险系统的配置图</a:t>
            </a:r>
          </a:p>
        </p:txBody>
      </p:sp>
      <p:sp>
        <p:nvSpPr>
          <p:cNvPr id="71686" name="Rectangle 32"/>
          <p:cNvSpPr>
            <a:spLocks noChangeArrowheads="1"/>
          </p:cNvSpPr>
          <p:nvPr/>
        </p:nvSpPr>
        <p:spPr bwMode="auto">
          <a:xfrm>
            <a:off x="323850" y="5013325"/>
            <a:ext cx="8626475" cy="120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666750">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buClrTx/>
              <a:buFontTx/>
              <a:buNone/>
            </a:pPr>
            <a:r>
              <a:rPr kumimoji="1" lang="zh-CN" altLang="en-US" sz="2400" b="1">
                <a:latin typeface="Times New Roman" panose="02020603050405020304" pitchFamily="18" charset="0"/>
                <a:ea typeface="楷体_GB2312" pitchFamily="49" charset="-122"/>
              </a:rPr>
              <a:t>配置图各结点之间进行交互的通信路径称为连接，连接表示系统中的结点存在着联系，用结点之间的的连线表示连接，在连接的连线上要标注通信类型。如图</a:t>
            </a:r>
            <a:r>
              <a:rPr kumimoji="1" lang="zh-CN" altLang="en-US" sz="2400" b="1">
                <a:latin typeface="Times New Roman" panose="02020603050405020304" pitchFamily="18" charset="0"/>
              </a:rPr>
              <a:t>。</a:t>
            </a:r>
            <a:endParaRPr kumimoji="1" lang="en-US" altLang="zh-CN" sz="2400" b="1">
              <a:latin typeface="Times New Roman" panose="02020603050405020304" pitchFamily="18" charset="0"/>
            </a:endParaRPr>
          </a:p>
        </p:txBody>
      </p:sp>
      <p:sp>
        <p:nvSpPr>
          <p:cNvPr id="71687" name="Oval 33">
            <a:hlinkClick r:id="" action="ppaction://hlinkshowjump?jump=previousslide"/>
          </p:cNvPr>
          <p:cNvSpPr>
            <a:spLocks noChangeArrowheads="1"/>
          </p:cNvSpPr>
          <p:nvPr/>
        </p:nvSpPr>
        <p:spPr bwMode="auto">
          <a:xfrm>
            <a:off x="6353175" y="6386513"/>
            <a:ext cx="747713" cy="323850"/>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71688" name="Oval 34">
            <a:hlinkClick r:id="" action="ppaction://hlinkshowjump?jump=nextslide"/>
          </p:cNvPr>
          <p:cNvSpPr>
            <a:spLocks noChangeArrowheads="1"/>
          </p:cNvSpPr>
          <p:nvPr/>
        </p:nvSpPr>
        <p:spPr bwMode="auto">
          <a:xfrm>
            <a:off x="7219950" y="6391275"/>
            <a:ext cx="781050" cy="3143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
        <p:nvSpPr>
          <p:cNvPr id="71689" name="Oval 35">
            <a:hlinkClick r:id="" action="ppaction://hlinkshowjump?jump=firstslide"/>
          </p:cNvPr>
          <p:cNvSpPr>
            <a:spLocks noChangeArrowheads="1"/>
          </p:cNvSpPr>
          <p:nvPr/>
        </p:nvSpPr>
        <p:spPr bwMode="auto">
          <a:xfrm>
            <a:off x="8148638" y="6378575"/>
            <a:ext cx="781050" cy="314325"/>
          </a:xfrm>
          <a:prstGeom prst="ellipse">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folHlink"/>
              </a:buClr>
              <a:buFont typeface="Wingdings" panose="05000000000000000000" pitchFamily="2" charset="2"/>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hlink"/>
              </a:buClr>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folHlink"/>
              </a:buClr>
              <a:buFont typeface="Wingdings" panose="05000000000000000000" pitchFamily="2" charset="2"/>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115000"/>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FontTx/>
              <a:buNone/>
            </a:pPr>
            <a:endParaRPr lang="zh-CN" altLang="en-US" sz="1800"/>
          </a:p>
        </p:txBody>
      </p:sp>
    </p:spTree>
  </p:cSld>
  <p:clrMapOvr>
    <a:masterClrMapping/>
  </p:clrMapOvr>
  <p:transition advClick="0">
    <p:wheel spokes="8"/>
  </p:transition>
  <p:timing>
    <p:tnLst>
      <p:par>
        <p:cTn id="1" dur="indefinite" restart="never" nodeType="tmRoot"/>
      </p:par>
    </p:tnLst>
  </p:timing>
</p:sld>
</file>

<file path=ppt/theme/theme1.xml><?xml version="1.0" encoding="utf-8"?>
<a:theme xmlns:a="http://schemas.openxmlformats.org/drawingml/2006/main" name="万里长城">
  <a:themeElements>
    <a:clrScheme name="万里长城 1">
      <a:dk1>
        <a:srgbClr val="000000"/>
      </a:dk1>
      <a:lt1>
        <a:srgbClr val="FFFFFF"/>
      </a:lt1>
      <a:dk2>
        <a:srgbClr val="000099"/>
      </a:dk2>
      <a:lt2>
        <a:srgbClr val="969696"/>
      </a:lt2>
      <a:accent1>
        <a:srgbClr val="FFFF99"/>
      </a:accent1>
      <a:accent2>
        <a:srgbClr val="006666"/>
      </a:accent2>
      <a:accent3>
        <a:srgbClr val="FFFFFF"/>
      </a:accent3>
      <a:accent4>
        <a:srgbClr val="000000"/>
      </a:accent4>
      <a:accent5>
        <a:srgbClr val="FFFFCA"/>
      </a:accent5>
      <a:accent6>
        <a:srgbClr val="005C5C"/>
      </a:accent6>
      <a:hlink>
        <a:srgbClr val="800080"/>
      </a:hlink>
      <a:folHlink>
        <a:srgbClr val="FF6600"/>
      </a:folHlink>
    </a:clrScheme>
    <a:fontScheme name="万里长城">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万里长城 1">
        <a:dk1>
          <a:srgbClr val="000000"/>
        </a:dk1>
        <a:lt1>
          <a:srgbClr val="FFFFFF"/>
        </a:lt1>
        <a:dk2>
          <a:srgbClr val="000099"/>
        </a:dk2>
        <a:lt2>
          <a:srgbClr val="969696"/>
        </a:lt2>
        <a:accent1>
          <a:srgbClr val="FFFF99"/>
        </a:accent1>
        <a:accent2>
          <a:srgbClr val="006666"/>
        </a:accent2>
        <a:accent3>
          <a:srgbClr val="FFFFFF"/>
        </a:accent3>
        <a:accent4>
          <a:srgbClr val="000000"/>
        </a:accent4>
        <a:accent5>
          <a:srgbClr val="FFFFCA"/>
        </a:accent5>
        <a:accent6>
          <a:srgbClr val="005C5C"/>
        </a:accent6>
        <a:hlink>
          <a:srgbClr val="800080"/>
        </a:hlink>
        <a:folHlink>
          <a:srgbClr val="FF6600"/>
        </a:folHlink>
      </a:clrScheme>
      <a:clrMap bg1="lt1" tx1="dk1" bg2="lt2" tx2="dk2" accent1="accent1" accent2="accent2" accent3="accent3" accent4="accent4" accent5="accent5" accent6="accent6" hlink="hlink" folHlink="folHlink"/>
    </a:extraClrScheme>
    <a:extraClrScheme>
      <a:clrScheme name="万里长城 2">
        <a:dk1>
          <a:srgbClr val="000000"/>
        </a:dk1>
        <a:lt1>
          <a:srgbClr val="8EA4EA"/>
        </a:lt1>
        <a:dk2>
          <a:srgbClr val="0033CC"/>
        </a:dk2>
        <a:lt2>
          <a:srgbClr val="969696"/>
        </a:lt2>
        <a:accent1>
          <a:srgbClr val="86B5B6"/>
        </a:accent1>
        <a:accent2>
          <a:srgbClr val="FFCC66"/>
        </a:accent2>
        <a:accent3>
          <a:srgbClr val="C6CFF3"/>
        </a:accent3>
        <a:accent4>
          <a:srgbClr val="000000"/>
        </a:accent4>
        <a:accent5>
          <a:srgbClr val="C3D7D7"/>
        </a:accent5>
        <a:accent6>
          <a:srgbClr val="E7B95C"/>
        </a:accent6>
        <a:hlink>
          <a:srgbClr val="626292"/>
        </a:hlink>
        <a:folHlink>
          <a:srgbClr val="A2366C"/>
        </a:folHlink>
      </a:clrScheme>
      <a:clrMap bg1="lt1" tx1="dk1" bg2="lt2" tx2="dk2" accent1="accent1" accent2="accent2" accent3="accent3" accent4="accent4" accent5="accent5" accent6="accent6" hlink="hlink" folHlink="folHlink"/>
    </a:extraClrScheme>
    <a:extraClrScheme>
      <a:clrScheme name="万里长城 3">
        <a:dk1>
          <a:srgbClr val="0000FF"/>
        </a:dk1>
        <a:lt1>
          <a:srgbClr val="C0C0C0"/>
        </a:lt1>
        <a:dk2>
          <a:srgbClr val="000000"/>
        </a:dk2>
        <a:lt2>
          <a:srgbClr val="B2B2B2"/>
        </a:lt2>
        <a:accent1>
          <a:srgbClr val="FFCC99"/>
        </a:accent1>
        <a:accent2>
          <a:srgbClr val="FF99CC"/>
        </a:accent2>
        <a:accent3>
          <a:srgbClr val="DCDCDC"/>
        </a:accent3>
        <a:accent4>
          <a:srgbClr val="0000DA"/>
        </a:accent4>
        <a:accent5>
          <a:srgbClr val="FFE2CA"/>
        </a:accent5>
        <a:accent6>
          <a:srgbClr val="E78AB9"/>
        </a:accent6>
        <a:hlink>
          <a:srgbClr val="9C4070"/>
        </a:hlink>
        <a:folHlink>
          <a:srgbClr val="00716E"/>
        </a:folHlink>
      </a:clrScheme>
      <a:clrMap bg1="lt1" tx1="dk1" bg2="lt2" tx2="dk2" accent1="accent1" accent2="accent2" accent3="accent3" accent4="accent4" accent5="accent5" accent6="accent6" hlink="hlink" folHlink="folHlink"/>
    </a:extraClrScheme>
    <a:extraClrScheme>
      <a:clrScheme name="万里长城 4">
        <a:dk1>
          <a:srgbClr val="0029AC"/>
        </a:dk1>
        <a:lt1>
          <a:srgbClr val="CCFFCC"/>
        </a:lt1>
        <a:dk2>
          <a:srgbClr val="993366"/>
        </a:dk2>
        <a:lt2>
          <a:srgbClr val="969696"/>
        </a:lt2>
        <a:accent1>
          <a:srgbClr val="FFCC99"/>
        </a:accent1>
        <a:accent2>
          <a:srgbClr val="6699FF"/>
        </a:accent2>
        <a:accent3>
          <a:srgbClr val="E2FFE2"/>
        </a:accent3>
        <a:accent4>
          <a:srgbClr val="002192"/>
        </a:accent4>
        <a:accent5>
          <a:srgbClr val="FFE2CA"/>
        </a:accent5>
        <a:accent6>
          <a:srgbClr val="5C8AE7"/>
        </a:accent6>
        <a:hlink>
          <a:srgbClr val="006600"/>
        </a:hlink>
        <a:folHlink>
          <a:srgbClr val="3366FF"/>
        </a:folHlink>
      </a:clrScheme>
      <a:clrMap bg1="lt1" tx1="dk1" bg2="lt2" tx2="dk2" accent1="accent1" accent2="accent2" accent3="accent3" accent4="accent4" accent5="accent5" accent6="accent6" hlink="hlink" folHlink="folHlink"/>
    </a:extraClrScheme>
    <a:extraClrScheme>
      <a:clrScheme name="万里长城 5">
        <a:dk1>
          <a:srgbClr val="333333"/>
        </a:dk1>
        <a:lt1>
          <a:srgbClr val="FF99CC"/>
        </a:lt1>
        <a:dk2>
          <a:srgbClr val="006600"/>
        </a:dk2>
        <a:lt2>
          <a:srgbClr val="B2B2B2"/>
        </a:lt2>
        <a:accent1>
          <a:srgbClr val="FFFF66"/>
        </a:accent1>
        <a:accent2>
          <a:srgbClr val="33CCFF"/>
        </a:accent2>
        <a:accent3>
          <a:srgbClr val="FFCAE2"/>
        </a:accent3>
        <a:accent4>
          <a:srgbClr val="2A2A2A"/>
        </a:accent4>
        <a:accent5>
          <a:srgbClr val="FFFFB8"/>
        </a:accent5>
        <a:accent6>
          <a:srgbClr val="2DB9E7"/>
        </a:accent6>
        <a:hlink>
          <a:srgbClr val="6600FF"/>
        </a:hlink>
        <a:folHlink>
          <a:srgbClr val="CC0066"/>
        </a:folHlink>
      </a:clrScheme>
      <a:clrMap bg1="lt1" tx1="dk1" bg2="lt2" tx2="dk2" accent1="accent1" accent2="accent2" accent3="accent3" accent4="accent4" accent5="accent5" accent6="accent6" hlink="hlink" folHlink="folHlink"/>
    </a:extraClrScheme>
    <a:extraClrScheme>
      <a:clrScheme name="万里长城 6">
        <a:dk1>
          <a:srgbClr val="000000"/>
        </a:dk1>
        <a:lt1>
          <a:srgbClr val="FFFFCC"/>
        </a:lt1>
        <a:dk2>
          <a:srgbClr val="6756A6"/>
        </a:dk2>
        <a:lt2>
          <a:srgbClr val="969696"/>
        </a:lt2>
        <a:accent1>
          <a:srgbClr val="99CCFF"/>
        </a:accent1>
        <a:accent2>
          <a:srgbClr val="008000"/>
        </a:accent2>
        <a:accent3>
          <a:srgbClr val="FFFFE2"/>
        </a:accent3>
        <a:accent4>
          <a:srgbClr val="000000"/>
        </a:accent4>
        <a:accent5>
          <a:srgbClr val="CAE2FF"/>
        </a:accent5>
        <a:accent6>
          <a:srgbClr val="007300"/>
        </a:accent6>
        <a:hlink>
          <a:srgbClr val="990033"/>
        </a:hlink>
        <a:folHlink>
          <a:srgbClr val="9900CC"/>
        </a:folHlink>
      </a:clrScheme>
      <a:clrMap bg1="lt1" tx1="dk1" bg2="lt2" tx2="dk2" accent1="accent1" accent2="accent2" accent3="accent3" accent4="accent4" accent5="accent5" accent6="accent6" hlink="hlink" folHlink="folHlink"/>
    </a:extraClrScheme>
    <a:extraClrScheme>
      <a:clrScheme name="万里长城 7">
        <a:dk1>
          <a:srgbClr val="CC3300"/>
        </a:dk1>
        <a:lt1>
          <a:srgbClr val="99CCFF"/>
        </a:lt1>
        <a:dk2>
          <a:srgbClr val="003399"/>
        </a:dk2>
        <a:lt2>
          <a:srgbClr val="969696"/>
        </a:lt2>
        <a:accent1>
          <a:srgbClr val="CED7FE"/>
        </a:accent1>
        <a:accent2>
          <a:srgbClr val="FFFFFF"/>
        </a:accent2>
        <a:accent3>
          <a:srgbClr val="CAE2FF"/>
        </a:accent3>
        <a:accent4>
          <a:srgbClr val="AE2A00"/>
        </a:accent4>
        <a:accent5>
          <a:srgbClr val="E3E8FE"/>
        </a:accent5>
        <a:accent6>
          <a:srgbClr val="E7E7E7"/>
        </a:accent6>
        <a:hlink>
          <a:srgbClr val="006600"/>
        </a:hlink>
        <a:folHlink>
          <a:srgbClr val="777777"/>
        </a:folHlink>
      </a:clrScheme>
      <a:clrMap bg1="lt1" tx1="dk1" bg2="lt2" tx2="dk2" accent1="accent1" accent2="accent2" accent3="accent3" accent4="accent4" accent5="accent5" accent6="accent6" hlink="hlink" folHlink="folHlink"/>
    </a:extraClrScheme>
    <a:extraClrScheme>
      <a:clrScheme name="万里长城 8">
        <a:dk1>
          <a:srgbClr val="006600"/>
        </a:dk1>
        <a:lt1>
          <a:srgbClr val="FFCC99"/>
        </a:lt1>
        <a:dk2>
          <a:srgbClr val="000000"/>
        </a:dk2>
        <a:lt2>
          <a:srgbClr val="B2B2B2"/>
        </a:lt2>
        <a:accent1>
          <a:srgbClr val="FFFFFF"/>
        </a:accent1>
        <a:accent2>
          <a:srgbClr val="FFFF66"/>
        </a:accent2>
        <a:accent3>
          <a:srgbClr val="FFE2CA"/>
        </a:accent3>
        <a:accent4>
          <a:srgbClr val="005600"/>
        </a:accent4>
        <a:accent5>
          <a:srgbClr val="FFFFFF"/>
        </a:accent5>
        <a:accent6>
          <a:srgbClr val="E7E75C"/>
        </a:accent6>
        <a:hlink>
          <a:srgbClr val="5B5B89"/>
        </a:hlink>
        <a:folHlink>
          <a:srgbClr val="3366FF"/>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CDESIGNA</Template>
  <TotalTime>8380</TotalTime>
  <Words>4161</Words>
  <Application>Microsoft Office PowerPoint</Application>
  <PresentationFormat>全屏显示(4:3)</PresentationFormat>
  <Paragraphs>935</Paragraphs>
  <Slides>56</Slides>
  <Notes>1</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56</vt:i4>
      </vt:variant>
    </vt:vector>
  </HeadingPairs>
  <TitlesOfParts>
    <vt:vector size="67" baseType="lpstr">
      <vt:lpstr>仿宋_GB2312</vt:lpstr>
      <vt:lpstr>黑体</vt:lpstr>
      <vt:lpstr>华文行楷</vt:lpstr>
      <vt:lpstr>华文新魏</vt:lpstr>
      <vt:lpstr>楷体_GB2312</vt:lpstr>
      <vt:lpstr>宋体</vt:lpstr>
      <vt:lpstr>Arial</vt:lpstr>
      <vt:lpstr>Symbol</vt:lpstr>
      <vt:lpstr>Times New Roman</vt:lpstr>
      <vt:lpstr>Wingdings</vt:lpstr>
      <vt:lpstr>万里长城</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UML中的图</vt:lpstr>
      <vt:lpstr>类图和对象图</vt:lpstr>
      <vt:lpstr>PowerPoint 演示文稿</vt:lpstr>
      <vt:lpstr>PowerPoint 演示文稿</vt:lpstr>
      <vt:lpstr>类图的描述</vt:lpstr>
      <vt:lpstr>UML中类之间的关系</vt:lpstr>
      <vt:lpstr>PowerPoint 演示文稿</vt:lpstr>
      <vt:lpstr>三、泛化</vt:lpstr>
      <vt:lpstr>PowerPoint 演示文稿</vt:lpstr>
      <vt:lpstr>继承性的实例</vt:lpstr>
      <vt:lpstr>PowerPoint 演示文稿</vt:lpstr>
      <vt:lpstr>用例建模概述</vt:lpstr>
      <vt:lpstr>PowerPoint 演示文稿</vt:lpstr>
      <vt:lpstr>PowerPoint 演示文稿</vt:lpstr>
      <vt:lpstr>二、用例</vt:lpstr>
      <vt:lpstr>PowerPoint 演示文稿</vt:lpstr>
      <vt:lpstr>用例图实例</vt:lpstr>
      <vt:lpstr>例1 建立项目与资源管理系统的Use case图</vt:lpstr>
      <vt:lpstr>例1 项目与资源管理系统（PRMS）</vt:lpstr>
      <vt:lpstr>例1 项目与资源管理系统（PRMS）</vt:lpstr>
      <vt:lpstr>2.5.5 顺序图(序列图)</vt:lpstr>
      <vt:lpstr>PowerPoint 演示文稿</vt:lpstr>
      <vt:lpstr>PowerPoint 演示文稿</vt:lpstr>
      <vt:lpstr>PowerPoint 演示文稿</vt:lpstr>
      <vt:lpstr>创建对象与对象的消亡</vt:lpstr>
      <vt:lpstr>协作图</vt:lpstr>
      <vt:lpstr>PowerPoint 演示文稿</vt:lpstr>
      <vt:lpstr>PowerPoint 演示文稿</vt:lpstr>
      <vt:lpstr>PowerPoint 演示文稿</vt:lpstr>
      <vt:lpstr>PowerPoint 演示文稿</vt:lpstr>
      <vt:lpstr>PowerPoint 演示文稿</vt:lpstr>
      <vt:lpstr>PowerPoint 演示文稿</vt:lpstr>
      <vt:lpstr>   细化的状态表示</vt:lpstr>
      <vt:lpstr>状态图之间的消息发送</vt:lpstr>
      <vt:lpstr>活动图</vt:lpstr>
      <vt:lpstr>PowerPoint 演示文稿</vt:lpstr>
      <vt:lpstr>PowerPoint 演示文稿</vt:lpstr>
      <vt:lpstr>活动图的模型元素：</vt:lpstr>
      <vt:lpstr>活动图的模型元素：</vt:lpstr>
      <vt:lpstr>活动图１</vt:lpstr>
      <vt:lpstr>PowerPoint 演示文稿</vt:lpstr>
      <vt:lpstr>PowerPoint 演示文稿</vt:lpstr>
      <vt:lpstr>活动图举例</vt:lpstr>
      <vt:lpstr>构件图</vt:lpstr>
      <vt:lpstr>PowerPoint 演示文稿</vt:lpstr>
      <vt:lpstr>PowerPoint 演示文稿</vt:lpstr>
      <vt:lpstr>部署图</vt:lpstr>
      <vt:lpstr>PowerPoint 演示文稿</vt:lpstr>
    </vt:vector>
  </TitlesOfParts>
  <Company>803</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star</dc:creator>
  <cp:lastModifiedBy>sun</cp:lastModifiedBy>
  <cp:revision>392</cp:revision>
  <cp:lastPrinted>2018-05-21T10:39:07Z</cp:lastPrinted>
  <dcterms:created xsi:type="dcterms:W3CDTF">2003-01-24T05:09:42Z</dcterms:created>
  <dcterms:modified xsi:type="dcterms:W3CDTF">2020-05-12T07:00:58Z</dcterms:modified>
</cp:coreProperties>
</file>