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967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0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6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2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54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21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319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495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11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06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4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430E1-DDF2-4EDB-BC31-2B7DA7FBB5EC}" type="datetimeFigureOut">
              <a:rPr lang="zh-CN" altLang="en-US" smtClean="0"/>
              <a:t>2019/9/26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77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73515" y="1740024"/>
            <a:ext cx="74128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 smtClean="0"/>
              <a:t>上机环境配置</a:t>
            </a:r>
            <a:endParaRPr lang="zh-CN" altLang="en-US" sz="6600" dirty="0"/>
          </a:p>
        </p:txBody>
      </p:sp>
      <p:sp>
        <p:nvSpPr>
          <p:cNvPr id="5" name="文本框 4"/>
          <p:cNvSpPr txBox="1"/>
          <p:nvPr/>
        </p:nvSpPr>
        <p:spPr>
          <a:xfrm>
            <a:off x="5939162" y="3329126"/>
            <a:ext cx="4221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——Cadence</a:t>
            </a:r>
            <a:r>
              <a:rPr lang="zh-CN" altLang="en-US" sz="2800" dirty="0" smtClean="0"/>
              <a:t>使用基础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30932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5266" y="532661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服务器介绍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207363" y="1376039"/>
            <a:ext cx="974768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800" dirty="0" smtClean="0"/>
              <a:t>教学服务器</a:t>
            </a:r>
            <a:endParaRPr lang="en-US" altLang="zh-CN" sz="2800" dirty="0" smtClean="0"/>
          </a:p>
          <a:p>
            <a:r>
              <a:rPr lang="en-US" altLang="zh-CN" sz="2800" dirty="0"/>
              <a:t> </a:t>
            </a:r>
            <a:r>
              <a:rPr lang="en-US" altLang="zh-CN" sz="2800" dirty="0" smtClean="0"/>
              <a:t>     — IP</a:t>
            </a:r>
            <a:r>
              <a:rPr lang="zh-CN" altLang="en-US" sz="2800" dirty="0" smtClean="0"/>
              <a:t>地址：</a:t>
            </a:r>
            <a:r>
              <a:rPr lang="en-US" altLang="zh-CN" sz="2800" dirty="0" smtClean="0"/>
              <a:t>166.111.76.11</a:t>
            </a:r>
          </a:p>
          <a:p>
            <a:r>
              <a:rPr lang="en-US" altLang="zh-CN" sz="2800" dirty="0" smtClean="0"/>
              <a:t>      — </a:t>
            </a:r>
            <a:r>
              <a:rPr lang="zh-CN" altLang="en-US" sz="2800" dirty="0" smtClean="0"/>
              <a:t>操作系统：</a:t>
            </a:r>
            <a:r>
              <a:rPr lang="en-US" altLang="zh-CN" sz="2800" dirty="0" smtClean="0"/>
              <a:t>Red Hat Enterprise Linux Server release 5.4</a:t>
            </a:r>
          </a:p>
          <a:p>
            <a:r>
              <a:rPr lang="en-US" altLang="zh-CN" sz="2800" dirty="0"/>
              <a:t> </a:t>
            </a:r>
            <a:r>
              <a:rPr lang="en-US" altLang="zh-CN" sz="2800" dirty="0" smtClean="0"/>
              <a:t>     — Hostname</a:t>
            </a:r>
            <a:r>
              <a:rPr lang="zh-CN" altLang="en-US" sz="2800" dirty="0" smtClean="0"/>
              <a:t>：</a:t>
            </a:r>
            <a:r>
              <a:rPr lang="en-US" altLang="zh-CN" sz="2800" dirty="0" err="1" smtClean="0"/>
              <a:t>edahost</a:t>
            </a:r>
            <a:endParaRPr lang="en-US" altLang="zh-CN" sz="2800" dirty="0" smtClean="0"/>
          </a:p>
          <a:p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 smtClean="0"/>
              <a:t>课程账号</a:t>
            </a:r>
            <a:endParaRPr lang="en-US" altLang="zh-CN" sz="2800" dirty="0" smtClean="0"/>
          </a:p>
          <a:p>
            <a:r>
              <a:rPr lang="en-US" altLang="zh-CN" sz="2800" dirty="0"/>
              <a:t> </a:t>
            </a:r>
            <a:r>
              <a:rPr lang="en-US" altLang="zh-CN" sz="2800" dirty="0" smtClean="0"/>
              <a:t>    — </a:t>
            </a:r>
            <a:r>
              <a:rPr lang="zh-CN" altLang="en-US" sz="2800" dirty="0" smtClean="0"/>
              <a:t>网络学堂附件</a:t>
            </a:r>
            <a:endParaRPr lang="en-US" altLang="zh-CN" sz="28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589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5266" y="532661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服务器配置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207363" y="1376039"/>
            <a:ext cx="974768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800" dirty="0" err="1" smtClean="0"/>
              <a:t>Xmanager</a:t>
            </a:r>
            <a:r>
              <a:rPr lang="zh-CN" altLang="en-US" sz="2800" dirty="0" smtClean="0"/>
              <a:t>登录</a:t>
            </a:r>
            <a:endParaRPr lang="en-US" altLang="zh-CN" sz="2800" dirty="0" smtClean="0"/>
          </a:p>
          <a:p>
            <a:r>
              <a:rPr lang="en-US" altLang="zh-CN" sz="2800" dirty="0"/>
              <a:t> </a:t>
            </a:r>
            <a:r>
              <a:rPr lang="en-US" altLang="zh-CN" sz="2800" dirty="0" smtClean="0"/>
              <a:t>     — </a:t>
            </a:r>
            <a:r>
              <a:rPr lang="zh-CN" altLang="en-US" sz="2800" dirty="0" smtClean="0"/>
              <a:t>安装</a:t>
            </a:r>
            <a:r>
              <a:rPr lang="en-US" altLang="zh-CN" sz="2800" dirty="0" err="1" smtClean="0"/>
              <a:t>Xmanager</a:t>
            </a:r>
            <a:endParaRPr lang="en-US" altLang="zh-CN" sz="2800" dirty="0" smtClean="0"/>
          </a:p>
          <a:p>
            <a:r>
              <a:rPr lang="en-US" altLang="zh-CN" sz="2800" dirty="0" smtClean="0"/>
              <a:t>      — </a:t>
            </a:r>
            <a:r>
              <a:rPr lang="zh-CN" altLang="en-US" sz="2800" dirty="0" smtClean="0"/>
              <a:t>安装完成后，桌面有一个</a:t>
            </a:r>
            <a:r>
              <a:rPr lang="en-US" altLang="zh-CN" sz="2800" dirty="0" err="1" smtClean="0"/>
              <a:t>Xmanager</a:t>
            </a:r>
            <a:r>
              <a:rPr lang="zh-CN" altLang="en-US" sz="2800" dirty="0" smtClean="0"/>
              <a:t>文件夹</a:t>
            </a:r>
            <a:endParaRPr lang="en-US" altLang="zh-CN" sz="2800" dirty="0" smtClean="0"/>
          </a:p>
          <a:p>
            <a:r>
              <a:rPr lang="en-US" altLang="zh-CN" sz="2800" dirty="0"/>
              <a:t> </a:t>
            </a:r>
            <a:r>
              <a:rPr lang="en-US" altLang="zh-CN" sz="2800" dirty="0" smtClean="0"/>
              <a:t>     — </a:t>
            </a:r>
            <a:r>
              <a:rPr lang="zh-CN" altLang="en-US" sz="2800" dirty="0" smtClean="0"/>
              <a:t>打开其中的</a:t>
            </a:r>
            <a:r>
              <a:rPr lang="en-US" altLang="zh-CN" sz="2800" dirty="0" err="1" smtClean="0"/>
              <a:t>Xshell</a:t>
            </a:r>
            <a:r>
              <a:rPr lang="zh-CN" altLang="en-US" sz="2800" dirty="0" smtClean="0"/>
              <a:t>，新建会话</a:t>
            </a:r>
            <a:endParaRPr lang="en-US" altLang="zh-CN" sz="2800" dirty="0" smtClean="0"/>
          </a:p>
          <a:p>
            <a:endParaRPr lang="en-US" altLang="zh-CN" sz="2800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19" y="3275305"/>
            <a:ext cx="862012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3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5266" y="532661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服务器配置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207363" y="1376039"/>
            <a:ext cx="326698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800" dirty="0" err="1" smtClean="0"/>
              <a:t>Xmanager</a:t>
            </a:r>
            <a:r>
              <a:rPr lang="zh-CN" altLang="en-US" sz="2800" dirty="0" smtClean="0"/>
              <a:t>登录</a:t>
            </a:r>
            <a:endParaRPr lang="en-US" altLang="zh-CN" sz="2800" dirty="0" smtClean="0"/>
          </a:p>
          <a:p>
            <a:r>
              <a:rPr lang="en-US" altLang="zh-CN" sz="2800" dirty="0" smtClean="0"/>
              <a:t>      - </a:t>
            </a:r>
            <a:r>
              <a:rPr lang="zh-CN" altLang="en-US" sz="2800" dirty="0" smtClean="0"/>
              <a:t>输入服务器</a:t>
            </a:r>
            <a:r>
              <a:rPr lang="en-US" altLang="zh-CN" sz="2800" dirty="0" smtClean="0"/>
              <a:t>IP</a:t>
            </a:r>
            <a:endParaRPr lang="en-US" altLang="zh-CN" sz="2800" dirty="0"/>
          </a:p>
          <a:p>
            <a:endParaRPr lang="en-US" altLang="zh-CN" sz="2800" dirty="0" smtClean="0"/>
          </a:p>
          <a:p>
            <a:endParaRPr lang="en-US" altLang="zh-CN" sz="2800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45" y="2276290"/>
            <a:ext cx="4876800" cy="4400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006" y="2276290"/>
            <a:ext cx="4552950" cy="32004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35444" y="1753070"/>
            <a:ext cx="4827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800" dirty="0" smtClean="0"/>
              <a:t>选择相应的</a:t>
            </a:r>
            <a:r>
              <a:rPr lang="en-US" altLang="zh-CN" sz="2800" dirty="0" smtClean="0"/>
              <a:t>name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connect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6888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5266" y="532661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服务器配置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207363" y="1376039"/>
            <a:ext cx="326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800" dirty="0" smtClean="0"/>
              <a:t>输入账号</a:t>
            </a:r>
            <a:endParaRPr lang="en-US" altLang="zh-CN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6073805" y="1376039"/>
            <a:ext cx="4827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800" dirty="0" smtClean="0"/>
              <a:t>输入密码</a:t>
            </a:r>
            <a:endParaRPr lang="en-US" altLang="zh-CN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666" y="2005851"/>
            <a:ext cx="3000375" cy="1743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497" y="1899259"/>
            <a:ext cx="38100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4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服务器配置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868323" y="749869"/>
            <a:ext cx="479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400" dirty="0" smtClean="0"/>
              <a:t>输入</a:t>
            </a:r>
            <a:r>
              <a:rPr lang="en-US" altLang="zh-CN" sz="2400" dirty="0" err="1" smtClean="0"/>
              <a:t>vncserver</a:t>
            </a:r>
            <a:r>
              <a:rPr lang="zh-CN" altLang="en-US" sz="2400" dirty="0" smtClean="0"/>
              <a:t>，选择显示分辨率</a:t>
            </a:r>
            <a:endParaRPr lang="en-US" altLang="zh-CN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073805" y="1376039"/>
            <a:ext cx="4827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800" smtClean="0"/>
              <a:t>输入密码</a:t>
            </a:r>
            <a:endParaRPr lang="en-US" altLang="zh-CN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497" y="1899259"/>
            <a:ext cx="3810000" cy="3543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29" y="1193564"/>
            <a:ext cx="5431330" cy="440574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8910" y="5682196"/>
            <a:ext cx="47939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如果</a:t>
            </a:r>
            <a:r>
              <a:rPr lang="zh-CN" altLang="en-US" sz="2000" dirty="0" smtClean="0"/>
              <a:t>没有合适的分辨率，可以自定义</a:t>
            </a:r>
            <a:endParaRPr lang="en-US" altLang="zh-CN" sz="2000" dirty="0" smtClean="0"/>
          </a:p>
          <a:p>
            <a:r>
              <a:rPr lang="en-US" altLang="zh-CN" sz="2000" dirty="0" smtClean="0"/>
              <a:t>&gt;</a:t>
            </a:r>
            <a:r>
              <a:rPr lang="en-US" altLang="zh-CN" sz="2000" dirty="0" err="1" smtClean="0"/>
              <a:t>vncserver</a:t>
            </a:r>
            <a:r>
              <a:rPr lang="en-US" altLang="zh-CN" sz="2000" dirty="0" smtClean="0"/>
              <a:t> –old –geometry</a:t>
            </a:r>
          </a:p>
          <a:p>
            <a:r>
              <a:rPr lang="en-US" altLang="zh-CN" sz="2000" dirty="0" smtClean="0"/>
              <a:t>1920x1080 –depth 24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65135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服务器配置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247788" y="749869"/>
            <a:ext cx="479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400" dirty="0" smtClean="0"/>
              <a:t>设置</a:t>
            </a:r>
            <a:r>
              <a:rPr lang="en-US" altLang="zh-CN" sz="2400" dirty="0" smtClean="0"/>
              <a:t>VNC</a:t>
            </a:r>
            <a:r>
              <a:rPr lang="zh-CN" altLang="en-US" sz="2400" dirty="0" smtClean="0"/>
              <a:t>登陆密码</a:t>
            </a:r>
            <a:endParaRPr lang="en-US" altLang="zh-CN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198092" y="749869"/>
            <a:ext cx="4827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800" dirty="0" smtClean="0"/>
              <a:t>申请</a:t>
            </a:r>
            <a:r>
              <a:rPr lang="en-US" altLang="zh-CN" sz="2800" dirty="0" smtClean="0"/>
              <a:t>VNC</a:t>
            </a:r>
            <a:r>
              <a:rPr lang="zh-CN" altLang="en-US" sz="2800" dirty="0"/>
              <a:t>端口号</a:t>
            </a:r>
            <a:endParaRPr lang="en-US" altLang="zh-CN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247788" y="5371477"/>
            <a:ext cx="47939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首次申请</a:t>
            </a:r>
            <a:r>
              <a:rPr lang="en-US" altLang="zh-CN" sz="2000" dirty="0" smtClean="0"/>
              <a:t>VNC</a:t>
            </a:r>
            <a:r>
              <a:rPr lang="zh-CN" altLang="en-US" sz="2000" dirty="0" smtClean="0"/>
              <a:t>端口需要设置一个密码，这个密码不是服务器的密码</a:t>
            </a:r>
            <a:r>
              <a:rPr lang="en-US" altLang="zh-CN" sz="2000" dirty="0" err="1" smtClean="0"/>
              <a:t>lxy</a:t>
            </a:r>
            <a:r>
              <a:rPr lang="zh-CN" altLang="en-US" sz="2000" dirty="0" smtClean="0"/>
              <a:t>，需要另外设置，输入密码的时候不会有任何显示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9" y="1273089"/>
            <a:ext cx="5855622" cy="385820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693" y="1273089"/>
            <a:ext cx="5855622" cy="385820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312716" y="5371476"/>
            <a:ext cx="4793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正常情况下会生成一个端口号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18044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服务器配置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247788" y="634472"/>
            <a:ext cx="4793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zh-CN" altLang="en-US" sz="2400" dirty="0" smtClean="0"/>
              <a:t>输入命令</a:t>
            </a:r>
            <a:endParaRPr lang="en-US" altLang="zh-CN" sz="2400" dirty="0" smtClean="0"/>
          </a:p>
          <a:p>
            <a:r>
              <a:rPr lang="en-US" altLang="zh-CN" sz="2400" dirty="0"/>
              <a:t>c</a:t>
            </a:r>
            <a:r>
              <a:rPr lang="en-US" altLang="zh-CN" sz="2400" dirty="0" smtClean="0"/>
              <a:t>d .</a:t>
            </a:r>
            <a:r>
              <a:rPr lang="en-US" altLang="zh-CN" sz="2400" dirty="0" err="1" smtClean="0"/>
              <a:t>vnc</a:t>
            </a:r>
            <a:endParaRPr lang="en-US" altLang="zh-CN" sz="2400" dirty="0" smtClean="0"/>
          </a:p>
          <a:p>
            <a:r>
              <a:rPr lang="en-US" altLang="zh-CN" sz="2400" dirty="0"/>
              <a:t>v</a:t>
            </a:r>
            <a:r>
              <a:rPr lang="en-US" altLang="zh-CN" sz="2400" dirty="0" smtClean="0"/>
              <a:t>i </a:t>
            </a:r>
            <a:r>
              <a:rPr lang="en-US" altLang="zh-CN" sz="2400" dirty="0" err="1" smtClean="0"/>
              <a:t>xstartup</a:t>
            </a:r>
            <a:endParaRPr lang="en-US" altLang="zh-CN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189214" y="646919"/>
            <a:ext cx="4827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800" dirty="0" smtClean="0"/>
              <a:t>申请</a:t>
            </a:r>
            <a:r>
              <a:rPr lang="en-US" altLang="zh-CN" sz="2800" dirty="0" smtClean="0"/>
              <a:t>VNC</a:t>
            </a:r>
            <a:r>
              <a:rPr lang="zh-CN" altLang="en-US" sz="2800" dirty="0"/>
              <a:t>端口号</a:t>
            </a:r>
            <a:endParaRPr lang="en-US" altLang="zh-CN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247788" y="5681513"/>
            <a:ext cx="51232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进入文件后，按</a:t>
            </a:r>
            <a:r>
              <a:rPr lang="en-US" altLang="zh-CN" sz="1400" dirty="0" err="1" smtClean="0"/>
              <a:t>i</a:t>
            </a:r>
            <a:r>
              <a:rPr lang="zh-CN" altLang="en-US" sz="1400" dirty="0" smtClean="0"/>
              <a:t>可以编辑，注释</a:t>
            </a:r>
            <a:r>
              <a:rPr lang="en-US" altLang="zh-CN" sz="1400" dirty="0" err="1" smtClean="0"/>
              <a:t>twm</a:t>
            </a:r>
            <a:r>
              <a:rPr lang="en-US" altLang="zh-CN" sz="1400" dirty="0" smtClean="0"/>
              <a:t> &amp;</a:t>
            </a:r>
            <a:r>
              <a:rPr lang="zh-CN" altLang="en-US" sz="1400" dirty="0" smtClean="0"/>
              <a:t>并且在最后加入</a:t>
            </a:r>
            <a:r>
              <a:rPr lang="en-US" altLang="zh-CN" sz="1400" dirty="0" smtClean="0"/>
              <a:t>gnome-session &amp;</a:t>
            </a:r>
            <a:r>
              <a:rPr lang="zh-CN" altLang="en-US" sz="1400" dirty="0" smtClean="0"/>
              <a:t>，按</a:t>
            </a:r>
            <a:r>
              <a:rPr lang="en-US" altLang="zh-CN" sz="1400" dirty="0" smtClean="0"/>
              <a:t>ESC</a:t>
            </a:r>
            <a:r>
              <a:rPr lang="zh-CN" altLang="en-US" sz="1400" dirty="0" smtClean="0"/>
              <a:t>退出编辑，输入</a:t>
            </a:r>
            <a:r>
              <a:rPr lang="en-US" altLang="zh-CN" sz="1400" dirty="0" smtClean="0"/>
              <a:t>:</a:t>
            </a:r>
            <a:r>
              <a:rPr lang="en-US" altLang="zh-CN" sz="1400" dirty="0" err="1" smtClean="0"/>
              <a:t>wq</a:t>
            </a:r>
            <a:r>
              <a:rPr lang="zh-CN" altLang="en-US" sz="1400" dirty="0" smtClean="0"/>
              <a:t>保存并退出。</a:t>
            </a:r>
            <a:endParaRPr lang="en-US" altLang="zh-CN" sz="1400" dirty="0" smtClean="0"/>
          </a:p>
          <a:p>
            <a:r>
              <a:rPr lang="zh-CN" altLang="en-US" sz="1400" dirty="0" smtClean="0"/>
              <a:t>*如果不修改</a:t>
            </a:r>
            <a:r>
              <a:rPr lang="en-US" altLang="zh-CN" sz="1400" dirty="0" err="1" smtClean="0"/>
              <a:t>xstartup</a:t>
            </a:r>
            <a:r>
              <a:rPr lang="zh-CN" altLang="en-US" sz="1400" dirty="0" smtClean="0"/>
              <a:t>文件，</a:t>
            </a:r>
            <a:r>
              <a:rPr lang="en-US" altLang="zh-CN" sz="1400" dirty="0" smtClean="0"/>
              <a:t>VNC</a:t>
            </a:r>
            <a:r>
              <a:rPr lang="zh-CN" altLang="en-US" sz="1400" dirty="0" smtClean="0"/>
              <a:t>登录将没有桌面显示</a:t>
            </a:r>
            <a:endParaRPr lang="en-US" altLang="zh-CN" sz="1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160087" y="5815241"/>
            <a:ext cx="67995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重新输入</a:t>
            </a:r>
            <a:r>
              <a:rPr lang="en-US" altLang="zh-CN" sz="2000" dirty="0" err="1" smtClean="0"/>
              <a:t>vncserver</a:t>
            </a:r>
            <a:r>
              <a:rPr lang="zh-CN" altLang="en-US" sz="2000" dirty="0" smtClean="0"/>
              <a:t>，选择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关闭之前的桌面；</a:t>
            </a:r>
            <a:endParaRPr lang="en-US" altLang="zh-CN" sz="2000" dirty="0" smtClean="0"/>
          </a:p>
          <a:p>
            <a:r>
              <a:rPr lang="zh-CN" altLang="en-US" sz="2000" dirty="0" smtClean="0"/>
              <a:t>再次输入</a:t>
            </a:r>
            <a:r>
              <a:rPr lang="en-US" altLang="zh-CN" sz="2000" dirty="0" err="1" smtClean="0"/>
              <a:t>vncserver</a:t>
            </a:r>
            <a:r>
              <a:rPr lang="zh-CN" altLang="en-US" sz="2000" dirty="0" smtClean="0"/>
              <a:t>，选择分辨率，生成新的端口号，大家要记住</a:t>
            </a:r>
            <a:endParaRPr lang="en-US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3" y="1796309"/>
            <a:ext cx="4792464" cy="38852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087" y="1108012"/>
            <a:ext cx="5088040" cy="411240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798" y="3393350"/>
            <a:ext cx="4146325" cy="217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16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服务器配置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479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400" dirty="0" smtClean="0"/>
              <a:t>安装</a:t>
            </a:r>
            <a:r>
              <a:rPr lang="en-US" altLang="zh-CN" sz="2400" dirty="0" smtClean="0"/>
              <a:t>VNC Viewer</a:t>
            </a:r>
            <a:endParaRPr lang="en-US" altLang="zh-CN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198092" y="749869"/>
            <a:ext cx="4827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800" dirty="0" smtClean="0"/>
              <a:t>输入密码</a:t>
            </a:r>
            <a:endParaRPr lang="en-US" altLang="zh-CN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0" y="2662644"/>
            <a:ext cx="47939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输入</a:t>
            </a:r>
            <a:r>
              <a:rPr lang="en-US" altLang="zh-CN" sz="2000" dirty="0" smtClean="0"/>
              <a:t>166.111.76.11:</a:t>
            </a:r>
            <a:r>
              <a:rPr lang="zh-CN" altLang="en-US" sz="2000" dirty="0" smtClean="0"/>
              <a:t>端口号</a:t>
            </a:r>
            <a:endParaRPr lang="en-US" altLang="zh-CN" sz="2000" dirty="0" smtClean="0"/>
          </a:p>
          <a:p>
            <a:r>
              <a:rPr lang="zh-CN" altLang="en-US" sz="2000" dirty="0" smtClean="0"/>
              <a:t>*这里的 </a:t>
            </a:r>
            <a:r>
              <a:rPr lang="en-US" altLang="zh-CN" sz="2000" dirty="0" smtClean="0"/>
              <a:t>: </a:t>
            </a:r>
            <a:r>
              <a:rPr lang="zh-CN" altLang="en-US" sz="2000" dirty="0" smtClean="0"/>
              <a:t>必须为应</a:t>
            </a:r>
            <a:r>
              <a:rPr lang="zh-CN" altLang="en-US" sz="2000" dirty="0" smtClean="0"/>
              <a:t>为英文字符</a:t>
            </a:r>
            <a:endParaRPr lang="en-US" altLang="zh-CN" sz="2000" dirty="0" smtClean="0"/>
          </a:p>
          <a:p>
            <a:endParaRPr lang="en-US" altLang="zh-CN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6312716" y="5371476"/>
            <a:ext cx="4793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这个密码不是</a:t>
            </a:r>
            <a:r>
              <a:rPr lang="en-US" altLang="zh-CN" sz="2000" dirty="0" err="1" smtClean="0"/>
              <a:t>lxy</a:t>
            </a:r>
            <a:r>
              <a:rPr lang="zh-CN" altLang="en-US" sz="2000" dirty="0" smtClean="0"/>
              <a:t>，是之前自己设置的那个</a:t>
            </a:r>
            <a:endParaRPr lang="en-US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1" y="1482569"/>
            <a:ext cx="6104378" cy="85225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339" y="1455975"/>
            <a:ext cx="4762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8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服务器配置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479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400" dirty="0" smtClean="0"/>
              <a:t>进入桌面</a:t>
            </a: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5" y="1116906"/>
            <a:ext cx="9648824" cy="524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5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Cadence</a:t>
            </a:r>
            <a:r>
              <a:rPr lang="zh-CN" altLang="en-US" sz="3200" dirty="0" smtClean="0"/>
              <a:t>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612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400" dirty="0" smtClean="0"/>
              <a:t>进入自己的根目录，新建</a:t>
            </a:r>
            <a:r>
              <a:rPr lang="en-US" altLang="zh-CN" sz="2400" dirty="0" smtClean="0"/>
              <a:t>terminal</a:t>
            </a:r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1" y="1326354"/>
            <a:ext cx="7477125" cy="4972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508" y="2547891"/>
            <a:ext cx="4296216" cy="299413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575196" y="1825546"/>
            <a:ext cx="3948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en-US" altLang="zh-CN" sz="2400" dirty="0"/>
              <a:t>l</a:t>
            </a:r>
            <a:r>
              <a:rPr lang="en-US" altLang="zh-CN" sz="2400" dirty="0" smtClean="0"/>
              <a:t>s –a</a:t>
            </a:r>
            <a:r>
              <a:rPr lang="zh-CN" altLang="en-US" sz="2400" dirty="0" smtClean="0"/>
              <a:t>显示隐藏文件</a:t>
            </a:r>
            <a:r>
              <a:rPr lang="en-US" altLang="zh-CN" sz="2400" dirty="0" smtClean="0"/>
              <a:t> 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524493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Cadence</a:t>
            </a:r>
            <a:r>
              <a:rPr lang="zh-CN" altLang="en-US" sz="3200" dirty="0" smtClean="0"/>
              <a:t>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612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en-US" altLang="zh-CN" sz="2400" dirty="0"/>
              <a:t>v</a:t>
            </a:r>
            <a:r>
              <a:rPr lang="en-US" altLang="zh-CN" sz="2400" dirty="0" smtClean="0"/>
              <a:t>i .</a:t>
            </a:r>
            <a:r>
              <a:rPr lang="en-US" altLang="zh-CN" sz="2400" dirty="0" err="1" smtClean="0"/>
              <a:t>bashrc</a:t>
            </a:r>
            <a:r>
              <a:rPr lang="zh-CN" altLang="en-US" sz="2400" dirty="0" smtClean="0"/>
              <a:t>修改</a:t>
            </a:r>
            <a:r>
              <a:rPr lang="en-US" altLang="zh-CN" sz="2400" dirty="0" smtClean="0"/>
              <a:t>.</a:t>
            </a:r>
            <a:r>
              <a:rPr lang="en-US" altLang="zh-CN" sz="2400" dirty="0" err="1" smtClean="0"/>
              <a:t>bashrc</a:t>
            </a:r>
            <a:r>
              <a:rPr lang="zh-CN" altLang="en-US" sz="2400" dirty="0" smtClean="0"/>
              <a:t>文件</a:t>
            </a:r>
            <a:endParaRPr lang="en-US" altLang="zh-CN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5903650" y="714732"/>
            <a:ext cx="50869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加入三句话</a:t>
            </a:r>
            <a:endParaRPr lang="en-US" altLang="zh-CN" sz="2400" dirty="0" smtClean="0"/>
          </a:p>
          <a:p>
            <a:r>
              <a:rPr lang="en-US" altLang="zh-CN" sz="2400" dirty="0" smtClean="0"/>
              <a:t>source /data2/cadence.sh</a:t>
            </a:r>
          </a:p>
          <a:p>
            <a:r>
              <a:rPr lang="en-US" altLang="zh-CN" sz="2400" dirty="0" smtClean="0"/>
              <a:t>source /data2/mentor.sh</a:t>
            </a:r>
          </a:p>
          <a:p>
            <a:r>
              <a:rPr lang="en-US" altLang="zh-CN" sz="2400" dirty="0" smtClean="0"/>
              <a:t>source /data2/synopsys.sh</a:t>
            </a:r>
          </a:p>
          <a:p>
            <a:r>
              <a:rPr lang="zh-CN" altLang="en-US" sz="2400" dirty="0" smtClean="0"/>
              <a:t>输入</a:t>
            </a:r>
            <a:r>
              <a:rPr lang="en-US" altLang="zh-CN" sz="2400" dirty="0" smtClean="0"/>
              <a:t>:</a:t>
            </a:r>
            <a:r>
              <a:rPr lang="en-US" altLang="zh-CN" sz="2400" dirty="0" err="1" smtClean="0"/>
              <a:t>wq</a:t>
            </a:r>
            <a:r>
              <a:rPr lang="zh-CN" altLang="en-US" sz="2400" dirty="0" smtClean="0"/>
              <a:t>退出</a:t>
            </a:r>
            <a:endParaRPr lang="en-US" altLang="zh-CN" sz="24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10" y="1825546"/>
            <a:ext cx="5448539" cy="37584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650" y="2809939"/>
            <a:ext cx="5362339" cy="371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13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Cadence</a:t>
            </a:r>
            <a:r>
              <a:rPr lang="zh-CN" altLang="en-US" sz="3200" dirty="0" smtClean="0"/>
              <a:t>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612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400" dirty="0" smtClean="0"/>
              <a:t>新建</a:t>
            </a:r>
            <a:r>
              <a:rPr lang="en-US" altLang="zh-CN" sz="2400" dirty="0" smtClean="0"/>
              <a:t>project</a:t>
            </a:r>
            <a:r>
              <a:rPr lang="zh-CN" altLang="en-US" sz="2400" dirty="0" smtClean="0"/>
              <a:t>文件夹</a:t>
            </a:r>
            <a:endParaRPr lang="en-US" altLang="zh-CN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4688887" y="714732"/>
            <a:ext cx="7331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复制相关文件</a:t>
            </a:r>
            <a:endParaRPr lang="en-US" altLang="zh-CN" sz="2400" dirty="0" smtClean="0"/>
          </a:p>
          <a:p>
            <a:r>
              <a:rPr lang="en-US" altLang="zh-CN" sz="2400" dirty="0" err="1" smtClean="0"/>
              <a:t>cp</a:t>
            </a:r>
            <a:r>
              <a:rPr lang="en-US" altLang="zh-CN" sz="2400" dirty="0" smtClean="0"/>
              <a:t> /data2/users/</a:t>
            </a:r>
            <a:r>
              <a:rPr lang="en-US" altLang="zh-CN" sz="2400" dirty="0" err="1" smtClean="0"/>
              <a:t>chby</a:t>
            </a:r>
            <a:r>
              <a:rPr lang="en-US" altLang="zh-CN" sz="2400" dirty="0" smtClean="0"/>
              <a:t>/project/cds_bk.lib ~/project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18" y="1326354"/>
            <a:ext cx="3943078" cy="28690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29" y="4275325"/>
            <a:ext cx="3639567" cy="23200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952" y="1840832"/>
            <a:ext cx="6191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38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Cadence</a:t>
            </a:r>
            <a:r>
              <a:rPr lang="zh-CN" altLang="en-US" sz="3200" dirty="0" smtClean="0"/>
              <a:t>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612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zh-CN" altLang="en-US" sz="2400" dirty="0" smtClean="0"/>
              <a:t>重命名为</a:t>
            </a:r>
            <a:r>
              <a:rPr lang="en-US" altLang="zh-CN" sz="2400" dirty="0" smtClean="0"/>
              <a:t>cds.lib</a:t>
            </a:r>
            <a:endParaRPr lang="en-US" altLang="zh-CN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4688887" y="714732"/>
            <a:ext cx="7331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在这个路径下新建一个</a:t>
            </a:r>
            <a:r>
              <a:rPr lang="en-US" altLang="zh-CN" sz="2400" dirty="0" smtClean="0"/>
              <a:t>terminal</a:t>
            </a:r>
            <a:r>
              <a:rPr lang="zh-CN" altLang="en-US" sz="2400" dirty="0" smtClean="0"/>
              <a:t>作为启动</a:t>
            </a:r>
            <a:r>
              <a:rPr lang="en-US" altLang="zh-CN" sz="2400" dirty="0" smtClean="0"/>
              <a:t>cadence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terminal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17" y="1326354"/>
            <a:ext cx="3311093" cy="25855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200" y="1613542"/>
            <a:ext cx="475297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88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Cadence</a:t>
            </a:r>
            <a:r>
              <a:rPr lang="zh-CN" altLang="en-US" sz="3200" dirty="0" smtClean="0"/>
              <a:t>配置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612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- </a:t>
            </a:r>
            <a:r>
              <a:rPr lang="en-US" altLang="zh-CN" sz="2400" dirty="0" err="1"/>
              <a:t>i</a:t>
            </a:r>
            <a:r>
              <a:rPr lang="en-US" altLang="zh-CN" sz="2400" dirty="0" err="1" smtClean="0"/>
              <a:t>cfb</a:t>
            </a:r>
            <a:r>
              <a:rPr lang="en-US" altLang="zh-CN" sz="2400" dirty="0" smtClean="0"/>
              <a:t> &amp;</a:t>
            </a:r>
            <a:r>
              <a:rPr lang="zh-CN" altLang="en-US" sz="2400" dirty="0" smtClean="0"/>
              <a:t>启动</a:t>
            </a:r>
            <a:r>
              <a:rPr lang="en-US" altLang="zh-CN" sz="2400" dirty="0" smtClean="0"/>
              <a:t>cadence</a:t>
            </a:r>
            <a:endParaRPr lang="en-US" altLang="zh-CN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5336958" y="1020904"/>
            <a:ext cx="588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Tools -&gt; Library Manager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1" y="1482569"/>
            <a:ext cx="5145401" cy="355557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254" y="1482569"/>
            <a:ext cx="4541492" cy="20180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150" y="3656879"/>
            <a:ext cx="3612195" cy="306251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237023" y="3962329"/>
            <a:ext cx="30394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成功添加了</a:t>
            </a:r>
            <a:r>
              <a:rPr lang="en-US" altLang="zh-CN" sz="2400" dirty="0" smtClean="0"/>
              <a:t>smic18</a:t>
            </a:r>
            <a:r>
              <a:rPr lang="zh-CN" altLang="en-US" sz="2400" dirty="0" smtClean="0"/>
              <a:t>的工艺库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622196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394</Words>
  <Application>Microsoft Office PowerPoint</Application>
  <PresentationFormat>宽屏</PresentationFormat>
  <Paragraphs>72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 向荣</dc:creator>
  <cp:lastModifiedBy>黄 向荣</cp:lastModifiedBy>
  <cp:revision>9</cp:revision>
  <dcterms:created xsi:type="dcterms:W3CDTF">2019-09-26T03:19:51Z</dcterms:created>
  <dcterms:modified xsi:type="dcterms:W3CDTF">2019-09-26T07:10:29Z</dcterms:modified>
</cp:coreProperties>
</file>