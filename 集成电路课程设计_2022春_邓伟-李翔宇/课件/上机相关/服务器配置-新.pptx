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71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2022/3/19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967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2022/3/19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40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2022/3/19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6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2022/3/19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29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2022/3/19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54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2022/3/19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218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2022/3/19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319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2022/3/19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495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2022/3/19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11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2022/3/19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06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30E1-DDF2-4EDB-BC31-2B7DA7FBB5EC}" type="datetimeFigureOut">
              <a:rPr lang="zh-CN" altLang="en-US" smtClean="0"/>
              <a:t>2022/3/19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54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430E1-DDF2-4EDB-BC31-2B7DA7FBB5EC}" type="datetimeFigureOut">
              <a:rPr lang="zh-CN" altLang="en-US" smtClean="0"/>
              <a:t>2022/3/19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CAB56-33AB-4F40-9876-A1271E57D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77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73515" y="1740024"/>
            <a:ext cx="74128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/>
              <a:t>上机环境配置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939162" y="3329126"/>
            <a:ext cx="4221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——Cadence</a:t>
            </a:r>
            <a:r>
              <a:rPr lang="zh-CN" altLang="en-US" sz="2800" dirty="0"/>
              <a:t>使用基础</a:t>
            </a:r>
          </a:p>
        </p:txBody>
      </p:sp>
    </p:spTree>
    <p:extLst>
      <p:ext uri="{BB962C8B-B14F-4D97-AF65-F5344CB8AC3E}">
        <p14:creationId xmlns:p14="http://schemas.microsoft.com/office/powerpoint/2010/main" val="2830932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25266" y="532661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服务器介绍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07363" y="1376039"/>
            <a:ext cx="974768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800" dirty="0"/>
              <a:t>教学服务器</a:t>
            </a:r>
            <a:endParaRPr lang="en-US" altLang="zh-CN" sz="2800" dirty="0"/>
          </a:p>
          <a:p>
            <a:r>
              <a:rPr lang="en-US" altLang="zh-CN" sz="2800" dirty="0"/>
              <a:t>      — IP</a:t>
            </a:r>
            <a:r>
              <a:rPr lang="zh-CN" altLang="en-US" sz="2800" dirty="0"/>
              <a:t>地址：</a:t>
            </a:r>
            <a:r>
              <a:rPr lang="en-US" altLang="zh-CN" sz="2800" dirty="0"/>
              <a:t>166.111.76.53</a:t>
            </a:r>
          </a:p>
          <a:p>
            <a:r>
              <a:rPr lang="en-US" altLang="zh-CN" sz="2800" dirty="0"/>
              <a:t>      — </a:t>
            </a:r>
            <a:r>
              <a:rPr lang="zh-CN" altLang="en-US" sz="2800" dirty="0"/>
              <a:t>操作系统：</a:t>
            </a:r>
            <a:r>
              <a:rPr lang="en-US" altLang="zh-CN" sz="2800" dirty="0"/>
              <a:t>Red Hat Enterprise Linux Server release 7.3</a:t>
            </a:r>
          </a:p>
          <a:p>
            <a:r>
              <a:rPr lang="en-US" altLang="zh-CN" sz="2800" dirty="0"/>
              <a:t>      — Hostname</a:t>
            </a:r>
            <a:r>
              <a:rPr lang="zh-CN" altLang="en-US" sz="2800" dirty="0"/>
              <a:t>：</a:t>
            </a:r>
            <a:r>
              <a:rPr lang="en-US" altLang="zh-CN" sz="2800" dirty="0" err="1"/>
              <a:t>edaserver</a:t>
            </a:r>
            <a:endParaRPr lang="en-US" altLang="zh-CN" sz="2800" dirty="0"/>
          </a:p>
          <a:p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课程账号</a:t>
            </a:r>
            <a:endParaRPr lang="en-US" altLang="zh-CN" sz="2800" dirty="0"/>
          </a:p>
          <a:p>
            <a:r>
              <a:rPr lang="en-US" altLang="zh-CN" sz="2800" dirty="0"/>
              <a:t>     — </a:t>
            </a:r>
            <a:r>
              <a:rPr lang="zh-CN" altLang="en-US" sz="2800" dirty="0"/>
              <a:t>网络学堂附件初始密码修改为</a:t>
            </a:r>
            <a:r>
              <a:rPr lang="en-US" altLang="zh-CN" sz="2800" dirty="0"/>
              <a:t>DW123.eda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5894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25266" y="532661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服务器配置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07363" y="1376039"/>
            <a:ext cx="974768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800" dirty="0" err="1"/>
              <a:t>Xmanager</a:t>
            </a:r>
            <a:r>
              <a:rPr lang="zh-CN" altLang="en-US" sz="2800" dirty="0"/>
              <a:t>登录</a:t>
            </a:r>
            <a:endParaRPr lang="en-US" altLang="zh-CN" sz="2800" dirty="0"/>
          </a:p>
          <a:p>
            <a:r>
              <a:rPr lang="en-US" altLang="zh-CN" sz="2800" dirty="0"/>
              <a:t>      — </a:t>
            </a:r>
            <a:r>
              <a:rPr lang="zh-CN" altLang="en-US" sz="2800" dirty="0"/>
              <a:t>安装</a:t>
            </a:r>
            <a:r>
              <a:rPr lang="en-US" altLang="zh-CN" sz="2800" dirty="0" err="1"/>
              <a:t>Xmanager</a:t>
            </a:r>
            <a:endParaRPr lang="en-US" altLang="zh-CN" sz="2800" dirty="0"/>
          </a:p>
          <a:p>
            <a:r>
              <a:rPr lang="en-US" altLang="zh-CN" sz="2800" dirty="0"/>
              <a:t>      — </a:t>
            </a:r>
            <a:r>
              <a:rPr lang="zh-CN" altLang="en-US" sz="2800" dirty="0"/>
              <a:t>安装完成后，桌面有一个</a:t>
            </a:r>
            <a:r>
              <a:rPr lang="en-US" altLang="zh-CN" sz="2800" dirty="0" err="1"/>
              <a:t>Xmanager</a:t>
            </a:r>
            <a:r>
              <a:rPr lang="zh-CN" altLang="en-US" sz="2800" dirty="0"/>
              <a:t>文件夹</a:t>
            </a:r>
            <a:endParaRPr lang="en-US" altLang="zh-CN" sz="2800" dirty="0"/>
          </a:p>
          <a:p>
            <a:r>
              <a:rPr lang="en-US" altLang="zh-CN" sz="2800" dirty="0"/>
              <a:t>      — </a:t>
            </a:r>
            <a:r>
              <a:rPr lang="zh-CN" altLang="en-US" sz="2800" dirty="0"/>
              <a:t>打开其中的</a:t>
            </a:r>
            <a:r>
              <a:rPr lang="en-US" altLang="zh-CN" sz="2800" dirty="0" err="1"/>
              <a:t>Xshell</a:t>
            </a:r>
            <a:r>
              <a:rPr lang="zh-CN" altLang="en-US" sz="2800" dirty="0"/>
              <a:t>，新建会话</a:t>
            </a:r>
            <a:endParaRPr lang="en-US" altLang="zh-CN" sz="2800" dirty="0"/>
          </a:p>
          <a:p>
            <a:endParaRPr lang="en-US" altLang="zh-CN" sz="2800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119" y="3275305"/>
            <a:ext cx="862012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3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25266" y="532661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服务器配置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07363" y="1376039"/>
            <a:ext cx="326698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800" dirty="0" err="1"/>
              <a:t>Xmanager</a:t>
            </a:r>
            <a:r>
              <a:rPr lang="zh-CN" altLang="en-US" sz="2800" dirty="0"/>
              <a:t>登录</a:t>
            </a:r>
            <a:endParaRPr lang="en-US" altLang="zh-CN" sz="2800" dirty="0"/>
          </a:p>
          <a:p>
            <a:r>
              <a:rPr lang="en-US" altLang="zh-CN" sz="2800" dirty="0"/>
              <a:t>      - </a:t>
            </a:r>
            <a:r>
              <a:rPr lang="zh-CN" altLang="en-US" sz="2800" dirty="0"/>
              <a:t>输入服务器</a:t>
            </a:r>
            <a:r>
              <a:rPr lang="en-US" altLang="zh-CN" sz="2800" dirty="0"/>
              <a:t>IP</a:t>
            </a:r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535444" y="1753070"/>
            <a:ext cx="4827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800" dirty="0"/>
              <a:t>选择相应的</a:t>
            </a:r>
            <a:r>
              <a:rPr lang="en-US" altLang="zh-CN" sz="2800" dirty="0"/>
              <a:t>name</a:t>
            </a:r>
            <a:r>
              <a:rPr lang="zh-CN" altLang="en-US" sz="2800" dirty="0"/>
              <a:t>，</a:t>
            </a:r>
            <a:r>
              <a:rPr lang="en-US" altLang="zh-CN" sz="2800" dirty="0"/>
              <a:t>connect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9314FE-057A-4877-93D7-F2A294AF0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583" y="2276290"/>
            <a:ext cx="4933950" cy="43910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400A97-44DF-45D9-9EFE-D37B3A652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469" y="2612159"/>
            <a:ext cx="475297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8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25266" y="532661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服务器配置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07363" y="1376039"/>
            <a:ext cx="3266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800" dirty="0"/>
              <a:t>输入账号</a:t>
            </a:r>
            <a:endParaRPr lang="en-US" altLang="zh-CN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6073805" y="1376039"/>
            <a:ext cx="4827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800" dirty="0"/>
              <a:t>输入密码</a:t>
            </a:r>
            <a:endParaRPr lang="en-US" altLang="zh-CN" sz="2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878B1DF-5EC5-46B0-9282-539BED334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363" y="2557462"/>
            <a:ext cx="3000375" cy="17430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3C9EE99-D1A5-4431-8398-7F56E6536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926" y="2012228"/>
            <a:ext cx="387667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344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服务器配置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68323" y="749869"/>
            <a:ext cx="4793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400" dirty="0"/>
              <a:t>输入</a:t>
            </a:r>
            <a:r>
              <a:rPr lang="en-US" altLang="zh-CN" sz="2400" dirty="0" err="1"/>
              <a:t>vncserver</a:t>
            </a:r>
            <a:r>
              <a:rPr lang="zh-CN" altLang="en-US" sz="2400" dirty="0"/>
              <a:t>，选择显示分辨率</a:t>
            </a:r>
            <a:endParaRPr lang="en-US" altLang="zh-CN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139" y="1110437"/>
            <a:ext cx="5431330" cy="440574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545528" y="5600299"/>
            <a:ext cx="47939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如果没有合适的分辨率，可以自定义</a:t>
            </a:r>
            <a:endParaRPr lang="en-US" altLang="zh-CN" sz="2000" dirty="0"/>
          </a:p>
          <a:p>
            <a:r>
              <a:rPr lang="en-US" altLang="zh-CN" sz="2000" dirty="0"/>
              <a:t>&gt;</a:t>
            </a:r>
            <a:r>
              <a:rPr lang="en-US" altLang="zh-CN" sz="2000" dirty="0" err="1"/>
              <a:t>vncserver</a:t>
            </a:r>
            <a:r>
              <a:rPr lang="en-US" altLang="zh-CN" sz="2000" dirty="0"/>
              <a:t> –old –geometry</a:t>
            </a:r>
          </a:p>
          <a:p>
            <a:r>
              <a:rPr lang="en-US" altLang="zh-CN" sz="2000" dirty="0"/>
              <a:t>1920x1080 –depth 24</a:t>
            </a:r>
          </a:p>
        </p:txBody>
      </p:sp>
    </p:spTree>
    <p:extLst>
      <p:ext uri="{BB962C8B-B14F-4D97-AF65-F5344CB8AC3E}">
        <p14:creationId xmlns:p14="http://schemas.microsoft.com/office/powerpoint/2010/main" val="1651354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服务器配置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47788" y="749869"/>
            <a:ext cx="4793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400" dirty="0"/>
              <a:t>设置</a:t>
            </a:r>
            <a:r>
              <a:rPr lang="en-US" altLang="zh-CN" sz="2400" dirty="0"/>
              <a:t>VNC</a:t>
            </a:r>
            <a:r>
              <a:rPr lang="zh-CN" altLang="en-US" sz="2400" dirty="0"/>
              <a:t>登陆密码</a:t>
            </a:r>
            <a:endParaRPr lang="en-US" altLang="zh-CN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6198092" y="749869"/>
            <a:ext cx="4827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800" dirty="0"/>
              <a:t>申请</a:t>
            </a:r>
            <a:r>
              <a:rPr lang="en-US" altLang="zh-CN" sz="2800" dirty="0"/>
              <a:t>VNC</a:t>
            </a:r>
            <a:r>
              <a:rPr lang="zh-CN" altLang="en-US" sz="2800" dirty="0"/>
              <a:t>端口号</a:t>
            </a:r>
            <a:endParaRPr lang="en-US" altLang="zh-CN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247788" y="5371477"/>
            <a:ext cx="4793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首次申请</a:t>
            </a:r>
            <a:r>
              <a:rPr lang="en-US" altLang="zh-CN" sz="2000" dirty="0"/>
              <a:t>VNC</a:t>
            </a:r>
            <a:r>
              <a:rPr lang="zh-CN" altLang="en-US" sz="2000" dirty="0"/>
              <a:t>端口需要设置一个密码，这个密码不是服务器的密码</a:t>
            </a:r>
            <a:r>
              <a:rPr lang="en-US" altLang="zh-CN" sz="2000" dirty="0"/>
              <a:t>DW123.eda</a:t>
            </a:r>
            <a:r>
              <a:rPr lang="zh-CN" altLang="en-US" sz="2000" dirty="0"/>
              <a:t>，需要另外设置，输入密码的时候不会有任何显示</a:t>
            </a: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89" y="1273089"/>
            <a:ext cx="5855622" cy="385820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693" y="1273089"/>
            <a:ext cx="5855622" cy="385820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312716" y="5371476"/>
            <a:ext cx="4793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正常情况下会生成一个端口号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180441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服务器配置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8071" y="803134"/>
            <a:ext cx="4793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400" dirty="0"/>
              <a:t>安装</a:t>
            </a:r>
            <a:r>
              <a:rPr lang="en-US" altLang="zh-CN" sz="2400" dirty="0"/>
              <a:t>VNC Viewer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728855" y="1900791"/>
            <a:ext cx="2613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800" dirty="0"/>
              <a:t>输入密码</a:t>
            </a:r>
            <a:endParaRPr lang="en-US" altLang="zh-CN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0" y="2662644"/>
            <a:ext cx="47939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输入</a:t>
            </a:r>
            <a:r>
              <a:rPr lang="en-US" altLang="zh-CN" sz="2000" dirty="0"/>
              <a:t>166.111.76.53:</a:t>
            </a:r>
            <a:r>
              <a:rPr lang="zh-CN" altLang="en-US" sz="2000" dirty="0"/>
              <a:t>端口号</a:t>
            </a:r>
            <a:endParaRPr lang="en-US" altLang="zh-CN" sz="2000" dirty="0"/>
          </a:p>
          <a:p>
            <a:r>
              <a:rPr lang="zh-CN" altLang="en-US" sz="2000" dirty="0"/>
              <a:t>*这里的 </a:t>
            </a:r>
            <a:r>
              <a:rPr lang="en-US" altLang="zh-CN" sz="2000" dirty="0"/>
              <a:t>: </a:t>
            </a:r>
            <a:r>
              <a:rPr lang="zh-CN" altLang="en-US" sz="2000" dirty="0"/>
              <a:t>必须为应为英文字符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6530331" y="6087970"/>
            <a:ext cx="47939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这个密码不是</a:t>
            </a:r>
            <a:r>
              <a:rPr lang="en-US" altLang="zh-CN" sz="2000" dirty="0"/>
              <a:t>DW123.eda</a:t>
            </a:r>
            <a:r>
              <a:rPr lang="zh-CN" altLang="en-US" sz="2000" dirty="0"/>
              <a:t>，是之前自己设置的那个</a:t>
            </a:r>
            <a:endParaRPr lang="en-US" altLang="zh-CN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448" y="2582250"/>
            <a:ext cx="4762500" cy="3429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FD302BE-78C0-4F00-84CD-D4A5DE981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1" y="1429304"/>
            <a:ext cx="837247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187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服务器配置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8071" y="803134"/>
            <a:ext cx="4793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400" dirty="0"/>
              <a:t>进入桌面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347669-A29B-40F1-8D54-E332A3D55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308" y="1044728"/>
            <a:ext cx="7411615" cy="575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351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Cadence</a:t>
            </a:r>
            <a:r>
              <a:rPr lang="zh-CN" altLang="en-US" sz="3200" dirty="0"/>
              <a:t>配置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8071" y="803134"/>
            <a:ext cx="6125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400" dirty="0"/>
              <a:t>进入自己的根目录，新建</a:t>
            </a:r>
            <a:r>
              <a:rPr lang="en-US" altLang="zh-CN" sz="2400" dirty="0"/>
              <a:t>terminal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575196" y="1825546"/>
            <a:ext cx="3948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en-US" altLang="zh-CN" sz="2400" dirty="0"/>
              <a:t>ls –a</a:t>
            </a:r>
            <a:r>
              <a:rPr lang="zh-CN" altLang="en-US" sz="2400" dirty="0"/>
              <a:t>显示隐藏文件</a:t>
            </a:r>
            <a:r>
              <a:rPr lang="en-US" altLang="zh-CN" sz="2400" dirty="0"/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D9472C-A655-4D12-A1BA-A98575B22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84" y="1625051"/>
            <a:ext cx="6041540" cy="468800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275E6EB-FC6A-451B-B169-21B28EC3A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107" y="2655468"/>
            <a:ext cx="5198307" cy="348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493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Cadence</a:t>
            </a:r>
            <a:r>
              <a:rPr lang="zh-CN" altLang="en-US" sz="3200" dirty="0"/>
              <a:t>配置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8071" y="803134"/>
            <a:ext cx="6125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en-US" altLang="zh-CN" sz="2400" dirty="0"/>
              <a:t>vi .</a:t>
            </a:r>
            <a:r>
              <a:rPr lang="en-US" altLang="zh-CN" sz="2400" dirty="0" err="1"/>
              <a:t>bashrc</a:t>
            </a:r>
            <a:r>
              <a:rPr lang="zh-CN" altLang="en-US" sz="2400" dirty="0"/>
              <a:t>修改</a:t>
            </a:r>
            <a:r>
              <a:rPr lang="en-US" altLang="zh-CN" sz="2400" dirty="0"/>
              <a:t>.</a:t>
            </a:r>
            <a:r>
              <a:rPr lang="en-US" altLang="zh-CN" sz="2400" dirty="0" err="1"/>
              <a:t>bashrc</a:t>
            </a:r>
            <a:r>
              <a:rPr lang="zh-CN" altLang="en-US" sz="2400" dirty="0"/>
              <a:t>文件</a:t>
            </a:r>
            <a:endParaRPr lang="en-US" altLang="zh-CN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5903650" y="714732"/>
            <a:ext cx="50869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按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进行修改，加入三句话</a:t>
            </a:r>
            <a:endParaRPr lang="en-US" altLang="zh-CN" sz="2400" dirty="0"/>
          </a:p>
          <a:p>
            <a:r>
              <a:rPr lang="en-US" altLang="zh-CN" sz="2400" dirty="0"/>
              <a:t>source /data2/cadence.sh</a:t>
            </a:r>
          </a:p>
          <a:p>
            <a:r>
              <a:rPr lang="en-US" altLang="zh-CN" sz="2400" dirty="0"/>
              <a:t>source /data2/mentor.sh</a:t>
            </a:r>
          </a:p>
          <a:p>
            <a:r>
              <a:rPr lang="en-US" altLang="zh-CN" sz="2400" dirty="0"/>
              <a:t>source /data2/synopsys.sh</a:t>
            </a:r>
          </a:p>
          <a:p>
            <a:r>
              <a:rPr lang="zh-CN" altLang="en-US" sz="2400" dirty="0"/>
              <a:t>按</a:t>
            </a:r>
            <a:r>
              <a:rPr lang="en-US" altLang="zh-CN" sz="2400" dirty="0"/>
              <a:t>ESC</a:t>
            </a:r>
            <a:r>
              <a:rPr lang="zh-CN" altLang="en-US" sz="2400" dirty="0"/>
              <a:t>后输入</a:t>
            </a:r>
            <a:r>
              <a:rPr lang="en-US" altLang="zh-CN" sz="2400" dirty="0"/>
              <a:t>:</a:t>
            </a:r>
            <a:r>
              <a:rPr lang="en-US" altLang="zh-CN" sz="2400" dirty="0" err="1"/>
              <a:t>wq</a:t>
            </a:r>
            <a:r>
              <a:rPr lang="zh-CN" altLang="en-US" sz="2400" dirty="0"/>
              <a:t>退出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BB6CD2-4C86-4627-AC93-787B41928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72" y="1684228"/>
            <a:ext cx="5688326" cy="38668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92CB25F-66AC-44B2-B7B7-0178C2981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607" y="2721537"/>
            <a:ext cx="5588413" cy="379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133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Cadence</a:t>
            </a:r>
            <a:r>
              <a:rPr lang="zh-CN" altLang="en-US" sz="3200" dirty="0"/>
              <a:t>配置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8071" y="803134"/>
            <a:ext cx="6125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400" dirty="0"/>
              <a:t>新建</a:t>
            </a:r>
            <a:r>
              <a:rPr lang="en-US" altLang="zh-CN" sz="2400" dirty="0"/>
              <a:t>project</a:t>
            </a:r>
            <a:r>
              <a:rPr lang="zh-CN" altLang="en-US" sz="2400" dirty="0"/>
              <a:t>文件夹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676191-20FA-4BD8-BD52-FDAEF68AE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71" y="1980122"/>
            <a:ext cx="5781522" cy="348780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0C40A7D-BA73-451C-B134-7502812ED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80122"/>
            <a:ext cx="5874956" cy="355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38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Cadence</a:t>
            </a:r>
            <a:r>
              <a:rPr lang="zh-CN" altLang="en-US" sz="3200" dirty="0"/>
              <a:t>配置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72844" y="918717"/>
            <a:ext cx="69858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复制相关文件到</a:t>
            </a:r>
            <a:r>
              <a:rPr lang="en-US" altLang="zh-CN" sz="2400" dirty="0"/>
              <a:t>project</a:t>
            </a:r>
            <a:r>
              <a:rPr lang="zh-CN" altLang="en-US" sz="2400" dirty="0"/>
              <a:t>文件夹下</a:t>
            </a:r>
            <a:endParaRPr lang="en-US" altLang="zh-CN" sz="2400" dirty="0"/>
          </a:p>
          <a:p>
            <a:r>
              <a:rPr lang="en-US" altLang="zh-CN" sz="2400" dirty="0"/>
              <a:t>cp /home/dw41/cds.lib ~/project 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B4B2A92-CA23-480C-9E10-D34A999B9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2" y="2021512"/>
            <a:ext cx="6007388" cy="406527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7D43E75-406D-46FA-BB6C-6E64C227A752}"/>
              </a:ext>
            </a:extLst>
          </p:cNvPr>
          <p:cNvSpPr txBox="1"/>
          <p:nvPr/>
        </p:nvSpPr>
        <p:spPr>
          <a:xfrm>
            <a:off x="6961389" y="918717"/>
            <a:ext cx="4990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打开</a:t>
            </a:r>
            <a:r>
              <a:rPr lang="en-US" altLang="zh-CN" sz="2400" dirty="0"/>
              <a:t>cds.lib </a:t>
            </a:r>
            <a:r>
              <a:rPr lang="zh-CN" altLang="en-US" sz="2400" dirty="0"/>
              <a:t>修改为以下内容</a:t>
            </a:r>
            <a:endParaRPr lang="en-US" altLang="zh-CN" sz="2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28D512C-FDEC-4FC1-9178-325709763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93" y="2362921"/>
            <a:ext cx="474345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614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Cadence</a:t>
            </a:r>
            <a:r>
              <a:rPr lang="zh-CN" altLang="en-US" sz="3200" dirty="0"/>
              <a:t>配置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80305" y="714732"/>
            <a:ext cx="9424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在</a:t>
            </a:r>
            <a:r>
              <a:rPr lang="en-US" altLang="zh-CN" sz="2400" dirty="0" err="1"/>
              <a:t>projec</a:t>
            </a:r>
            <a:r>
              <a:rPr lang="zh-CN" altLang="en-US" sz="2400" dirty="0"/>
              <a:t>文件夹下新建一个</a:t>
            </a:r>
            <a:r>
              <a:rPr lang="en-US" altLang="zh-CN" sz="2400" dirty="0"/>
              <a:t>terminal</a:t>
            </a:r>
            <a:r>
              <a:rPr lang="zh-CN" altLang="en-US" sz="2400" dirty="0"/>
              <a:t>作为启动</a:t>
            </a:r>
            <a:r>
              <a:rPr lang="en-US" altLang="zh-CN" sz="2400" dirty="0"/>
              <a:t>cadence</a:t>
            </a:r>
            <a:r>
              <a:rPr lang="zh-CN" altLang="en-US" sz="2400" dirty="0"/>
              <a:t>的</a:t>
            </a:r>
            <a:r>
              <a:rPr lang="en-US" altLang="zh-CN" sz="2400" dirty="0"/>
              <a:t>terminal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990764-DE52-4706-B707-5F7BFD545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10" y="1387763"/>
            <a:ext cx="78486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88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8888" y="62144"/>
            <a:ext cx="27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Cadence</a:t>
            </a:r>
            <a:r>
              <a:rPr lang="zh-CN" altLang="en-US" sz="3200" dirty="0"/>
              <a:t>配置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8071" y="803134"/>
            <a:ext cx="6125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- </a:t>
            </a:r>
            <a:r>
              <a:rPr lang="en-US" altLang="zh-CN" sz="2400" dirty="0"/>
              <a:t>virtuoso &amp;</a:t>
            </a:r>
            <a:r>
              <a:rPr lang="zh-CN" altLang="en-US" sz="2400" dirty="0"/>
              <a:t>启动</a:t>
            </a:r>
            <a:r>
              <a:rPr lang="en-US" altLang="zh-CN" sz="2400" dirty="0"/>
              <a:t>cadence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336958" y="1020904"/>
            <a:ext cx="588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Tools -&gt; Library Manager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73804" y="5639367"/>
            <a:ext cx="30394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成功添加了</a:t>
            </a:r>
            <a:r>
              <a:rPr lang="en-US" altLang="zh-CN" sz="2400" dirty="0"/>
              <a:t>smic18</a:t>
            </a:r>
            <a:r>
              <a:rPr lang="zh-CN" altLang="en-US" sz="2400" dirty="0"/>
              <a:t>的工艺库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1D11CB-0942-4277-8C41-60000D1E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7" y="1870468"/>
            <a:ext cx="5280629" cy="357282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D466AF9-DD3A-421A-B837-8DE715B99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546" y="1681173"/>
            <a:ext cx="4936836" cy="375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196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353</Words>
  <Application>Microsoft Office PowerPoint</Application>
  <PresentationFormat>宽屏</PresentationFormat>
  <Paragraphs>63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 向荣</dc:creator>
  <cp:lastModifiedBy>Huang Xiangrong</cp:lastModifiedBy>
  <cp:revision>11</cp:revision>
  <dcterms:created xsi:type="dcterms:W3CDTF">2019-09-26T03:19:51Z</dcterms:created>
  <dcterms:modified xsi:type="dcterms:W3CDTF">2022-03-19T03:00:58Z</dcterms:modified>
</cp:coreProperties>
</file>