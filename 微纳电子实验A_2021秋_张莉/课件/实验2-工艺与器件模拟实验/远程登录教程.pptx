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6012" y="237185"/>
            <a:ext cx="43799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592" y="1338072"/>
            <a:ext cx="4312123" cy="385070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77" y="1338072"/>
            <a:ext cx="4329946" cy="385070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Xshell登录服务器配置</a:t>
            </a:r>
            <a:r>
              <a:rPr spc="-5" dirty="0"/>
              <a:t>VNC</a:t>
            </a:r>
          </a:p>
        </p:txBody>
      </p:sp>
      <p:sp>
        <p:nvSpPr>
          <p:cNvPr id="3" name="object 3"/>
          <p:cNvSpPr/>
          <p:nvPr/>
        </p:nvSpPr>
        <p:spPr>
          <a:xfrm>
            <a:off x="1090041" y="2599944"/>
            <a:ext cx="704849" cy="781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2865" y="2068829"/>
            <a:ext cx="1556385" cy="609600"/>
          </a:xfrm>
          <a:custGeom>
            <a:avLst/>
            <a:gdLst/>
            <a:ahLst/>
            <a:cxnLst/>
            <a:rect l="l" t="t" r="r" b="b"/>
            <a:pathLst>
              <a:path w="1556385" h="609600">
                <a:moveTo>
                  <a:pt x="0" y="609600"/>
                </a:moveTo>
                <a:lnTo>
                  <a:pt x="1556003" y="609600"/>
                </a:lnTo>
                <a:lnTo>
                  <a:pt x="1556003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2714" y="2678428"/>
            <a:ext cx="1556385" cy="598171"/>
          </a:xfrm>
          <a:custGeom>
            <a:avLst/>
            <a:gdLst/>
            <a:ahLst/>
            <a:cxnLst/>
            <a:rect l="l" t="t" r="r" b="b"/>
            <a:pathLst>
              <a:path w="1556384" h="487680">
                <a:moveTo>
                  <a:pt x="0" y="487679"/>
                </a:moveTo>
                <a:lnTo>
                  <a:pt x="1556003" y="487679"/>
                </a:lnTo>
                <a:lnTo>
                  <a:pt x="1556003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7646" y="5821171"/>
            <a:ext cx="1369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1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、启动</a:t>
            </a: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Xshell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9428" y="5821171"/>
            <a:ext cx="1772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、填入服务器地址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95919" y="5821171"/>
            <a:ext cx="2583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3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、填入账号名称及初始密码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Xshell登录服务器配置</a:t>
            </a:r>
            <a:r>
              <a:rPr spc="-5" dirty="0"/>
              <a:t>VNC</a:t>
            </a:r>
          </a:p>
        </p:txBody>
      </p:sp>
      <p:sp>
        <p:nvSpPr>
          <p:cNvPr id="3" name="object 3"/>
          <p:cNvSpPr/>
          <p:nvPr/>
        </p:nvSpPr>
        <p:spPr>
          <a:xfrm>
            <a:off x="208788" y="1549908"/>
            <a:ext cx="5356860" cy="3918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97296" y="1996439"/>
            <a:ext cx="6330696" cy="19156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6666" y="1890522"/>
            <a:ext cx="1556385" cy="238125"/>
          </a:xfrm>
          <a:custGeom>
            <a:avLst/>
            <a:gdLst/>
            <a:ahLst/>
            <a:cxnLst/>
            <a:rect l="l" t="t" r="r" b="b"/>
            <a:pathLst>
              <a:path w="1556385" h="238125">
                <a:moveTo>
                  <a:pt x="0" y="237743"/>
                </a:moveTo>
                <a:lnTo>
                  <a:pt x="1556004" y="237743"/>
                </a:lnTo>
                <a:lnTo>
                  <a:pt x="1556004" y="0"/>
                </a:lnTo>
                <a:lnTo>
                  <a:pt x="0" y="0"/>
                </a:lnTo>
                <a:lnTo>
                  <a:pt x="0" y="237743"/>
                </a:lnTo>
                <a:close/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9550" y="3201161"/>
            <a:ext cx="1556385" cy="238125"/>
          </a:xfrm>
          <a:custGeom>
            <a:avLst/>
            <a:gdLst/>
            <a:ahLst/>
            <a:cxnLst/>
            <a:rect l="l" t="t" r="r" b="b"/>
            <a:pathLst>
              <a:path w="1556385" h="238125">
                <a:moveTo>
                  <a:pt x="0" y="237744"/>
                </a:moveTo>
                <a:lnTo>
                  <a:pt x="1556003" y="237744"/>
                </a:lnTo>
                <a:lnTo>
                  <a:pt x="1556003" y="0"/>
                </a:lnTo>
                <a:lnTo>
                  <a:pt x="0" y="0"/>
                </a:lnTo>
                <a:lnTo>
                  <a:pt x="0" y="237744"/>
                </a:lnTo>
                <a:close/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277" y="4449317"/>
            <a:ext cx="1556385" cy="238125"/>
          </a:xfrm>
          <a:custGeom>
            <a:avLst/>
            <a:gdLst/>
            <a:ahLst/>
            <a:cxnLst/>
            <a:rect l="l" t="t" r="r" b="b"/>
            <a:pathLst>
              <a:path w="1556385" h="238125">
                <a:moveTo>
                  <a:pt x="0" y="237743"/>
                </a:moveTo>
                <a:lnTo>
                  <a:pt x="1556004" y="237743"/>
                </a:lnTo>
                <a:lnTo>
                  <a:pt x="1556004" y="0"/>
                </a:lnTo>
                <a:lnTo>
                  <a:pt x="0" y="0"/>
                </a:lnTo>
                <a:lnTo>
                  <a:pt x="0" y="237743"/>
                </a:lnTo>
                <a:close/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9550" y="3912870"/>
            <a:ext cx="1021080" cy="536575"/>
          </a:xfrm>
          <a:custGeom>
            <a:avLst/>
            <a:gdLst/>
            <a:ahLst/>
            <a:cxnLst/>
            <a:rect l="l" t="t" r="r" b="b"/>
            <a:pathLst>
              <a:path w="1021080" h="536575">
                <a:moveTo>
                  <a:pt x="0" y="536447"/>
                </a:moveTo>
                <a:lnTo>
                  <a:pt x="1021080" y="536447"/>
                </a:lnTo>
                <a:lnTo>
                  <a:pt x="1021080" y="0"/>
                </a:lnTo>
                <a:lnTo>
                  <a:pt x="0" y="0"/>
                </a:lnTo>
                <a:lnTo>
                  <a:pt x="0" y="536447"/>
                </a:lnTo>
                <a:close/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50998" y="1867280"/>
            <a:ext cx="21488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4、输入</a:t>
            </a:r>
            <a:r>
              <a:rPr sz="1600" b="1" dirty="0">
                <a:solidFill>
                  <a:srgbClr val="FF0000"/>
                </a:solidFill>
                <a:latin typeface="微软雅黑"/>
                <a:cs typeface="微软雅黑"/>
              </a:rPr>
              <a:t>vncserver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命令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005" y="3177667"/>
            <a:ext cx="136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5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、选择分辨率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5747" y="3987800"/>
            <a:ext cx="16186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6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、设置VN</a:t>
            </a:r>
            <a:r>
              <a:rPr sz="1600" b="1" dirty="0">
                <a:solidFill>
                  <a:srgbClr val="FF0000"/>
                </a:solidFill>
                <a:latin typeface="微软雅黑"/>
                <a:cs typeface="微软雅黑"/>
              </a:rPr>
              <a:t>C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密码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7473" y="4426458"/>
            <a:ext cx="1821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7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、获取VN</a:t>
            </a:r>
            <a:r>
              <a:rPr sz="1600" b="1" dirty="0">
                <a:solidFill>
                  <a:srgbClr val="FF0000"/>
                </a:solidFill>
                <a:latin typeface="微软雅黑"/>
                <a:cs typeface="微软雅黑"/>
              </a:rPr>
              <a:t>C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端口号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27014" y="3387090"/>
            <a:ext cx="3299460" cy="525780"/>
          </a:xfrm>
          <a:custGeom>
            <a:avLst/>
            <a:gdLst/>
            <a:ahLst/>
            <a:cxnLst/>
            <a:rect l="l" t="t" r="r" b="b"/>
            <a:pathLst>
              <a:path w="3299459" h="525779">
                <a:moveTo>
                  <a:pt x="0" y="525780"/>
                </a:moveTo>
                <a:lnTo>
                  <a:pt x="3299460" y="525780"/>
                </a:lnTo>
                <a:lnTo>
                  <a:pt x="3299460" y="0"/>
                </a:lnTo>
                <a:lnTo>
                  <a:pt x="0" y="0"/>
                </a:lnTo>
                <a:lnTo>
                  <a:pt x="0" y="525780"/>
                </a:lnTo>
                <a:close/>
              </a:path>
            </a:pathLst>
          </a:custGeom>
          <a:ln w="19811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55383" y="4039057"/>
            <a:ext cx="36468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8、修改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VNC</a:t>
            </a: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配置文件避免出现</a:t>
            </a:r>
            <a:r>
              <a:rPr sz="1600" b="1" dirty="0">
                <a:solidFill>
                  <a:srgbClr val="FF0000"/>
                </a:solidFill>
                <a:latin typeface="微软雅黑"/>
                <a:cs typeface="微软雅黑"/>
              </a:rPr>
              <a:t>灰</a:t>
            </a: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屏现象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547" y="2022348"/>
            <a:ext cx="6330696" cy="2374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20005" y="237185"/>
            <a:ext cx="2953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VNC配置文件修改</a:t>
            </a:r>
          </a:p>
        </p:txBody>
      </p:sp>
      <p:sp>
        <p:nvSpPr>
          <p:cNvPr id="5" name="object 5"/>
          <p:cNvSpPr/>
          <p:nvPr/>
        </p:nvSpPr>
        <p:spPr>
          <a:xfrm>
            <a:off x="4546091" y="2852927"/>
            <a:ext cx="1191895" cy="711835"/>
          </a:xfrm>
          <a:custGeom>
            <a:avLst/>
            <a:gdLst/>
            <a:ahLst/>
            <a:cxnLst/>
            <a:rect l="l" t="t" r="r" b="b"/>
            <a:pathLst>
              <a:path w="1191895" h="711835">
                <a:moveTo>
                  <a:pt x="835913" y="0"/>
                </a:moveTo>
                <a:lnTo>
                  <a:pt x="835913" y="177926"/>
                </a:lnTo>
                <a:lnTo>
                  <a:pt x="0" y="177926"/>
                </a:lnTo>
                <a:lnTo>
                  <a:pt x="0" y="533781"/>
                </a:lnTo>
                <a:lnTo>
                  <a:pt x="835913" y="533781"/>
                </a:lnTo>
                <a:lnTo>
                  <a:pt x="835913" y="711708"/>
                </a:lnTo>
                <a:lnTo>
                  <a:pt x="1191768" y="355854"/>
                </a:lnTo>
                <a:lnTo>
                  <a:pt x="8359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46091" y="2852927"/>
            <a:ext cx="1191895" cy="711835"/>
          </a:xfrm>
          <a:custGeom>
            <a:avLst/>
            <a:gdLst/>
            <a:ahLst/>
            <a:cxnLst/>
            <a:rect l="l" t="t" r="r" b="b"/>
            <a:pathLst>
              <a:path w="1191895" h="711835">
                <a:moveTo>
                  <a:pt x="0" y="177926"/>
                </a:moveTo>
                <a:lnTo>
                  <a:pt x="835913" y="177926"/>
                </a:lnTo>
                <a:lnTo>
                  <a:pt x="835913" y="0"/>
                </a:lnTo>
                <a:lnTo>
                  <a:pt x="1191768" y="355854"/>
                </a:lnTo>
                <a:lnTo>
                  <a:pt x="835913" y="711708"/>
                </a:lnTo>
                <a:lnTo>
                  <a:pt x="835913" y="533781"/>
                </a:lnTo>
                <a:lnTo>
                  <a:pt x="0" y="533781"/>
                </a:lnTo>
                <a:lnTo>
                  <a:pt x="0" y="1779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98238" y="3050794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修改为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1422" y="4778121"/>
            <a:ext cx="3858895" cy="1487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8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、修改VNC配置文件避免出现</a:t>
            </a:r>
            <a:r>
              <a:rPr sz="1600" b="1" spc="5" dirty="0">
                <a:solidFill>
                  <a:srgbClr val="FF0000"/>
                </a:solidFill>
                <a:latin typeface="微软雅黑"/>
                <a:cs typeface="微软雅黑"/>
              </a:rPr>
              <a:t>灰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屏现象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9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</a:t>
            </a: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“：wq“</a:t>
            </a:r>
            <a:r>
              <a:rPr sz="1600" b="1" spc="3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命令保存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10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、重复</a:t>
            </a:r>
            <a:r>
              <a:rPr sz="1600" b="1" spc="10" dirty="0">
                <a:solidFill>
                  <a:srgbClr val="FF0000"/>
                </a:solidFill>
                <a:latin typeface="微软雅黑"/>
                <a:cs typeface="微软雅黑"/>
              </a:rPr>
              <a:t>“vncserver”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命令进行</a:t>
            </a:r>
            <a:r>
              <a:rPr sz="1600" b="1" dirty="0">
                <a:solidFill>
                  <a:srgbClr val="FF0000"/>
                </a:solidFill>
                <a:latin typeface="微软雅黑"/>
                <a:cs typeface="微软雅黑"/>
              </a:rPr>
              <a:t>vnc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重置</a:t>
            </a:r>
            <a:endParaRPr sz="1600">
              <a:latin typeface="微软雅黑"/>
              <a:cs typeface="微软雅黑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417" y="1873704"/>
            <a:ext cx="6352583" cy="267027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776721" y="3489197"/>
            <a:ext cx="3896995" cy="303530"/>
          </a:xfrm>
          <a:custGeom>
            <a:avLst/>
            <a:gdLst/>
            <a:ahLst/>
            <a:cxnLst/>
            <a:rect l="l" t="t" r="r" b="b"/>
            <a:pathLst>
              <a:path w="3896995" h="303529">
                <a:moveTo>
                  <a:pt x="0" y="303275"/>
                </a:moveTo>
                <a:lnTo>
                  <a:pt x="3896868" y="303275"/>
                </a:lnTo>
                <a:lnTo>
                  <a:pt x="3896868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ln w="19812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文本框 15"/>
          <p:cNvSpPr txBox="1"/>
          <p:nvPr/>
        </p:nvSpPr>
        <p:spPr>
          <a:xfrm>
            <a:off x="3078054" y="3589875"/>
            <a:ext cx="27613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进入文件后，注释</a:t>
            </a:r>
            <a:r>
              <a:rPr lang="en-US" altLang="zh-CN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twm &amp;</a:t>
            </a:r>
            <a:r>
              <a:rPr lang="zh-CN" altLang="en-US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，在最后一句加入</a:t>
            </a:r>
            <a:r>
              <a:rPr lang="en-US" altLang="zh-CN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gnome-session &amp;</a:t>
            </a:r>
            <a:r>
              <a:rPr lang="zh-CN" altLang="en-US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，输入</a:t>
            </a:r>
            <a:r>
              <a:rPr lang="en-US" altLang="zh-CN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:wq</a:t>
            </a:r>
            <a:r>
              <a:rPr lang="zh-CN" altLang="en-US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保存并退出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39" y="1295400"/>
            <a:ext cx="3606093" cy="49011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460491" y="1636776"/>
            <a:ext cx="6169152" cy="3971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0190" y="237185"/>
            <a:ext cx="1531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VN</a:t>
            </a:r>
            <a:r>
              <a:rPr spc="-10" dirty="0"/>
              <a:t>C登录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9287" y="6315862"/>
            <a:ext cx="31134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11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、输入服务器地址+VNC端口号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8961" y="3085973"/>
            <a:ext cx="3321050" cy="536575"/>
          </a:xfrm>
          <a:custGeom>
            <a:avLst/>
            <a:gdLst/>
            <a:ahLst/>
            <a:cxnLst/>
            <a:rect l="l" t="t" r="r" b="b"/>
            <a:pathLst>
              <a:path w="3321050" h="536575">
                <a:moveTo>
                  <a:pt x="0" y="536448"/>
                </a:moveTo>
                <a:lnTo>
                  <a:pt x="3320796" y="536448"/>
                </a:lnTo>
                <a:lnTo>
                  <a:pt x="3320796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19811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27189" y="6315862"/>
            <a:ext cx="2961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微软雅黑"/>
                <a:cs typeface="微软雅黑"/>
              </a:rPr>
              <a:t>12</a:t>
            </a: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、输入VNC密码获取远程桌面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</TotalTime>
  <Words>95</Words>
  <Application>Microsoft Office PowerPoint</Application>
  <PresentationFormat>宽屏</PresentationFormat>
  <Paragraphs>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微软雅黑</vt:lpstr>
      <vt:lpstr>Calibri</vt:lpstr>
      <vt:lpstr>Times New Roman</vt:lpstr>
      <vt:lpstr>Office Theme</vt:lpstr>
      <vt:lpstr>Xshell登录服务器配置VNC</vt:lpstr>
      <vt:lpstr>Xshell登录服务器配置VNC</vt:lpstr>
      <vt:lpstr>VNC配置文件修改</vt:lpstr>
      <vt:lpstr>VNC登录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王瑞涛</dc:creator>
  <cp:lastModifiedBy>Administrator</cp:lastModifiedBy>
  <cp:revision>13</cp:revision>
  <dcterms:created xsi:type="dcterms:W3CDTF">2021-10-11T03:10:55Z</dcterms:created>
  <dcterms:modified xsi:type="dcterms:W3CDTF">2021-10-14T11:37:34Z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2020-04-14T00:00:00Z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2021-10-11T00:00:00Z</vt:filetime>
  </property>
</Properties>
</file>