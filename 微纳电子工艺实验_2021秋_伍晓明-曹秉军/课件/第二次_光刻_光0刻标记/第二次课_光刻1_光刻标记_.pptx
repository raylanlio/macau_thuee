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1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8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15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29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80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1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9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21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20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2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59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A7AD4-0E26-4FDE-9ACC-78D849808863}" type="datetimeFigureOut">
              <a:rPr lang="zh-CN" altLang="en-US" smtClean="0"/>
              <a:t>2019/11/18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8A2DB-21FD-437B-8B38-A4AF21304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26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微纳电子工艺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课后资料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第二次课 </a:t>
            </a:r>
            <a:endParaRPr lang="en-US" altLang="zh-CN" dirty="0" smtClean="0"/>
          </a:p>
          <a:p>
            <a:r>
              <a:rPr lang="zh-CN" altLang="en-US" dirty="0" smtClean="0"/>
              <a:t>光刻</a:t>
            </a:r>
            <a:r>
              <a:rPr lang="en-US" altLang="zh-CN" dirty="0" smtClean="0"/>
              <a:t>1 </a:t>
            </a:r>
            <a:r>
              <a:rPr lang="zh-CN" altLang="en-US" dirty="0" smtClean="0"/>
              <a:t>光刻标记 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2009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光刻对准标记：整体、局部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685" y="1825625"/>
            <a:ext cx="4212629" cy="4351338"/>
          </a:xfrm>
          <a:prstGeom prst="rect">
            <a:avLst/>
          </a:prstGeom>
        </p:spPr>
      </p:pic>
      <p:pic>
        <p:nvPicPr>
          <p:cNvPr id="10" name="内容占位符 9"/>
          <p:cNvPicPr>
            <a:picLocks noGrp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/>
          <a:lstStyle/>
          <a:p>
            <a:pPr algn="ctr"/>
            <a:r>
              <a:rPr lang="zh-CN" altLang="zh-CN" dirty="0"/>
              <a:t>不同曝光时间显影后“精对准标记”</a:t>
            </a:r>
            <a:r>
              <a:rPr lang="zh-CN" altLang="zh-CN" dirty="0" smtClean="0"/>
              <a:t>对比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5" y="1483567"/>
            <a:ext cx="5181600" cy="2243399"/>
          </a:xfrm>
          <a:prstGeom prst="rect">
            <a:avLst/>
          </a:prstGeom>
        </p:spPr>
      </p:pic>
      <p:pic>
        <p:nvPicPr>
          <p:cNvPr id="6" name="内容占位符 5"/>
          <p:cNvPicPr>
            <a:picLocks noGrp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40" y="1483568"/>
            <a:ext cx="5092959" cy="2243398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34" y="4123765"/>
            <a:ext cx="5138931" cy="2205317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41" y="4040155"/>
            <a:ext cx="5092960" cy="22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6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6821"/>
          </a:xfrm>
        </p:spPr>
        <p:txBody>
          <a:bodyPr/>
          <a:lstStyle/>
          <a:p>
            <a:pPr algn="ctr"/>
            <a:r>
              <a:rPr lang="zh-CN" altLang="en-US" dirty="0" smtClean="0"/>
              <a:t>曝光后硅片光刻图形</a:t>
            </a:r>
            <a:r>
              <a:rPr lang="zh-CN" altLang="en-US" dirty="0" smtClean="0"/>
              <a:t>显影</a:t>
            </a:r>
            <a:endParaRPr lang="zh-CN" altLang="en-US" dirty="0"/>
          </a:p>
        </p:txBody>
      </p:sp>
      <p:pic>
        <p:nvPicPr>
          <p:cNvPr id="3" name="光刻光0标记显影慢动作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93615" y="1798607"/>
            <a:ext cx="5796379" cy="43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0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31</Words>
  <Application>Microsoft Office PowerPoint</Application>
  <PresentationFormat>宽屏</PresentationFormat>
  <Paragraphs>7</Paragraphs>
  <Slides>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微纳电子工艺 课后资料</vt:lpstr>
      <vt:lpstr>光刻对准标记：整体、局部</vt:lpstr>
      <vt:lpstr>不同曝光时间显影后“精对准标记”对比</vt:lpstr>
      <vt:lpstr>曝光后硅片光刻图形显影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cbj</dc:creator>
  <cp:lastModifiedBy>caobj</cp:lastModifiedBy>
  <cp:revision>9</cp:revision>
  <dcterms:created xsi:type="dcterms:W3CDTF">2017-11-27T02:30:15Z</dcterms:created>
  <dcterms:modified xsi:type="dcterms:W3CDTF">2019-11-18T02:58:32Z</dcterms:modified>
</cp:coreProperties>
</file>